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1" autoAdjust="0"/>
    <p:restoredTop sz="94660"/>
  </p:normalViewPr>
  <p:slideViewPr>
    <p:cSldViewPr snapToGrid="0">
      <p:cViewPr varScale="1">
        <p:scale>
          <a:sx n="73" d="100"/>
          <a:sy n="73" d="100"/>
        </p:scale>
        <p:origin x="2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A50F2-55FC-4115-A99D-21A6CB098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2585D6C-0270-49BC-A14A-1153435F0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0EDAD3-5D06-4745-89D0-674964C22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D144-2F0D-4F9B-B7CF-C238A8546009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34C12A-5C79-4990-B8C1-11009D516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AF9EEF-27BD-4955-896E-6CADCEC0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4B987-A1A4-4BE5-8CF9-34D4DD5300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21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79A40E-42B9-4823-B57A-3BAE22B29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E4FABA-C4D0-4599-9051-732FB402E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0ADF58-4E7C-4BC5-96BE-93B8EF736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D144-2F0D-4F9B-B7CF-C238A8546009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01DB0F-341A-4B97-9368-4DC67B27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BD8F1B-1F34-4653-92D2-99450741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4B987-A1A4-4BE5-8CF9-34D4DD5300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4AEBE7-7ABC-40F6-B7ED-FE46EA936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7FA984-B9C3-4CE9-9EFD-E21EC4FAC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E8CB68-9ED9-419A-9136-2989BA590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D144-2F0D-4F9B-B7CF-C238A8546009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D1CFAB-CCF3-43B2-865A-F876FD848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AA19EE-E268-4548-9CC4-16228EE29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4B987-A1A4-4BE5-8CF9-34D4DD5300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04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041BAE-E327-4E25-99B6-AA6DB1307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3E2A9-D2AE-4772-9AAA-994100BD8A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E903911-509F-4BAF-B49E-20D0E48FB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4B4659-FADD-4F35-A5F2-1A0FF4F64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D144-2F0D-4F9B-B7CF-C238A8546009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E48C96-DC07-403F-9C19-6AC5D84D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2A3996-2723-4406-90DB-74FA95403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4B987-A1A4-4BE5-8CF9-34D4DD5300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8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D760DF-81C1-45D7-AB84-2ED9AB911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25E5EA-B6CA-4563-AAB4-6C3ECC589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865483-06E9-4C12-B081-3E28F182A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16E5D1A-4963-49C3-8E2A-776CD463E4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BC2BAB8-C61A-4624-B13D-38F4781D3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223BEB6-04B8-4CBE-84A5-6D12584F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D144-2F0D-4F9B-B7CF-C238A8546009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BC7AF61-29E5-4FE3-884A-DA2AFD5E2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0C5600-148E-4B84-A69D-127346FFF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4B987-A1A4-4BE5-8CF9-34D4DD5300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61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3E5967-813E-4185-861F-B260B0212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49DFBF4-3825-4534-B7EB-351741A2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D144-2F0D-4F9B-B7CF-C238A8546009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184619E-7953-4C9E-BD73-38FE379B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8F455C2-FC26-4DAD-AAEF-2133C5496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4B987-A1A4-4BE5-8CF9-34D4DD5300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39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EB64F6E-7A51-4E7C-AA85-851A6F54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D144-2F0D-4F9B-B7CF-C238A8546009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1FAE8B-7DB8-4458-8D1B-81AF6FC68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3CA7DB-C1E5-4E52-95AC-C9E686AF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4B987-A1A4-4BE5-8CF9-34D4DD5300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9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50FFFC-AC45-4188-8C4B-AC49BC72D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595A2B-9413-4081-9F3C-3AEB721DA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95BED59-1B2F-4400-B36B-95DC2FA08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9ED5D0-D595-4F4E-83F9-A7509490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D144-2F0D-4F9B-B7CF-C238A8546009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4F405A-FFB7-4DAE-8D52-9055A2C01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D9ADFF-DB20-44D8-9880-4F4F06B0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4B987-A1A4-4BE5-8CF9-34D4DD5300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57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0F9C1F-F8B2-4277-875A-A7628AEA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47960B0-8317-4F5C-8EE1-9D1C85362F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75113E3-EB2C-4D71-9FD9-6B92C775F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941D78-FC81-487D-B03F-A5479BDA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D144-2F0D-4F9B-B7CF-C238A8546009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5C8860-E34F-42B5-A78C-DCF235035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DE7FD0-5D93-48C7-A5BD-5C6AFB816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4B987-A1A4-4BE5-8CF9-34D4DD5300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14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87E716-5AD1-4E98-893A-4A2AD4BCB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A4CC894-1ABB-4A13-BC4A-1733E9372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C648DA-21A9-43AC-94E0-7E0627B5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D144-2F0D-4F9B-B7CF-C238A8546009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3A2C75-D939-46C6-B39A-7EE62C102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6ECCDF-DB39-4140-AAC2-BC7FB1D9A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4B987-A1A4-4BE5-8CF9-34D4DD5300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86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C21C233-8984-4966-81A1-EB1CFE737D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26531E-1501-4435-A4DA-BCBF079B6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F32708-F3CD-403A-B85A-BEB3B782A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D144-2F0D-4F9B-B7CF-C238A8546009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6B1112-32A5-445A-A719-393D279B9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F2ED00-65C2-4346-BCF1-F5ED1BA1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4B987-A1A4-4BE5-8CF9-34D4DD5300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74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F989BEA-B65E-458E-B02B-3721EEDB0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EA08E80-CC4D-4127-9330-50C0CDED4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B45E94-66C8-41B7-A124-1C7BEBD0D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3D144-2F0D-4F9B-B7CF-C238A8546009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2FB780-D7EA-4C7D-B112-23E98ABE8D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FAEADF-B11A-4B9A-A9C9-8A7AB93BA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4B987-A1A4-4BE5-8CF9-34D4DD5300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6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8ED6C3-1F23-4B9B-91FE-EDB6EBBC5F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6FA27865-C0B4-4EEE-8CEF-2598ACFA5F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 l="56969" b="9886"/>
          <a:stretch/>
        </p:blipFill>
        <p:spPr>
          <a:xfrm>
            <a:off x="5555150" y="0"/>
            <a:ext cx="6636849" cy="685800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7AF2CA26-EDFF-430B-8C96-4BD181545A7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3100" b="9886"/>
          <a:stretch/>
        </p:blipFill>
        <p:spPr>
          <a:xfrm>
            <a:off x="1" y="0"/>
            <a:ext cx="5555149" cy="6858000"/>
          </a:xfrm>
          <a:prstGeom prst="rect">
            <a:avLst/>
          </a:prstGeom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FFC5E6F-4E88-4406-8DE4-455BB84709A9}"/>
              </a:ext>
            </a:extLst>
          </p:cNvPr>
          <p:cNvSpPr txBox="1"/>
          <p:nvPr/>
        </p:nvSpPr>
        <p:spPr>
          <a:xfrm>
            <a:off x="6961632" y="4765739"/>
            <a:ext cx="28590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Par Esteban47map — Travail personnel, CC BY-SA 4.0, https://commons.wikimedia.org/w/index.php?curid=72045657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A7E0BE-7FDF-42C1-9488-E688959FF6B9}"/>
              </a:ext>
            </a:extLst>
          </p:cNvPr>
          <p:cNvSpPr/>
          <p:nvPr/>
        </p:nvSpPr>
        <p:spPr>
          <a:xfrm>
            <a:off x="5555150" y="0"/>
            <a:ext cx="663685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7BB12D4-7BD4-463A-8233-2902E139E117}"/>
              </a:ext>
            </a:extLst>
          </p:cNvPr>
          <p:cNvSpPr txBox="1"/>
          <p:nvPr/>
        </p:nvSpPr>
        <p:spPr>
          <a:xfrm>
            <a:off x="5804723" y="2447119"/>
            <a:ext cx="58341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venirNext LT Pro Heavy" panose="020B0904020202020204" pitchFamily="34" charset="0"/>
              </a:rPr>
              <a:t>Forest scale planning </a:t>
            </a:r>
          </a:p>
          <a:p>
            <a:r>
              <a:rPr lang="en-US" sz="3600" dirty="0">
                <a:latin typeface="AvenirNext LT Pro Heavy" panose="020B0904020202020204" pitchFamily="34" charset="0"/>
              </a:rPr>
              <a:t>For multifunctionality</a:t>
            </a:r>
          </a:p>
          <a:p>
            <a:endParaRPr lang="en-US" sz="3600" dirty="0">
              <a:latin typeface="AvenirNext LT Pro Heavy" panose="020B0904020202020204" pitchFamily="34" charset="0"/>
            </a:endParaRPr>
          </a:p>
          <a:p>
            <a:r>
              <a:rPr lang="en-US" dirty="0">
                <a:latin typeface="AvenirNext LT Pro Heavy" panose="020B0904020202020204" pitchFamily="34" charset="0"/>
              </a:rPr>
              <a:t>Clémentine de Montgolfier</a:t>
            </a:r>
          </a:p>
          <a:p>
            <a:r>
              <a:rPr lang="en-US" dirty="0">
                <a:latin typeface="AvenirNext LT Pro Heavy" panose="020B0904020202020204" pitchFamily="34" charset="0"/>
              </a:rPr>
              <a:t>Jean-Denis Mathias (LISC), Jean-Baptiste </a:t>
            </a:r>
            <a:r>
              <a:rPr lang="en-US" dirty="0" err="1">
                <a:latin typeface="AvenirNext LT Pro Heavy" panose="020B0904020202020204" pitchFamily="34" charset="0"/>
              </a:rPr>
              <a:t>Pichancourt</a:t>
            </a:r>
            <a:r>
              <a:rPr lang="en-US" dirty="0">
                <a:latin typeface="AvenirNext LT Pro Heavy" panose="020B0904020202020204" pitchFamily="34" charset="0"/>
              </a:rPr>
              <a:t> (LISC), Marion Jourdan (SILVA)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EA014B40-8411-42FC-A82E-447EF01FE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5768" y="135370"/>
            <a:ext cx="1345202" cy="1303747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AA3BB357-68AD-4B54-A898-5B41B71E15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1472" y="139821"/>
            <a:ext cx="1796028" cy="47511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0164B01A-F6CC-47C4-BD1B-A4B88D649399}"/>
              </a:ext>
            </a:extLst>
          </p:cNvPr>
          <p:cNvSpPr txBox="1"/>
          <p:nvPr/>
        </p:nvSpPr>
        <p:spPr>
          <a:xfrm>
            <a:off x="5652095" y="720261"/>
            <a:ext cx="18854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Bahnschrift SemiBold" panose="020B0502040204020203" pitchFamily="34" charset="0"/>
              </a:rPr>
              <a:t>Laboratoire</a:t>
            </a:r>
            <a:r>
              <a:rPr lang="en-US" sz="1400" dirty="0">
                <a:latin typeface="Bahnschrift SemiBold" panose="020B0502040204020203" pitchFamily="34" charset="0"/>
              </a:rPr>
              <a:t> </a:t>
            </a:r>
            <a:r>
              <a:rPr lang="en-US" sz="1400" dirty="0" err="1">
                <a:latin typeface="Bahnschrift SemiBold" panose="020B0502040204020203" pitchFamily="34" charset="0"/>
              </a:rPr>
              <a:t>d’ingénierie</a:t>
            </a:r>
            <a:r>
              <a:rPr lang="en-US" sz="1400" dirty="0">
                <a:latin typeface="Bahnschrift SemiBold" panose="020B0502040204020203" pitchFamily="34" charset="0"/>
              </a:rPr>
              <a:t> pour les systems complexes</a:t>
            </a:r>
          </a:p>
        </p:txBody>
      </p:sp>
    </p:spTree>
    <p:extLst>
      <p:ext uri="{BB962C8B-B14F-4D97-AF65-F5344CB8AC3E}">
        <p14:creationId xmlns:p14="http://schemas.microsoft.com/office/powerpoint/2010/main" val="755454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E0D32F-3877-4E6C-8903-4795365BA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0" y="365125"/>
            <a:ext cx="10879106" cy="1325563"/>
          </a:xfrm>
        </p:spPr>
        <p:txBody>
          <a:bodyPr/>
          <a:lstStyle/>
          <a:p>
            <a:r>
              <a:rPr lang="en-US" dirty="0"/>
              <a:t>Importance of scale in forest ecology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282AD37-8626-44AE-BA1B-B4ADC82824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000"/>
          <a:stretch/>
        </p:blipFill>
        <p:spPr>
          <a:xfrm>
            <a:off x="489850" y="5017888"/>
            <a:ext cx="11272140" cy="160062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002EAE9-0B64-4BCE-A685-0DB7C840AF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59" r="7444" b="69333"/>
          <a:stretch/>
        </p:blipFill>
        <p:spPr>
          <a:xfrm>
            <a:off x="1314402" y="1690688"/>
            <a:ext cx="9230001" cy="354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290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E0D32F-3877-4E6C-8903-4795365BA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9468" y="117246"/>
            <a:ext cx="8184338" cy="1325563"/>
          </a:xfrm>
        </p:spPr>
        <p:txBody>
          <a:bodyPr/>
          <a:lstStyle/>
          <a:p>
            <a:r>
              <a:rPr lang="en-US" dirty="0"/>
              <a:t>Forest planning scale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9469BB-F6CE-409D-A5E4-72FACF7B1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9468" y="1677940"/>
            <a:ext cx="4125111" cy="3373031"/>
          </a:xfrm>
        </p:spPr>
        <p:txBody>
          <a:bodyPr>
            <a:normAutofit/>
          </a:bodyPr>
          <a:lstStyle/>
          <a:p>
            <a:r>
              <a:rPr lang="en-US" b="1" dirty="0"/>
              <a:t>Current Planning Issues</a:t>
            </a:r>
          </a:p>
          <a:p>
            <a:r>
              <a:rPr lang="en-US" dirty="0"/>
              <a:t>Stand-level decisions dominate</a:t>
            </a:r>
          </a:p>
          <a:p>
            <a:r>
              <a:rPr lang="en-US" dirty="0"/>
              <a:t>Highly fragmented ownership and planning</a:t>
            </a:r>
          </a:p>
          <a:p>
            <a:r>
              <a:rPr lang="en-US" dirty="0"/>
              <a:t>Lack of coordinated management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9A151500-E978-46E6-AA10-6E8A246F05B9}"/>
              </a:ext>
            </a:extLst>
          </p:cNvPr>
          <p:cNvSpPr txBox="1">
            <a:spLocks/>
          </p:cNvSpPr>
          <p:nvPr/>
        </p:nvSpPr>
        <p:spPr>
          <a:xfrm>
            <a:off x="7708233" y="1677940"/>
            <a:ext cx="4125111" cy="4778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But Ecosystem Processes Operate at Larger Scales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Windthrow vulnerability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Pest outbreaks and wildfire spread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Seed dispersal dynamics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Habitat connectivity and biodiversity conservation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321E1D5-268F-4AA3-A7F9-28A3E2671E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26"/>
          <a:stretch/>
        </p:blipFill>
        <p:spPr>
          <a:xfrm>
            <a:off x="0" y="0"/>
            <a:ext cx="30486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22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E0D32F-3877-4E6C-8903-4795365BA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9468" y="117246"/>
            <a:ext cx="8184338" cy="1325563"/>
          </a:xfrm>
        </p:spPr>
        <p:txBody>
          <a:bodyPr/>
          <a:lstStyle/>
          <a:p>
            <a:r>
              <a:rPr lang="en-US" dirty="0"/>
              <a:t>Forest planning scale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9469BB-F6CE-409D-A5E4-72FACF7B1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9468" y="1677940"/>
            <a:ext cx="4125111" cy="3373031"/>
          </a:xfrm>
        </p:spPr>
        <p:txBody>
          <a:bodyPr>
            <a:normAutofit/>
          </a:bodyPr>
          <a:lstStyle/>
          <a:p>
            <a:r>
              <a:rPr lang="en-US" b="1" dirty="0"/>
              <a:t>Current Planning Issues</a:t>
            </a:r>
          </a:p>
          <a:p>
            <a:r>
              <a:rPr lang="en-US" dirty="0"/>
              <a:t>Stand-level decisions dominate</a:t>
            </a:r>
          </a:p>
          <a:p>
            <a:r>
              <a:rPr lang="en-US" dirty="0"/>
              <a:t>Highly fragmented ownership and planning</a:t>
            </a:r>
          </a:p>
          <a:p>
            <a:r>
              <a:rPr lang="en-US" dirty="0"/>
              <a:t>Lack of coordinated management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9A151500-E978-46E6-AA10-6E8A246F05B9}"/>
              </a:ext>
            </a:extLst>
          </p:cNvPr>
          <p:cNvSpPr txBox="1">
            <a:spLocks/>
          </p:cNvSpPr>
          <p:nvPr/>
        </p:nvSpPr>
        <p:spPr>
          <a:xfrm>
            <a:off x="7708233" y="1677940"/>
            <a:ext cx="4125111" cy="4778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But Ecosystem Processes Operate at Larger Scales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Windthrow vulnerability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Pest outbreaks and wildfire spread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Seed dispersal dynamics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Habitat connectivity and biodiversity conservation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321E1D5-268F-4AA3-A7F9-28A3E2671E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26"/>
          <a:stretch/>
        </p:blipFill>
        <p:spPr>
          <a:xfrm>
            <a:off x="0" y="0"/>
            <a:ext cx="3048621" cy="6858000"/>
          </a:xfrm>
          <a:prstGeom prst="rect">
            <a:avLst/>
          </a:prstGeo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660C089B-76F3-4557-A23C-4DFA9D580781}"/>
              </a:ext>
            </a:extLst>
          </p:cNvPr>
          <p:cNvSpPr txBox="1">
            <a:spLocks/>
          </p:cNvSpPr>
          <p:nvPr/>
        </p:nvSpPr>
        <p:spPr>
          <a:xfrm>
            <a:off x="3583121" y="5659655"/>
            <a:ext cx="8250223" cy="1121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=&gt; Need for a multi-scale decision system to take into account both local and global constraints</a:t>
            </a:r>
          </a:p>
        </p:txBody>
      </p:sp>
    </p:spTree>
    <p:extLst>
      <p:ext uri="{BB962C8B-B14F-4D97-AF65-F5344CB8AC3E}">
        <p14:creationId xmlns:p14="http://schemas.microsoft.com/office/powerpoint/2010/main" val="179035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95C747B-6A0E-4267-9E96-4CC60BD09BFB}"/>
              </a:ext>
            </a:extLst>
          </p:cNvPr>
          <p:cNvSpPr/>
          <p:nvPr/>
        </p:nvSpPr>
        <p:spPr>
          <a:xfrm>
            <a:off x="-1" y="0"/>
            <a:ext cx="9517551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368E3CC-4C2E-401F-9030-05DC1E8BAD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 r="2515" b="9886"/>
          <a:stretch/>
        </p:blipFill>
        <p:spPr>
          <a:xfrm>
            <a:off x="1" y="0"/>
            <a:ext cx="9517550" cy="6858000"/>
          </a:xfrm>
          <a:prstGeom prst="rect">
            <a:avLst/>
          </a:prstGeom>
          <a:ln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FA341D9-4217-495D-B7C9-535E2B15F7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893" t="994" r="14361" b="8892"/>
          <a:stretch/>
        </p:blipFill>
        <p:spPr>
          <a:xfrm>
            <a:off x="9517552" y="0"/>
            <a:ext cx="2674448" cy="6858000"/>
          </a:xfrm>
          <a:prstGeom prst="rect">
            <a:avLst/>
          </a:prstGeom>
          <a:ln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0B9E2ED-5A6B-401D-85B3-07EE0B8A2E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050" y="31399"/>
            <a:ext cx="4838949" cy="6826601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D17C8E0-53CE-4D46-8BBF-F32D01EB5885}"/>
              </a:ext>
            </a:extLst>
          </p:cNvPr>
          <p:cNvSpPr txBox="1"/>
          <p:nvPr/>
        </p:nvSpPr>
        <p:spPr>
          <a:xfrm>
            <a:off x="0" y="0"/>
            <a:ext cx="7353049" cy="6858000"/>
          </a:xfrm>
          <a:custGeom>
            <a:avLst/>
            <a:gdLst/>
            <a:ahLst/>
            <a:cxnLst/>
            <a:rect l="l" t="t" r="r" b="b"/>
            <a:pathLst>
              <a:path w="7353049" h="6858000">
                <a:moveTo>
                  <a:pt x="3108780" y="3977361"/>
                </a:moveTo>
                <a:lnTo>
                  <a:pt x="3118688" y="3977361"/>
                </a:lnTo>
                <a:lnTo>
                  <a:pt x="3118688" y="3991095"/>
                </a:lnTo>
                <a:cubicBezTo>
                  <a:pt x="3118466" y="4008168"/>
                  <a:pt x="3113382" y="4021902"/>
                  <a:pt x="3103436" y="4032298"/>
                </a:cubicBezTo>
                <a:cubicBezTo>
                  <a:pt x="3093491" y="4042694"/>
                  <a:pt x="3080016" y="4048036"/>
                  <a:pt x="3063012" y="4048322"/>
                </a:cubicBezTo>
                <a:cubicBezTo>
                  <a:pt x="3053986" y="4048401"/>
                  <a:pt x="3045150" y="4045953"/>
                  <a:pt x="3036505" y="4040978"/>
                </a:cubicBezTo>
                <a:cubicBezTo>
                  <a:pt x="3027860" y="4036002"/>
                  <a:pt x="3023219" y="4028022"/>
                  <a:pt x="3022583" y="4017038"/>
                </a:cubicBezTo>
                <a:cubicBezTo>
                  <a:pt x="3022933" y="4002032"/>
                  <a:pt x="3030816" y="3991604"/>
                  <a:pt x="3046231" y="3985754"/>
                </a:cubicBezTo>
                <a:cubicBezTo>
                  <a:pt x="3061645" y="3979904"/>
                  <a:pt x="3082495" y="3977106"/>
                  <a:pt x="3108780" y="3977361"/>
                </a:cubicBezTo>
                <a:close/>
                <a:moveTo>
                  <a:pt x="5763926" y="3875253"/>
                </a:moveTo>
                <a:cubicBezTo>
                  <a:pt x="5783371" y="3875824"/>
                  <a:pt x="5799194" y="3882497"/>
                  <a:pt x="5811395" y="3895269"/>
                </a:cubicBezTo>
                <a:cubicBezTo>
                  <a:pt x="5823596" y="3908041"/>
                  <a:pt x="5829887" y="3923483"/>
                  <a:pt x="5830268" y="3941593"/>
                </a:cubicBezTo>
                <a:cubicBezTo>
                  <a:pt x="5829919" y="3960768"/>
                  <a:pt x="5823754" y="3976750"/>
                  <a:pt x="5811777" y="3989538"/>
                </a:cubicBezTo>
                <a:cubicBezTo>
                  <a:pt x="5799798" y="4002327"/>
                  <a:pt x="5784102" y="4008967"/>
                  <a:pt x="5764689" y="4009460"/>
                </a:cubicBezTo>
                <a:cubicBezTo>
                  <a:pt x="5745275" y="4008967"/>
                  <a:pt x="5729579" y="4002327"/>
                  <a:pt x="5717600" y="3989538"/>
                </a:cubicBezTo>
                <a:cubicBezTo>
                  <a:pt x="5705622" y="3976750"/>
                  <a:pt x="5699458" y="3960768"/>
                  <a:pt x="5699109" y="3941593"/>
                </a:cubicBezTo>
                <a:cubicBezTo>
                  <a:pt x="5699427" y="3923483"/>
                  <a:pt x="5705463" y="3908041"/>
                  <a:pt x="5717220" y="3895269"/>
                </a:cubicBezTo>
                <a:cubicBezTo>
                  <a:pt x="5728975" y="3882497"/>
                  <a:pt x="5744544" y="3875824"/>
                  <a:pt x="5763926" y="3875253"/>
                </a:cubicBezTo>
                <a:close/>
                <a:moveTo>
                  <a:pt x="1563401" y="3875253"/>
                </a:moveTo>
                <a:cubicBezTo>
                  <a:pt x="1582846" y="3875824"/>
                  <a:pt x="1598669" y="3882497"/>
                  <a:pt x="1610870" y="3895269"/>
                </a:cubicBezTo>
                <a:cubicBezTo>
                  <a:pt x="1623071" y="3908041"/>
                  <a:pt x="1629362" y="3923483"/>
                  <a:pt x="1629743" y="3941593"/>
                </a:cubicBezTo>
                <a:cubicBezTo>
                  <a:pt x="1629394" y="3960768"/>
                  <a:pt x="1623229" y="3976750"/>
                  <a:pt x="1611251" y="3989538"/>
                </a:cubicBezTo>
                <a:cubicBezTo>
                  <a:pt x="1599273" y="4002327"/>
                  <a:pt x="1583577" y="4008967"/>
                  <a:pt x="1564164" y="4009460"/>
                </a:cubicBezTo>
                <a:cubicBezTo>
                  <a:pt x="1544750" y="4008967"/>
                  <a:pt x="1529054" y="4002327"/>
                  <a:pt x="1517076" y="3989538"/>
                </a:cubicBezTo>
                <a:cubicBezTo>
                  <a:pt x="1505097" y="3976750"/>
                  <a:pt x="1498933" y="3960768"/>
                  <a:pt x="1498583" y="3941593"/>
                </a:cubicBezTo>
                <a:cubicBezTo>
                  <a:pt x="1498901" y="3923483"/>
                  <a:pt x="1504938" y="3908041"/>
                  <a:pt x="1516695" y="3895269"/>
                </a:cubicBezTo>
                <a:cubicBezTo>
                  <a:pt x="1528451" y="3882497"/>
                  <a:pt x="1544019" y="3875824"/>
                  <a:pt x="1563401" y="3875253"/>
                </a:cubicBezTo>
                <a:close/>
                <a:moveTo>
                  <a:pt x="4198780" y="3840963"/>
                </a:moveTo>
                <a:cubicBezTo>
                  <a:pt x="4216542" y="3841233"/>
                  <a:pt x="4230587" y="3845846"/>
                  <a:pt x="4240914" y="3854801"/>
                </a:cubicBezTo>
                <a:cubicBezTo>
                  <a:pt x="4251241" y="3863756"/>
                  <a:pt x="4256515" y="3875431"/>
                  <a:pt x="4256738" y="3889826"/>
                </a:cubicBezTo>
                <a:lnTo>
                  <a:pt x="4135486" y="3889826"/>
                </a:lnTo>
                <a:cubicBezTo>
                  <a:pt x="4137026" y="3878103"/>
                  <a:pt x="4143094" y="3867192"/>
                  <a:pt x="4153691" y="3857091"/>
                </a:cubicBezTo>
                <a:cubicBezTo>
                  <a:pt x="4164288" y="3846991"/>
                  <a:pt x="4179317" y="3841615"/>
                  <a:pt x="4198780" y="3840963"/>
                </a:cubicBezTo>
                <a:close/>
                <a:moveTo>
                  <a:pt x="5295725" y="3741998"/>
                </a:moveTo>
                <a:lnTo>
                  <a:pt x="5295725" y="4143477"/>
                </a:lnTo>
                <a:lnTo>
                  <a:pt x="5471651" y="4143477"/>
                </a:lnTo>
                <a:lnTo>
                  <a:pt x="5471651" y="3741998"/>
                </a:lnTo>
                <a:close/>
                <a:moveTo>
                  <a:pt x="1850342" y="3741998"/>
                </a:moveTo>
                <a:lnTo>
                  <a:pt x="1850342" y="3986535"/>
                </a:lnTo>
                <a:cubicBezTo>
                  <a:pt x="1850022" y="4013498"/>
                  <a:pt x="1854046" y="4039697"/>
                  <a:pt x="1862414" y="4065134"/>
                </a:cubicBezTo>
                <a:cubicBezTo>
                  <a:pt x="1870783" y="4090569"/>
                  <a:pt x="1885413" y="4111613"/>
                  <a:pt x="1906305" y="4128262"/>
                </a:cubicBezTo>
                <a:cubicBezTo>
                  <a:pt x="1927197" y="4144912"/>
                  <a:pt x="1956269" y="4153540"/>
                  <a:pt x="1993522" y="4154145"/>
                </a:cubicBezTo>
                <a:cubicBezTo>
                  <a:pt x="2019385" y="4153715"/>
                  <a:pt x="2042351" y="4148277"/>
                  <a:pt x="2062419" y="4137831"/>
                </a:cubicBezTo>
                <a:cubicBezTo>
                  <a:pt x="2082486" y="4127384"/>
                  <a:pt x="2097646" y="4114504"/>
                  <a:pt x="2107896" y="4099192"/>
                </a:cubicBezTo>
                <a:lnTo>
                  <a:pt x="2109420" y="4099192"/>
                </a:lnTo>
                <a:lnTo>
                  <a:pt x="2109420" y="4143477"/>
                </a:lnTo>
                <a:lnTo>
                  <a:pt x="2280776" y="4143477"/>
                </a:lnTo>
                <a:lnTo>
                  <a:pt x="2280776" y="3741998"/>
                </a:lnTo>
                <a:lnTo>
                  <a:pt x="2104850" y="3741998"/>
                </a:lnTo>
                <a:lnTo>
                  <a:pt x="2104850" y="3954439"/>
                </a:lnTo>
                <a:cubicBezTo>
                  <a:pt x="2104627" y="3972111"/>
                  <a:pt x="2100876" y="3985675"/>
                  <a:pt x="2093597" y="3995132"/>
                </a:cubicBezTo>
                <a:cubicBezTo>
                  <a:pt x="2086317" y="4004588"/>
                  <a:pt x="2076844" y="4009364"/>
                  <a:pt x="2065177" y="4009460"/>
                </a:cubicBezTo>
                <a:cubicBezTo>
                  <a:pt x="2052573" y="4009699"/>
                  <a:pt x="2043068" y="4005591"/>
                  <a:pt x="2036663" y="3997138"/>
                </a:cubicBezTo>
                <a:cubicBezTo>
                  <a:pt x="2030257" y="3988684"/>
                  <a:pt x="2027047" y="3974451"/>
                  <a:pt x="2027031" y="3954439"/>
                </a:cubicBezTo>
                <a:lnTo>
                  <a:pt x="2027031" y="3741998"/>
                </a:lnTo>
                <a:close/>
                <a:moveTo>
                  <a:pt x="819356" y="3741998"/>
                </a:moveTo>
                <a:lnTo>
                  <a:pt x="981630" y="4128244"/>
                </a:lnTo>
                <a:lnTo>
                  <a:pt x="978582" y="4136640"/>
                </a:lnTo>
                <a:cubicBezTo>
                  <a:pt x="974344" y="4149076"/>
                  <a:pt x="967393" y="4159127"/>
                  <a:pt x="957727" y="4166792"/>
                </a:cubicBezTo>
                <a:cubicBezTo>
                  <a:pt x="948061" y="4174457"/>
                  <a:pt x="933681" y="4178401"/>
                  <a:pt x="914587" y="4178624"/>
                </a:cubicBezTo>
                <a:cubicBezTo>
                  <a:pt x="906667" y="4178528"/>
                  <a:pt x="898128" y="4177574"/>
                  <a:pt x="888970" y="4175761"/>
                </a:cubicBezTo>
                <a:cubicBezTo>
                  <a:pt x="879812" y="4173948"/>
                  <a:pt x="871844" y="4171849"/>
                  <a:pt x="865067" y="4169464"/>
                </a:cubicBezTo>
                <a:lnTo>
                  <a:pt x="842973" y="4314172"/>
                </a:lnTo>
                <a:cubicBezTo>
                  <a:pt x="853845" y="4317012"/>
                  <a:pt x="868479" y="4319709"/>
                  <a:pt x="886875" y="4322263"/>
                </a:cubicBezTo>
                <a:cubicBezTo>
                  <a:pt x="905270" y="4324818"/>
                  <a:pt x="923904" y="4326182"/>
                  <a:pt x="942775" y="4326357"/>
                </a:cubicBezTo>
                <a:cubicBezTo>
                  <a:pt x="1000771" y="4325992"/>
                  <a:pt x="1045720" y="4312062"/>
                  <a:pt x="1077623" y="4284565"/>
                </a:cubicBezTo>
                <a:cubicBezTo>
                  <a:pt x="1109525" y="4257069"/>
                  <a:pt x="1134666" y="4218193"/>
                  <a:pt x="1153046" y="4167937"/>
                </a:cubicBezTo>
                <a:lnTo>
                  <a:pt x="1317609" y="3741998"/>
                </a:lnTo>
                <a:lnTo>
                  <a:pt x="1129429" y="3741998"/>
                </a:lnTo>
                <a:lnTo>
                  <a:pt x="1076861" y="3953439"/>
                </a:lnTo>
                <a:lnTo>
                  <a:pt x="1073814" y="3953439"/>
                </a:lnTo>
                <a:lnTo>
                  <a:pt x="1014389" y="3741998"/>
                </a:lnTo>
                <a:close/>
                <a:moveTo>
                  <a:pt x="6344219" y="3732092"/>
                </a:moveTo>
                <a:cubicBezTo>
                  <a:pt x="6318355" y="3732520"/>
                  <a:pt x="6295389" y="3737948"/>
                  <a:pt x="6275321" y="3748375"/>
                </a:cubicBezTo>
                <a:cubicBezTo>
                  <a:pt x="6255253" y="3758802"/>
                  <a:pt x="6240095" y="3771658"/>
                  <a:pt x="6229845" y="3786942"/>
                </a:cubicBezTo>
                <a:lnTo>
                  <a:pt x="6228322" y="3786942"/>
                </a:lnTo>
                <a:lnTo>
                  <a:pt x="6228322" y="3741998"/>
                </a:lnTo>
                <a:lnTo>
                  <a:pt x="6056963" y="3741998"/>
                </a:lnTo>
                <a:lnTo>
                  <a:pt x="6056963" y="4143477"/>
                </a:lnTo>
                <a:lnTo>
                  <a:pt x="6232890" y="4143477"/>
                </a:lnTo>
                <a:lnTo>
                  <a:pt x="6232890" y="3929511"/>
                </a:lnTo>
                <a:cubicBezTo>
                  <a:pt x="6233112" y="3911840"/>
                  <a:pt x="6236863" y="3898276"/>
                  <a:pt x="6244143" y="3888819"/>
                </a:cubicBezTo>
                <a:cubicBezTo>
                  <a:pt x="6251422" y="3879362"/>
                  <a:pt x="6260895" y="3874586"/>
                  <a:pt x="6272562" y="3874490"/>
                </a:cubicBezTo>
                <a:cubicBezTo>
                  <a:pt x="6285166" y="3874252"/>
                  <a:pt x="6294671" y="3878359"/>
                  <a:pt x="6301077" y="3886813"/>
                </a:cubicBezTo>
                <a:cubicBezTo>
                  <a:pt x="6307482" y="3895267"/>
                  <a:pt x="6310693" y="3909500"/>
                  <a:pt x="6310709" y="3929511"/>
                </a:cubicBezTo>
                <a:lnTo>
                  <a:pt x="6310709" y="4143477"/>
                </a:lnTo>
                <a:lnTo>
                  <a:pt x="6487398" y="4143477"/>
                </a:lnTo>
                <a:lnTo>
                  <a:pt x="6487398" y="3898945"/>
                </a:lnTo>
                <a:cubicBezTo>
                  <a:pt x="6487717" y="3872177"/>
                  <a:pt x="6483693" y="3846131"/>
                  <a:pt x="6475325" y="3820806"/>
                </a:cubicBezTo>
                <a:cubicBezTo>
                  <a:pt x="6466957" y="3795480"/>
                  <a:pt x="6452327" y="3774515"/>
                  <a:pt x="6431435" y="3757910"/>
                </a:cubicBezTo>
                <a:cubicBezTo>
                  <a:pt x="6410543" y="3741304"/>
                  <a:pt x="6381471" y="3732698"/>
                  <a:pt x="6344219" y="3732092"/>
                </a:cubicBezTo>
                <a:close/>
                <a:moveTo>
                  <a:pt x="4753544" y="3732092"/>
                </a:moveTo>
                <a:cubicBezTo>
                  <a:pt x="4727680" y="3732520"/>
                  <a:pt x="4704714" y="3737948"/>
                  <a:pt x="4684646" y="3748375"/>
                </a:cubicBezTo>
                <a:cubicBezTo>
                  <a:pt x="4664578" y="3758802"/>
                  <a:pt x="4649419" y="3771658"/>
                  <a:pt x="4639170" y="3786942"/>
                </a:cubicBezTo>
                <a:lnTo>
                  <a:pt x="4637646" y="3786942"/>
                </a:lnTo>
                <a:lnTo>
                  <a:pt x="4637646" y="3741998"/>
                </a:lnTo>
                <a:lnTo>
                  <a:pt x="4466288" y="3741998"/>
                </a:lnTo>
                <a:lnTo>
                  <a:pt x="4466288" y="4143477"/>
                </a:lnTo>
                <a:lnTo>
                  <a:pt x="4642215" y="4143477"/>
                </a:lnTo>
                <a:lnTo>
                  <a:pt x="4642215" y="3929511"/>
                </a:lnTo>
                <a:cubicBezTo>
                  <a:pt x="4642437" y="3911840"/>
                  <a:pt x="4646188" y="3898276"/>
                  <a:pt x="4653468" y="3888819"/>
                </a:cubicBezTo>
                <a:cubicBezTo>
                  <a:pt x="4660747" y="3879362"/>
                  <a:pt x="4670220" y="3874586"/>
                  <a:pt x="4681887" y="3874490"/>
                </a:cubicBezTo>
                <a:cubicBezTo>
                  <a:pt x="4694491" y="3874252"/>
                  <a:pt x="4703996" y="3878359"/>
                  <a:pt x="4710402" y="3886813"/>
                </a:cubicBezTo>
                <a:cubicBezTo>
                  <a:pt x="4716807" y="3895267"/>
                  <a:pt x="4720018" y="3909500"/>
                  <a:pt x="4720034" y="3929511"/>
                </a:cubicBezTo>
                <a:lnTo>
                  <a:pt x="4720034" y="4143477"/>
                </a:lnTo>
                <a:lnTo>
                  <a:pt x="4896723" y="4143477"/>
                </a:lnTo>
                <a:lnTo>
                  <a:pt x="4896723" y="3898945"/>
                </a:lnTo>
                <a:cubicBezTo>
                  <a:pt x="4897042" y="3872177"/>
                  <a:pt x="4893018" y="3846131"/>
                  <a:pt x="4884650" y="3820806"/>
                </a:cubicBezTo>
                <a:cubicBezTo>
                  <a:pt x="4876282" y="3795480"/>
                  <a:pt x="4861652" y="3774515"/>
                  <a:pt x="4840760" y="3757910"/>
                </a:cubicBezTo>
                <a:cubicBezTo>
                  <a:pt x="4819868" y="3741304"/>
                  <a:pt x="4790796" y="3732698"/>
                  <a:pt x="4753544" y="3732092"/>
                </a:cubicBezTo>
                <a:close/>
                <a:moveTo>
                  <a:pt x="2630154" y="3732092"/>
                </a:moveTo>
                <a:cubicBezTo>
                  <a:pt x="2607151" y="3732441"/>
                  <a:pt x="2587244" y="3737837"/>
                  <a:pt x="2570433" y="3748280"/>
                </a:cubicBezTo>
                <a:cubicBezTo>
                  <a:pt x="2553621" y="3758723"/>
                  <a:pt x="2540764" y="3772118"/>
                  <a:pt x="2531860" y="3788466"/>
                </a:cubicBezTo>
                <a:lnTo>
                  <a:pt x="2530336" y="3788466"/>
                </a:lnTo>
                <a:lnTo>
                  <a:pt x="2530336" y="3741998"/>
                </a:lnTo>
                <a:lnTo>
                  <a:pt x="2361263" y="3741998"/>
                </a:lnTo>
                <a:lnTo>
                  <a:pt x="2361263" y="4143477"/>
                </a:lnTo>
                <a:lnTo>
                  <a:pt x="2537189" y="4143477"/>
                </a:lnTo>
                <a:lnTo>
                  <a:pt x="2537189" y="3948603"/>
                </a:lnTo>
                <a:cubicBezTo>
                  <a:pt x="2537475" y="3929020"/>
                  <a:pt x="2544333" y="3912781"/>
                  <a:pt x="2557764" y="3899885"/>
                </a:cubicBezTo>
                <a:cubicBezTo>
                  <a:pt x="2571194" y="3886989"/>
                  <a:pt x="2589482" y="3880302"/>
                  <a:pt x="2612628" y="3879825"/>
                </a:cubicBezTo>
                <a:cubicBezTo>
                  <a:pt x="2618517" y="3879825"/>
                  <a:pt x="2624836" y="3880207"/>
                  <a:pt x="2631582" y="3880971"/>
                </a:cubicBezTo>
                <a:cubicBezTo>
                  <a:pt x="2638329" y="3881735"/>
                  <a:pt x="2644457" y="3882881"/>
                  <a:pt x="2649966" y="3884410"/>
                </a:cubicBezTo>
                <a:lnTo>
                  <a:pt x="2663681" y="3735902"/>
                </a:lnTo>
                <a:cubicBezTo>
                  <a:pt x="2659761" y="3734742"/>
                  <a:pt x="2654839" y="3733821"/>
                  <a:pt x="2648918" y="3733139"/>
                </a:cubicBezTo>
                <a:cubicBezTo>
                  <a:pt x="2642996" y="3732457"/>
                  <a:pt x="2636742" y="3732108"/>
                  <a:pt x="2630154" y="3732092"/>
                </a:cubicBezTo>
                <a:close/>
                <a:moveTo>
                  <a:pt x="5763926" y="3727520"/>
                </a:moveTo>
                <a:cubicBezTo>
                  <a:pt x="5723207" y="3727623"/>
                  <a:pt x="5685683" y="3735963"/>
                  <a:pt x="5651353" y="3752540"/>
                </a:cubicBezTo>
                <a:cubicBezTo>
                  <a:pt x="5617024" y="3769117"/>
                  <a:pt x="5589384" y="3793315"/>
                  <a:pt x="5568435" y="3825132"/>
                </a:cubicBezTo>
                <a:cubicBezTo>
                  <a:pt x="5547484" y="3856950"/>
                  <a:pt x="5536718" y="3895770"/>
                  <a:pt x="5536136" y="3941593"/>
                </a:cubicBezTo>
                <a:cubicBezTo>
                  <a:pt x="5536718" y="3987935"/>
                  <a:pt x="5547484" y="4027245"/>
                  <a:pt x="5568435" y="4059523"/>
                </a:cubicBezTo>
                <a:cubicBezTo>
                  <a:pt x="5589384" y="4091802"/>
                  <a:pt x="5617024" y="4116376"/>
                  <a:pt x="5651353" y="4133245"/>
                </a:cubicBezTo>
                <a:cubicBezTo>
                  <a:pt x="5685683" y="4150114"/>
                  <a:pt x="5723207" y="4158604"/>
                  <a:pt x="5763926" y="4158717"/>
                </a:cubicBezTo>
                <a:cubicBezTo>
                  <a:pt x="5804904" y="4158604"/>
                  <a:pt x="5842674" y="4150114"/>
                  <a:pt x="5877233" y="4133245"/>
                </a:cubicBezTo>
                <a:cubicBezTo>
                  <a:pt x="5911793" y="4116376"/>
                  <a:pt x="5939621" y="4091802"/>
                  <a:pt x="5960716" y="4059523"/>
                </a:cubicBezTo>
                <a:cubicBezTo>
                  <a:pt x="5981812" y="4027245"/>
                  <a:pt x="5992653" y="3987935"/>
                  <a:pt x="5993241" y="3941593"/>
                </a:cubicBezTo>
                <a:cubicBezTo>
                  <a:pt x="5992653" y="3895770"/>
                  <a:pt x="5981812" y="3856950"/>
                  <a:pt x="5960716" y="3825132"/>
                </a:cubicBezTo>
                <a:cubicBezTo>
                  <a:pt x="5939621" y="3793315"/>
                  <a:pt x="5911793" y="3769117"/>
                  <a:pt x="5877233" y="3752540"/>
                </a:cubicBezTo>
                <a:cubicBezTo>
                  <a:pt x="5842674" y="3735963"/>
                  <a:pt x="5804904" y="3727623"/>
                  <a:pt x="5763926" y="3727520"/>
                </a:cubicBezTo>
                <a:close/>
                <a:moveTo>
                  <a:pt x="4197254" y="3727520"/>
                </a:moveTo>
                <a:cubicBezTo>
                  <a:pt x="4155633" y="3727726"/>
                  <a:pt x="4118053" y="3736535"/>
                  <a:pt x="4084514" y="3753947"/>
                </a:cubicBezTo>
                <a:cubicBezTo>
                  <a:pt x="4050975" y="3771358"/>
                  <a:pt x="4024295" y="3796137"/>
                  <a:pt x="4004473" y="3828283"/>
                </a:cubicBezTo>
                <a:cubicBezTo>
                  <a:pt x="3984651" y="3860428"/>
                  <a:pt x="3974505" y="3898705"/>
                  <a:pt x="3974036" y="3943112"/>
                </a:cubicBezTo>
                <a:cubicBezTo>
                  <a:pt x="3974679" y="3990397"/>
                  <a:pt x="3985662" y="4030029"/>
                  <a:pt x="4006983" y="4062007"/>
                </a:cubicBezTo>
                <a:cubicBezTo>
                  <a:pt x="4028305" y="4093985"/>
                  <a:pt x="4056105" y="4118089"/>
                  <a:pt x="4090382" y="4134318"/>
                </a:cubicBezTo>
                <a:cubicBezTo>
                  <a:pt x="4124660" y="4150547"/>
                  <a:pt x="4161555" y="4158680"/>
                  <a:pt x="4201067" y="4158717"/>
                </a:cubicBezTo>
                <a:cubicBezTo>
                  <a:pt x="4246019" y="4158383"/>
                  <a:pt x="4285293" y="4149912"/>
                  <a:pt x="4318888" y="4133303"/>
                </a:cubicBezTo>
                <a:cubicBezTo>
                  <a:pt x="4352482" y="4116694"/>
                  <a:pt x="4378219" y="4093946"/>
                  <a:pt x="4396097" y="4065059"/>
                </a:cubicBezTo>
                <a:lnTo>
                  <a:pt x="4271207" y="4001781"/>
                </a:lnTo>
                <a:cubicBezTo>
                  <a:pt x="4265813" y="4008971"/>
                  <a:pt x="4257556" y="4015398"/>
                  <a:pt x="4246438" y="4021062"/>
                </a:cubicBezTo>
                <a:cubicBezTo>
                  <a:pt x="4235320" y="4026725"/>
                  <a:pt x="4221721" y="4029716"/>
                  <a:pt x="4205643" y="4030034"/>
                </a:cubicBezTo>
                <a:cubicBezTo>
                  <a:pt x="4188961" y="4029891"/>
                  <a:pt x="4173900" y="4025786"/>
                  <a:pt x="4160459" y="4017721"/>
                </a:cubicBezTo>
                <a:cubicBezTo>
                  <a:pt x="4147018" y="4009655"/>
                  <a:pt x="4139201" y="3998488"/>
                  <a:pt x="4137008" y="3984219"/>
                </a:cubicBezTo>
                <a:lnTo>
                  <a:pt x="4406758" y="3984219"/>
                </a:lnTo>
                <a:cubicBezTo>
                  <a:pt x="4407155" y="3979477"/>
                  <a:pt x="4407503" y="3973736"/>
                  <a:pt x="4407805" y="3966996"/>
                </a:cubicBezTo>
                <a:cubicBezTo>
                  <a:pt x="4408106" y="3960256"/>
                  <a:pt x="4408265" y="3953563"/>
                  <a:pt x="4408281" y="3946918"/>
                </a:cubicBezTo>
                <a:cubicBezTo>
                  <a:pt x="4407346" y="3882428"/>
                  <a:pt x="4387892" y="3830047"/>
                  <a:pt x="4349918" y="3789777"/>
                </a:cubicBezTo>
                <a:cubicBezTo>
                  <a:pt x="4311945" y="3749507"/>
                  <a:pt x="4261056" y="3728754"/>
                  <a:pt x="4197254" y="3727520"/>
                </a:cubicBezTo>
                <a:close/>
                <a:moveTo>
                  <a:pt x="3079794" y="3727520"/>
                </a:moveTo>
                <a:cubicBezTo>
                  <a:pt x="3043829" y="3727663"/>
                  <a:pt x="3009216" y="3734040"/>
                  <a:pt x="2975953" y="3746651"/>
                </a:cubicBezTo>
                <a:cubicBezTo>
                  <a:pt x="2942691" y="3759262"/>
                  <a:pt x="2913813" y="3777251"/>
                  <a:pt x="2889319" y="3800617"/>
                </a:cubicBezTo>
                <a:lnTo>
                  <a:pt x="2976893" y="3887532"/>
                </a:lnTo>
                <a:cubicBezTo>
                  <a:pt x="2988077" y="3878078"/>
                  <a:pt x="3000932" y="3870057"/>
                  <a:pt x="3015457" y="3863468"/>
                </a:cubicBezTo>
                <a:cubicBezTo>
                  <a:pt x="3029982" y="3856879"/>
                  <a:pt x="3045326" y="3853441"/>
                  <a:pt x="3061487" y="3853155"/>
                </a:cubicBezTo>
                <a:cubicBezTo>
                  <a:pt x="3075408" y="3853123"/>
                  <a:pt x="3086468" y="3856051"/>
                  <a:pt x="3094669" y="3861940"/>
                </a:cubicBezTo>
                <a:cubicBezTo>
                  <a:pt x="3102869" y="3867829"/>
                  <a:pt x="3107064" y="3876869"/>
                  <a:pt x="3107255" y="3889060"/>
                </a:cubicBezTo>
                <a:lnTo>
                  <a:pt x="3107255" y="3890588"/>
                </a:lnTo>
                <a:cubicBezTo>
                  <a:pt x="3071008" y="3890178"/>
                  <a:pt x="3035155" y="3893535"/>
                  <a:pt x="2999696" y="3900656"/>
                </a:cubicBezTo>
                <a:cubicBezTo>
                  <a:pt x="2964237" y="3907778"/>
                  <a:pt x="2934667" y="3921123"/>
                  <a:pt x="2910986" y="3940690"/>
                </a:cubicBezTo>
                <a:cubicBezTo>
                  <a:pt x="2887304" y="3960258"/>
                  <a:pt x="2875005" y="3988504"/>
                  <a:pt x="2874089" y="4025431"/>
                </a:cubicBezTo>
                <a:cubicBezTo>
                  <a:pt x="2874653" y="4056986"/>
                  <a:pt x="2882071" y="4082211"/>
                  <a:pt x="2896342" y="4101106"/>
                </a:cubicBezTo>
                <a:cubicBezTo>
                  <a:pt x="2910613" y="4120001"/>
                  <a:pt x="2928354" y="4133608"/>
                  <a:pt x="2949563" y="4141927"/>
                </a:cubicBezTo>
                <a:cubicBezTo>
                  <a:pt x="2970773" y="4150246"/>
                  <a:pt x="2992067" y="4154318"/>
                  <a:pt x="3013446" y="4154145"/>
                </a:cubicBezTo>
                <a:cubicBezTo>
                  <a:pt x="3031650" y="4154272"/>
                  <a:pt x="3049953" y="4150970"/>
                  <a:pt x="3068354" y="4144239"/>
                </a:cubicBezTo>
                <a:cubicBezTo>
                  <a:pt x="3086755" y="4137508"/>
                  <a:pt x="3101247" y="4126586"/>
                  <a:pt x="3111831" y="4111473"/>
                </a:cubicBezTo>
                <a:lnTo>
                  <a:pt x="3113357" y="4111473"/>
                </a:lnTo>
                <a:lnTo>
                  <a:pt x="3113357" y="4143477"/>
                </a:lnTo>
                <a:lnTo>
                  <a:pt x="3272520" y="4143477"/>
                </a:lnTo>
                <a:lnTo>
                  <a:pt x="3272520" y="3932452"/>
                </a:lnTo>
                <a:cubicBezTo>
                  <a:pt x="3272962" y="3894411"/>
                  <a:pt x="3267593" y="3859990"/>
                  <a:pt x="3256412" y="3829188"/>
                </a:cubicBezTo>
                <a:cubicBezTo>
                  <a:pt x="3245232" y="3798387"/>
                  <a:pt x="3225587" y="3773852"/>
                  <a:pt x="3197477" y="3755584"/>
                </a:cubicBezTo>
                <a:cubicBezTo>
                  <a:pt x="3169367" y="3737316"/>
                  <a:pt x="3130140" y="3727961"/>
                  <a:pt x="3079794" y="3727520"/>
                </a:cubicBezTo>
                <a:close/>
                <a:moveTo>
                  <a:pt x="1563401" y="3727520"/>
                </a:moveTo>
                <a:cubicBezTo>
                  <a:pt x="1522682" y="3727623"/>
                  <a:pt x="1485158" y="3735963"/>
                  <a:pt x="1450829" y="3752540"/>
                </a:cubicBezTo>
                <a:cubicBezTo>
                  <a:pt x="1416500" y="3769117"/>
                  <a:pt x="1388860" y="3793315"/>
                  <a:pt x="1367910" y="3825132"/>
                </a:cubicBezTo>
                <a:cubicBezTo>
                  <a:pt x="1346960" y="3856950"/>
                  <a:pt x="1336193" y="3895770"/>
                  <a:pt x="1335611" y="3941593"/>
                </a:cubicBezTo>
                <a:cubicBezTo>
                  <a:pt x="1336193" y="3987935"/>
                  <a:pt x="1346960" y="4027245"/>
                  <a:pt x="1367910" y="4059523"/>
                </a:cubicBezTo>
                <a:cubicBezTo>
                  <a:pt x="1388860" y="4091802"/>
                  <a:pt x="1416500" y="4116376"/>
                  <a:pt x="1450829" y="4133245"/>
                </a:cubicBezTo>
                <a:cubicBezTo>
                  <a:pt x="1485158" y="4150114"/>
                  <a:pt x="1522682" y="4158604"/>
                  <a:pt x="1563401" y="4158717"/>
                </a:cubicBezTo>
                <a:cubicBezTo>
                  <a:pt x="1604380" y="4158604"/>
                  <a:pt x="1642149" y="4150114"/>
                  <a:pt x="1676708" y="4133245"/>
                </a:cubicBezTo>
                <a:cubicBezTo>
                  <a:pt x="1711268" y="4116376"/>
                  <a:pt x="1739095" y="4091802"/>
                  <a:pt x="1760191" y="4059523"/>
                </a:cubicBezTo>
                <a:cubicBezTo>
                  <a:pt x="1781287" y="4027245"/>
                  <a:pt x="1792129" y="3987935"/>
                  <a:pt x="1792716" y="3941593"/>
                </a:cubicBezTo>
                <a:cubicBezTo>
                  <a:pt x="1792129" y="3895770"/>
                  <a:pt x="1781287" y="3856950"/>
                  <a:pt x="1760191" y="3825132"/>
                </a:cubicBezTo>
                <a:cubicBezTo>
                  <a:pt x="1739095" y="3793315"/>
                  <a:pt x="1711268" y="3769117"/>
                  <a:pt x="1676708" y="3752540"/>
                </a:cubicBezTo>
                <a:cubicBezTo>
                  <a:pt x="1642149" y="3735963"/>
                  <a:pt x="1604380" y="3727623"/>
                  <a:pt x="1563401" y="3727520"/>
                </a:cubicBezTo>
                <a:close/>
                <a:moveTo>
                  <a:pt x="4986353" y="3652082"/>
                </a:moveTo>
                <a:lnTo>
                  <a:pt x="4986353" y="3741998"/>
                </a:lnTo>
                <a:lnTo>
                  <a:pt x="4930727" y="3741998"/>
                </a:lnTo>
                <a:lnTo>
                  <a:pt x="4930727" y="3867633"/>
                </a:lnTo>
                <a:lnTo>
                  <a:pt x="4987115" y="3867633"/>
                </a:lnTo>
                <a:lnTo>
                  <a:pt x="4987115" y="4011675"/>
                </a:lnTo>
                <a:cubicBezTo>
                  <a:pt x="4987051" y="4059954"/>
                  <a:pt x="5000125" y="4095797"/>
                  <a:pt x="5026336" y="4119203"/>
                </a:cubicBezTo>
                <a:cubicBezTo>
                  <a:pt x="5052546" y="4142610"/>
                  <a:pt x="5092275" y="4154257"/>
                  <a:pt x="5145521" y="4154144"/>
                </a:cubicBezTo>
                <a:cubicBezTo>
                  <a:pt x="5164156" y="4154049"/>
                  <a:pt x="5181553" y="4152717"/>
                  <a:pt x="5197713" y="4150147"/>
                </a:cubicBezTo>
                <a:cubicBezTo>
                  <a:pt x="5213874" y="4147577"/>
                  <a:pt x="5226700" y="4144341"/>
                  <a:pt x="5236194" y="4140439"/>
                </a:cubicBezTo>
                <a:lnTo>
                  <a:pt x="5236194" y="4020103"/>
                </a:lnTo>
                <a:cubicBezTo>
                  <a:pt x="5232574" y="4021300"/>
                  <a:pt x="5227812" y="4022353"/>
                  <a:pt x="5221906" y="4023263"/>
                </a:cubicBezTo>
                <a:cubicBezTo>
                  <a:pt x="5216000" y="4024173"/>
                  <a:pt x="5210095" y="4024652"/>
                  <a:pt x="5204189" y="4024700"/>
                </a:cubicBezTo>
                <a:cubicBezTo>
                  <a:pt x="5189219" y="4025067"/>
                  <a:pt x="5177630" y="4021651"/>
                  <a:pt x="5169423" y="4014452"/>
                </a:cubicBezTo>
                <a:cubicBezTo>
                  <a:pt x="5161216" y="4007253"/>
                  <a:pt x="5157057" y="3994068"/>
                  <a:pt x="5156946" y="3974898"/>
                </a:cubicBezTo>
                <a:lnTo>
                  <a:pt x="5156946" y="3867633"/>
                </a:lnTo>
                <a:lnTo>
                  <a:pt x="5243814" y="3867633"/>
                </a:lnTo>
                <a:lnTo>
                  <a:pt x="5243814" y="3741998"/>
                </a:lnTo>
                <a:lnTo>
                  <a:pt x="5156946" y="3741998"/>
                </a:lnTo>
                <a:lnTo>
                  <a:pt x="5156946" y="3652082"/>
                </a:lnTo>
                <a:close/>
                <a:moveTo>
                  <a:pt x="3681428" y="3652082"/>
                </a:moveTo>
                <a:lnTo>
                  <a:pt x="3681428" y="3741998"/>
                </a:lnTo>
                <a:lnTo>
                  <a:pt x="3625802" y="3741998"/>
                </a:lnTo>
                <a:lnTo>
                  <a:pt x="3625802" y="3867633"/>
                </a:lnTo>
                <a:lnTo>
                  <a:pt x="3682190" y="3867633"/>
                </a:lnTo>
                <a:lnTo>
                  <a:pt x="3682190" y="4011675"/>
                </a:lnTo>
                <a:cubicBezTo>
                  <a:pt x="3682126" y="4059954"/>
                  <a:pt x="3695200" y="4095797"/>
                  <a:pt x="3721411" y="4119203"/>
                </a:cubicBezTo>
                <a:cubicBezTo>
                  <a:pt x="3747621" y="4142610"/>
                  <a:pt x="3787350" y="4154257"/>
                  <a:pt x="3840596" y="4154144"/>
                </a:cubicBezTo>
                <a:cubicBezTo>
                  <a:pt x="3859231" y="4154049"/>
                  <a:pt x="3876628" y="4152717"/>
                  <a:pt x="3892788" y="4150147"/>
                </a:cubicBezTo>
                <a:cubicBezTo>
                  <a:pt x="3908948" y="4147577"/>
                  <a:pt x="3921775" y="4144341"/>
                  <a:pt x="3931269" y="4140439"/>
                </a:cubicBezTo>
                <a:lnTo>
                  <a:pt x="3931269" y="4020103"/>
                </a:lnTo>
                <a:cubicBezTo>
                  <a:pt x="3927649" y="4021300"/>
                  <a:pt x="3922887" y="4022353"/>
                  <a:pt x="3916981" y="4023263"/>
                </a:cubicBezTo>
                <a:cubicBezTo>
                  <a:pt x="3911075" y="4024173"/>
                  <a:pt x="3905170" y="4024652"/>
                  <a:pt x="3899264" y="4024700"/>
                </a:cubicBezTo>
                <a:cubicBezTo>
                  <a:pt x="3884294" y="4025067"/>
                  <a:pt x="3872706" y="4021651"/>
                  <a:pt x="3864498" y="4014452"/>
                </a:cubicBezTo>
                <a:cubicBezTo>
                  <a:pt x="3856291" y="4007253"/>
                  <a:pt x="3852132" y="3994068"/>
                  <a:pt x="3852021" y="3974898"/>
                </a:cubicBezTo>
                <a:lnTo>
                  <a:pt x="3852021" y="3867633"/>
                </a:lnTo>
                <a:lnTo>
                  <a:pt x="3938889" y="3867633"/>
                </a:lnTo>
                <a:lnTo>
                  <a:pt x="3938889" y="3741998"/>
                </a:lnTo>
                <a:lnTo>
                  <a:pt x="3852021" y="3741998"/>
                </a:lnTo>
                <a:lnTo>
                  <a:pt x="3852021" y="3652082"/>
                </a:lnTo>
                <a:close/>
                <a:moveTo>
                  <a:pt x="3357578" y="3652082"/>
                </a:moveTo>
                <a:lnTo>
                  <a:pt x="3357578" y="3741998"/>
                </a:lnTo>
                <a:lnTo>
                  <a:pt x="3301952" y="3741998"/>
                </a:lnTo>
                <a:lnTo>
                  <a:pt x="3301952" y="3867633"/>
                </a:lnTo>
                <a:lnTo>
                  <a:pt x="3358340" y="3867633"/>
                </a:lnTo>
                <a:lnTo>
                  <a:pt x="3358340" y="4011675"/>
                </a:lnTo>
                <a:cubicBezTo>
                  <a:pt x="3358277" y="4059954"/>
                  <a:pt x="3371350" y="4095797"/>
                  <a:pt x="3397561" y="4119203"/>
                </a:cubicBezTo>
                <a:cubicBezTo>
                  <a:pt x="3423771" y="4142610"/>
                  <a:pt x="3463500" y="4154257"/>
                  <a:pt x="3516746" y="4154144"/>
                </a:cubicBezTo>
                <a:cubicBezTo>
                  <a:pt x="3535381" y="4154049"/>
                  <a:pt x="3552778" y="4152717"/>
                  <a:pt x="3568938" y="4150147"/>
                </a:cubicBezTo>
                <a:cubicBezTo>
                  <a:pt x="3585099" y="4147577"/>
                  <a:pt x="3597925" y="4144341"/>
                  <a:pt x="3607419" y="4140439"/>
                </a:cubicBezTo>
                <a:lnTo>
                  <a:pt x="3607419" y="4020103"/>
                </a:lnTo>
                <a:cubicBezTo>
                  <a:pt x="3603799" y="4021300"/>
                  <a:pt x="3599037" y="4022353"/>
                  <a:pt x="3593131" y="4023263"/>
                </a:cubicBezTo>
                <a:cubicBezTo>
                  <a:pt x="3587225" y="4024173"/>
                  <a:pt x="3581320" y="4024652"/>
                  <a:pt x="3575414" y="4024700"/>
                </a:cubicBezTo>
                <a:cubicBezTo>
                  <a:pt x="3560445" y="4025067"/>
                  <a:pt x="3548856" y="4021651"/>
                  <a:pt x="3540648" y="4014452"/>
                </a:cubicBezTo>
                <a:cubicBezTo>
                  <a:pt x="3532441" y="4007253"/>
                  <a:pt x="3528282" y="3994068"/>
                  <a:pt x="3528171" y="3974898"/>
                </a:cubicBezTo>
                <a:lnTo>
                  <a:pt x="3528171" y="3867633"/>
                </a:lnTo>
                <a:lnTo>
                  <a:pt x="3615039" y="3867633"/>
                </a:lnTo>
                <a:lnTo>
                  <a:pt x="3615039" y="3741998"/>
                </a:lnTo>
                <a:lnTo>
                  <a:pt x="3528171" y="3741998"/>
                </a:lnTo>
                <a:lnTo>
                  <a:pt x="3528171" y="3652082"/>
                </a:lnTo>
                <a:close/>
                <a:moveTo>
                  <a:pt x="5384831" y="3537020"/>
                </a:moveTo>
                <a:cubicBezTo>
                  <a:pt x="5359000" y="3537716"/>
                  <a:pt x="5337357" y="3546573"/>
                  <a:pt x="5319904" y="3563591"/>
                </a:cubicBezTo>
                <a:cubicBezTo>
                  <a:pt x="5302451" y="3580610"/>
                  <a:pt x="5293375" y="3601614"/>
                  <a:pt x="5292677" y="3626603"/>
                </a:cubicBezTo>
                <a:cubicBezTo>
                  <a:pt x="5293375" y="3652225"/>
                  <a:pt x="5302451" y="3673292"/>
                  <a:pt x="5319904" y="3689805"/>
                </a:cubicBezTo>
                <a:cubicBezTo>
                  <a:pt x="5337357" y="3706317"/>
                  <a:pt x="5359000" y="3714857"/>
                  <a:pt x="5384831" y="3715427"/>
                </a:cubicBezTo>
                <a:cubicBezTo>
                  <a:pt x="5409567" y="3714857"/>
                  <a:pt x="5430543" y="3706317"/>
                  <a:pt x="5447758" y="3689805"/>
                </a:cubicBezTo>
                <a:cubicBezTo>
                  <a:pt x="5464973" y="3673292"/>
                  <a:pt x="5473954" y="3652225"/>
                  <a:pt x="5474700" y="3626603"/>
                </a:cubicBezTo>
                <a:cubicBezTo>
                  <a:pt x="5473954" y="3601614"/>
                  <a:pt x="5464973" y="3580610"/>
                  <a:pt x="5447758" y="3563591"/>
                </a:cubicBezTo>
                <a:cubicBezTo>
                  <a:pt x="5430543" y="3546573"/>
                  <a:pt x="5409567" y="3537716"/>
                  <a:pt x="5384831" y="3537020"/>
                </a:cubicBezTo>
                <a:close/>
                <a:moveTo>
                  <a:pt x="2146755" y="3062961"/>
                </a:moveTo>
                <a:lnTo>
                  <a:pt x="2156663" y="3062961"/>
                </a:lnTo>
                <a:lnTo>
                  <a:pt x="2156663" y="3076695"/>
                </a:lnTo>
                <a:cubicBezTo>
                  <a:pt x="2156440" y="3093768"/>
                  <a:pt x="2151357" y="3107502"/>
                  <a:pt x="2141411" y="3117898"/>
                </a:cubicBezTo>
                <a:cubicBezTo>
                  <a:pt x="2131466" y="3128295"/>
                  <a:pt x="2117991" y="3133636"/>
                  <a:pt x="2100987" y="3133922"/>
                </a:cubicBezTo>
                <a:cubicBezTo>
                  <a:pt x="2091961" y="3134001"/>
                  <a:pt x="2083125" y="3131553"/>
                  <a:pt x="2074480" y="3126578"/>
                </a:cubicBezTo>
                <a:cubicBezTo>
                  <a:pt x="2065835" y="3121602"/>
                  <a:pt x="2061194" y="3113622"/>
                  <a:pt x="2060559" y="3102638"/>
                </a:cubicBezTo>
                <a:cubicBezTo>
                  <a:pt x="2060908" y="3087632"/>
                  <a:pt x="2068791" y="3077204"/>
                  <a:pt x="2084206" y="3071354"/>
                </a:cubicBezTo>
                <a:cubicBezTo>
                  <a:pt x="2099621" y="3065504"/>
                  <a:pt x="2120471" y="3062706"/>
                  <a:pt x="2146755" y="3062961"/>
                </a:cubicBezTo>
                <a:close/>
                <a:moveTo>
                  <a:pt x="5821076" y="2960853"/>
                </a:moveTo>
                <a:cubicBezTo>
                  <a:pt x="5840521" y="2961424"/>
                  <a:pt x="5856344" y="2968097"/>
                  <a:pt x="5868545" y="2980869"/>
                </a:cubicBezTo>
                <a:cubicBezTo>
                  <a:pt x="5880746" y="2993641"/>
                  <a:pt x="5887037" y="3009083"/>
                  <a:pt x="5887418" y="3027193"/>
                </a:cubicBezTo>
                <a:cubicBezTo>
                  <a:pt x="5887069" y="3046368"/>
                  <a:pt x="5880904" y="3062350"/>
                  <a:pt x="5868927" y="3075138"/>
                </a:cubicBezTo>
                <a:cubicBezTo>
                  <a:pt x="5856948" y="3087927"/>
                  <a:pt x="5841252" y="3094567"/>
                  <a:pt x="5821839" y="3095060"/>
                </a:cubicBezTo>
                <a:cubicBezTo>
                  <a:pt x="5802425" y="3094567"/>
                  <a:pt x="5786729" y="3087927"/>
                  <a:pt x="5774750" y="3075138"/>
                </a:cubicBezTo>
                <a:cubicBezTo>
                  <a:pt x="5762772" y="3062350"/>
                  <a:pt x="5756608" y="3046368"/>
                  <a:pt x="5756259" y="3027193"/>
                </a:cubicBezTo>
                <a:cubicBezTo>
                  <a:pt x="5756577" y="3009083"/>
                  <a:pt x="5762613" y="2993641"/>
                  <a:pt x="5774370" y="2980869"/>
                </a:cubicBezTo>
                <a:cubicBezTo>
                  <a:pt x="5786125" y="2968097"/>
                  <a:pt x="5801694" y="2961424"/>
                  <a:pt x="5821076" y="2960853"/>
                </a:cubicBezTo>
                <a:close/>
                <a:moveTo>
                  <a:pt x="4297076" y="2960853"/>
                </a:moveTo>
                <a:cubicBezTo>
                  <a:pt x="4316521" y="2961424"/>
                  <a:pt x="4332344" y="2968097"/>
                  <a:pt x="4344545" y="2980869"/>
                </a:cubicBezTo>
                <a:cubicBezTo>
                  <a:pt x="4356746" y="2993641"/>
                  <a:pt x="4363037" y="3009083"/>
                  <a:pt x="4363418" y="3027193"/>
                </a:cubicBezTo>
                <a:cubicBezTo>
                  <a:pt x="4363069" y="3046368"/>
                  <a:pt x="4356904" y="3062350"/>
                  <a:pt x="4344926" y="3075138"/>
                </a:cubicBezTo>
                <a:cubicBezTo>
                  <a:pt x="4332948" y="3087927"/>
                  <a:pt x="4317252" y="3094567"/>
                  <a:pt x="4297839" y="3095060"/>
                </a:cubicBezTo>
                <a:cubicBezTo>
                  <a:pt x="4278425" y="3094567"/>
                  <a:pt x="4262729" y="3087927"/>
                  <a:pt x="4250750" y="3075138"/>
                </a:cubicBezTo>
                <a:cubicBezTo>
                  <a:pt x="4238772" y="3062350"/>
                  <a:pt x="4232608" y="3046368"/>
                  <a:pt x="4232259" y="3027193"/>
                </a:cubicBezTo>
                <a:cubicBezTo>
                  <a:pt x="4232577" y="3009083"/>
                  <a:pt x="4238613" y="2993641"/>
                  <a:pt x="4250370" y="2980869"/>
                </a:cubicBezTo>
                <a:cubicBezTo>
                  <a:pt x="4262126" y="2968097"/>
                  <a:pt x="4277694" y="2961424"/>
                  <a:pt x="4297076" y="2960853"/>
                </a:cubicBezTo>
                <a:close/>
                <a:moveTo>
                  <a:pt x="4584017" y="2827598"/>
                </a:moveTo>
                <a:lnTo>
                  <a:pt x="4584017" y="3072135"/>
                </a:lnTo>
                <a:cubicBezTo>
                  <a:pt x="4583697" y="3099098"/>
                  <a:pt x="4587722" y="3125297"/>
                  <a:pt x="4596090" y="3150734"/>
                </a:cubicBezTo>
                <a:cubicBezTo>
                  <a:pt x="4604458" y="3176169"/>
                  <a:pt x="4619088" y="3197212"/>
                  <a:pt x="4639980" y="3213863"/>
                </a:cubicBezTo>
                <a:cubicBezTo>
                  <a:pt x="4660872" y="3230512"/>
                  <a:pt x="4689944" y="3239140"/>
                  <a:pt x="4727196" y="3239745"/>
                </a:cubicBezTo>
                <a:cubicBezTo>
                  <a:pt x="4753060" y="3239315"/>
                  <a:pt x="4776026" y="3233877"/>
                  <a:pt x="4796093" y="3223430"/>
                </a:cubicBezTo>
                <a:cubicBezTo>
                  <a:pt x="4816161" y="3212984"/>
                  <a:pt x="4831321" y="3200104"/>
                  <a:pt x="4841571" y="3184792"/>
                </a:cubicBezTo>
                <a:lnTo>
                  <a:pt x="4843094" y="3184792"/>
                </a:lnTo>
                <a:lnTo>
                  <a:pt x="4843094" y="3229077"/>
                </a:lnTo>
                <a:lnTo>
                  <a:pt x="5014451" y="3229077"/>
                </a:lnTo>
                <a:lnTo>
                  <a:pt x="5014451" y="2827598"/>
                </a:lnTo>
                <a:lnTo>
                  <a:pt x="4838525" y="2827598"/>
                </a:lnTo>
                <a:lnTo>
                  <a:pt x="4838525" y="3040039"/>
                </a:lnTo>
                <a:cubicBezTo>
                  <a:pt x="4838302" y="3057711"/>
                  <a:pt x="4834551" y="3071275"/>
                  <a:pt x="4827272" y="3080731"/>
                </a:cubicBezTo>
                <a:cubicBezTo>
                  <a:pt x="4819992" y="3090188"/>
                  <a:pt x="4810519" y="3094964"/>
                  <a:pt x="4798852" y="3095060"/>
                </a:cubicBezTo>
                <a:cubicBezTo>
                  <a:pt x="4786248" y="3095299"/>
                  <a:pt x="4776743" y="3091191"/>
                  <a:pt x="4770338" y="3082738"/>
                </a:cubicBezTo>
                <a:cubicBezTo>
                  <a:pt x="4763932" y="3074284"/>
                  <a:pt x="4760722" y="3060051"/>
                  <a:pt x="4760706" y="3040039"/>
                </a:cubicBezTo>
                <a:lnTo>
                  <a:pt x="4760706" y="2827598"/>
                </a:lnTo>
                <a:close/>
                <a:moveTo>
                  <a:pt x="3553031" y="2827598"/>
                </a:moveTo>
                <a:lnTo>
                  <a:pt x="3715304" y="3213844"/>
                </a:lnTo>
                <a:lnTo>
                  <a:pt x="3712257" y="3222240"/>
                </a:lnTo>
                <a:cubicBezTo>
                  <a:pt x="3708019" y="3234676"/>
                  <a:pt x="3701068" y="3244727"/>
                  <a:pt x="3691402" y="3252392"/>
                </a:cubicBezTo>
                <a:cubicBezTo>
                  <a:pt x="3681736" y="3260057"/>
                  <a:pt x="3667356" y="3264001"/>
                  <a:pt x="3648262" y="3264224"/>
                </a:cubicBezTo>
                <a:cubicBezTo>
                  <a:pt x="3640342" y="3264129"/>
                  <a:pt x="3631803" y="3263174"/>
                  <a:pt x="3622645" y="3261361"/>
                </a:cubicBezTo>
                <a:cubicBezTo>
                  <a:pt x="3613487" y="3259548"/>
                  <a:pt x="3605519" y="3257449"/>
                  <a:pt x="3598742" y="3255064"/>
                </a:cubicBezTo>
                <a:lnTo>
                  <a:pt x="3576648" y="3399772"/>
                </a:lnTo>
                <a:cubicBezTo>
                  <a:pt x="3587520" y="3402612"/>
                  <a:pt x="3602154" y="3405309"/>
                  <a:pt x="3620550" y="3407864"/>
                </a:cubicBezTo>
                <a:cubicBezTo>
                  <a:pt x="3638945" y="3410418"/>
                  <a:pt x="3657579" y="3411782"/>
                  <a:pt x="3676450" y="3411957"/>
                </a:cubicBezTo>
                <a:cubicBezTo>
                  <a:pt x="3734446" y="3411592"/>
                  <a:pt x="3779395" y="3397662"/>
                  <a:pt x="3811297" y="3370165"/>
                </a:cubicBezTo>
                <a:cubicBezTo>
                  <a:pt x="3843200" y="3342669"/>
                  <a:pt x="3868341" y="3303793"/>
                  <a:pt x="3886720" y="3253537"/>
                </a:cubicBezTo>
                <a:lnTo>
                  <a:pt x="4051283" y="2827598"/>
                </a:lnTo>
                <a:lnTo>
                  <a:pt x="3863103" y="2827598"/>
                </a:lnTo>
                <a:lnTo>
                  <a:pt x="3810536" y="3039039"/>
                </a:lnTo>
                <a:lnTo>
                  <a:pt x="3807488" y="3039039"/>
                </a:lnTo>
                <a:lnTo>
                  <a:pt x="3748064" y="2827598"/>
                </a:lnTo>
                <a:close/>
                <a:moveTo>
                  <a:pt x="6383003" y="2817692"/>
                </a:moveTo>
                <a:cubicBezTo>
                  <a:pt x="6360001" y="2818041"/>
                  <a:pt x="6340093" y="2823437"/>
                  <a:pt x="6323282" y="2833880"/>
                </a:cubicBezTo>
                <a:cubicBezTo>
                  <a:pt x="6306471" y="2844323"/>
                  <a:pt x="6293614" y="2857718"/>
                  <a:pt x="6284710" y="2874066"/>
                </a:cubicBezTo>
                <a:lnTo>
                  <a:pt x="6283186" y="2874066"/>
                </a:lnTo>
                <a:lnTo>
                  <a:pt x="6283186" y="2827598"/>
                </a:lnTo>
                <a:lnTo>
                  <a:pt x="6114113" y="2827598"/>
                </a:lnTo>
                <a:lnTo>
                  <a:pt x="6114113" y="3229077"/>
                </a:lnTo>
                <a:lnTo>
                  <a:pt x="6290040" y="3229077"/>
                </a:lnTo>
                <a:lnTo>
                  <a:pt x="6290040" y="3034203"/>
                </a:lnTo>
                <a:cubicBezTo>
                  <a:pt x="6290325" y="3014621"/>
                  <a:pt x="6297184" y="2998381"/>
                  <a:pt x="6310614" y="2985485"/>
                </a:cubicBezTo>
                <a:cubicBezTo>
                  <a:pt x="6324044" y="2972589"/>
                  <a:pt x="6342332" y="2965902"/>
                  <a:pt x="6365478" y="2965425"/>
                </a:cubicBezTo>
                <a:cubicBezTo>
                  <a:pt x="6371367" y="2965425"/>
                  <a:pt x="6377686" y="2965807"/>
                  <a:pt x="6384432" y="2966571"/>
                </a:cubicBezTo>
                <a:cubicBezTo>
                  <a:pt x="6391179" y="2967335"/>
                  <a:pt x="6397307" y="2968481"/>
                  <a:pt x="6402816" y="2970010"/>
                </a:cubicBezTo>
                <a:lnTo>
                  <a:pt x="6416532" y="2821502"/>
                </a:lnTo>
                <a:cubicBezTo>
                  <a:pt x="6412610" y="2820342"/>
                  <a:pt x="6407689" y="2819422"/>
                  <a:pt x="6401768" y="2818739"/>
                </a:cubicBezTo>
                <a:cubicBezTo>
                  <a:pt x="6395846" y="2818057"/>
                  <a:pt x="6389592" y="2817708"/>
                  <a:pt x="6383003" y="2817692"/>
                </a:cubicBezTo>
                <a:close/>
                <a:moveTo>
                  <a:pt x="2667569" y="2817692"/>
                </a:moveTo>
                <a:cubicBezTo>
                  <a:pt x="2641705" y="2818120"/>
                  <a:pt x="2618739" y="2823548"/>
                  <a:pt x="2598671" y="2833975"/>
                </a:cubicBezTo>
                <a:cubicBezTo>
                  <a:pt x="2578603" y="2844402"/>
                  <a:pt x="2563444" y="2857258"/>
                  <a:pt x="2553195" y="2872542"/>
                </a:cubicBezTo>
                <a:lnTo>
                  <a:pt x="2551671" y="2872542"/>
                </a:lnTo>
                <a:lnTo>
                  <a:pt x="2551671" y="2827598"/>
                </a:lnTo>
                <a:lnTo>
                  <a:pt x="2380313" y="2827598"/>
                </a:lnTo>
                <a:lnTo>
                  <a:pt x="2380313" y="3229077"/>
                </a:lnTo>
                <a:lnTo>
                  <a:pt x="2556239" y="3229077"/>
                </a:lnTo>
                <a:lnTo>
                  <a:pt x="2556239" y="3015111"/>
                </a:lnTo>
                <a:cubicBezTo>
                  <a:pt x="2556462" y="2997440"/>
                  <a:pt x="2560213" y="2983876"/>
                  <a:pt x="2567493" y="2974419"/>
                </a:cubicBezTo>
                <a:cubicBezTo>
                  <a:pt x="2574772" y="2964962"/>
                  <a:pt x="2584246" y="2960186"/>
                  <a:pt x="2595912" y="2960091"/>
                </a:cubicBezTo>
                <a:cubicBezTo>
                  <a:pt x="2608516" y="2959852"/>
                  <a:pt x="2618021" y="2963959"/>
                  <a:pt x="2624427" y="2972413"/>
                </a:cubicBezTo>
                <a:cubicBezTo>
                  <a:pt x="2630832" y="2980867"/>
                  <a:pt x="2634043" y="2995099"/>
                  <a:pt x="2634059" y="3015111"/>
                </a:cubicBezTo>
                <a:lnTo>
                  <a:pt x="2634059" y="3229077"/>
                </a:lnTo>
                <a:lnTo>
                  <a:pt x="2810748" y="3229077"/>
                </a:lnTo>
                <a:lnTo>
                  <a:pt x="2810748" y="2984544"/>
                </a:lnTo>
                <a:cubicBezTo>
                  <a:pt x="2811067" y="2957777"/>
                  <a:pt x="2807043" y="2931731"/>
                  <a:pt x="2798675" y="2906405"/>
                </a:cubicBezTo>
                <a:cubicBezTo>
                  <a:pt x="2790307" y="2881080"/>
                  <a:pt x="2775677" y="2860115"/>
                  <a:pt x="2754785" y="2843509"/>
                </a:cubicBezTo>
                <a:cubicBezTo>
                  <a:pt x="2733893" y="2826904"/>
                  <a:pt x="2704821" y="2818298"/>
                  <a:pt x="2667569" y="2817692"/>
                </a:cubicBezTo>
                <a:close/>
                <a:moveTo>
                  <a:pt x="5821076" y="2813120"/>
                </a:moveTo>
                <a:cubicBezTo>
                  <a:pt x="5780356" y="2813223"/>
                  <a:pt x="5742833" y="2821563"/>
                  <a:pt x="5708503" y="2838140"/>
                </a:cubicBezTo>
                <a:cubicBezTo>
                  <a:pt x="5674174" y="2854717"/>
                  <a:pt x="5646534" y="2878915"/>
                  <a:pt x="5625585" y="2910732"/>
                </a:cubicBezTo>
                <a:cubicBezTo>
                  <a:pt x="5604634" y="2942550"/>
                  <a:pt x="5593868" y="2981370"/>
                  <a:pt x="5593286" y="3027193"/>
                </a:cubicBezTo>
                <a:cubicBezTo>
                  <a:pt x="5593868" y="3073535"/>
                  <a:pt x="5604634" y="3112845"/>
                  <a:pt x="5625585" y="3145123"/>
                </a:cubicBezTo>
                <a:cubicBezTo>
                  <a:pt x="5646534" y="3177402"/>
                  <a:pt x="5674174" y="3201976"/>
                  <a:pt x="5708503" y="3218845"/>
                </a:cubicBezTo>
                <a:cubicBezTo>
                  <a:pt x="5742833" y="3235714"/>
                  <a:pt x="5780356" y="3244204"/>
                  <a:pt x="5821076" y="3244317"/>
                </a:cubicBezTo>
                <a:cubicBezTo>
                  <a:pt x="5862054" y="3244204"/>
                  <a:pt x="5899824" y="3235714"/>
                  <a:pt x="5934383" y="3218845"/>
                </a:cubicBezTo>
                <a:cubicBezTo>
                  <a:pt x="5968943" y="3201976"/>
                  <a:pt x="5996771" y="3177402"/>
                  <a:pt x="6017866" y="3145123"/>
                </a:cubicBezTo>
                <a:cubicBezTo>
                  <a:pt x="6038962" y="3112845"/>
                  <a:pt x="6049803" y="3073535"/>
                  <a:pt x="6050391" y="3027193"/>
                </a:cubicBezTo>
                <a:cubicBezTo>
                  <a:pt x="6049803" y="2981370"/>
                  <a:pt x="6038962" y="2942550"/>
                  <a:pt x="6017866" y="2910732"/>
                </a:cubicBezTo>
                <a:cubicBezTo>
                  <a:pt x="5996771" y="2878915"/>
                  <a:pt x="5968943" y="2854717"/>
                  <a:pt x="5934383" y="2838140"/>
                </a:cubicBezTo>
                <a:cubicBezTo>
                  <a:pt x="5899824" y="2821563"/>
                  <a:pt x="5862054" y="2813223"/>
                  <a:pt x="5821076" y="2813120"/>
                </a:cubicBezTo>
                <a:close/>
                <a:moveTo>
                  <a:pt x="4297076" y="2813120"/>
                </a:moveTo>
                <a:cubicBezTo>
                  <a:pt x="4256357" y="2813223"/>
                  <a:pt x="4218833" y="2821563"/>
                  <a:pt x="4184503" y="2838140"/>
                </a:cubicBezTo>
                <a:cubicBezTo>
                  <a:pt x="4150174" y="2854717"/>
                  <a:pt x="4122535" y="2878915"/>
                  <a:pt x="4101584" y="2910732"/>
                </a:cubicBezTo>
                <a:cubicBezTo>
                  <a:pt x="4080634" y="2942550"/>
                  <a:pt x="4069868" y="2981370"/>
                  <a:pt x="4069286" y="3027193"/>
                </a:cubicBezTo>
                <a:cubicBezTo>
                  <a:pt x="4069868" y="3073535"/>
                  <a:pt x="4080634" y="3112845"/>
                  <a:pt x="4101584" y="3145123"/>
                </a:cubicBezTo>
                <a:cubicBezTo>
                  <a:pt x="4122535" y="3177402"/>
                  <a:pt x="4150174" y="3201976"/>
                  <a:pt x="4184503" y="3218845"/>
                </a:cubicBezTo>
                <a:cubicBezTo>
                  <a:pt x="4218833" y="3235714"/>
                  <a:pt x="4256357" y="3244204"/>
                  <a:pt x="4297076" y="3244317"/>
                </a:cubicBezTo>
                <a:cubicBezTo>
                  <a:pt x="4338055" y="3244204"/>
                  <a:pt x="4375824" y="3235714"/>
                  <a:pt x="4410383" y="3218845"/>
                </a:cubicBezTo>
                <a:cubicBezTo>
                  <a:pt x="4444943" y="3201976"/>
                  <a:pt x="4472771" y="3177402"/>
                  <a:pt x="4493866" y="3145123"/>
                </a:cubicBezTo>
                <a:cubicBezTo>
                  <a:pt x="4514962" y="3112845"/>
                  <a:pt x="4525803" y="3073535"/>
                  <a:pt x="4526391" y="3027193"/>
                </a:cubicBezTo>
                <a:cubicBezTo>
                  <a:pt x="4525803" y="2981370"/>
                  <a:pt x="4514962" y="2942550"/>
                  <a:pt x="4493866" y="2910732"/>
                </a:cubicBezTo>
                <a:cubicBezTo>
                  <a:pt x="4472771" y="2878915"/>
                  <a:pt x="4444943" y="2854717"/>
                  <a:pt x="4410383" y="2838140"/>
                </a:cubicBezTo>
                <a:cubicBezTo>
                  <a:pt x="4375824" y="2821563"/>
                  <a:pt x="4338055" y="2813223"/>
                  <a:pt x="4297076" y="2813120"/>
                </a:cubicBezTo>
                <a:close/>
                <a:moveTo>
                  <a:pt x="2117769" y="2813120"/>
                </a:moveTo>
                <a:cubicBezTo>
                  <a:pt x="2081805" y="2813263"/>
                  <a:pt x="2047191" y="2819640"/>
                  <a:pt x="2013928" y="2832251"/>
                </a:cubicBezTo>
                <a:cubicBezTo>
                  <a:pt x="1980665" y="2844862"/>
                  <a:pt x="1951787" y="2862851"/>
                  <a:pt x="1927294" y="2886217"/>
                </a:cubicBezTo>
                <a:lnTo>
                  <a:pt x="2014868" y="2973132"/>
                </a:lnTo>
                <a:cubicBezTo>
                  <a:pt x="2026052" y="2963678"/>
                  <a:pt x="2038907" y="2955657"/>
                  <a:pt x="2053432" y="2949068"/>
                </a:cubicBezTo>
                <a:cubicBezTo>
                  <a:pt x="2067958" y="2942479"/>
                  <a:pt x="2083301" y="2939041"/>
                  <a:pt x="2099462" y="2938755"/>
                </a:cubicBezTo>
                <a:cubicBezTo>
                  <a:pt x="2113383" y="2938723"/>
                  <a:pt x="2124443" y="2941651"/>
                  <a:pt x="2132644" y="2947540"/>
                </a:cubicBezTo>
                <a:cubicBezTo>
                  <a:pt x="2140843" y="2953429"/>
                  <a:pt x="2145039" y="2962469"/>
                  <a:pt x="2145230" y="2974660"/>
                </a:cubicBezTo>
                <a:lnTo>
                  <a:pt x="2145230" y="2976188"/>
                </a:lnTo>
                <a:cubicBezTo>
                  <a:pt x="2108983" y="2975778"/>
                  <a:pt x="2073130" y="2979135"/>
                  <a:pt x="2037671" y="2986256"/>
                </a:cubicBezTo>
                <a:cubicBezTo>
                  <a:pt x="2002212" y="2993378"/>
                  <a:pt x="1972642" y="3006723"/>
                  <a:pt x="1948960" y="3026290"/>
                </a:cubicBezTo>
                <a:cubicBezTo>
                  <a:pt x="1925278" y="3045858"/>
                  <a:pt x="1912980" y="3074105"/>
                  <a:pt x="1912064" y="3111031"/>
                </a:cubicBezTo>
                <a:cubicBezTo>
                  <a:pt x="1912628" y="3142586"/>
                  <a:pt x="1920046" y="3167811"/>
                  <a:pt x="1934317" y="3186706"/>
                </a:cubicBezTo>
                <a:cubicBezTo>
                  <a:pt x="1948588" y="3205601"/>
                  <a:pt x="1966329" y="3219208"/>
                  <a:pt x="1987538" y="3227527"/>
                </a:cubicBezTo>
                <a:cubicBezTo>
                  <a:pt x="2008748" y="3235846"/>
                  <a:pt x="2030042" y="3239918"/>
                  <a:pt x="2051421" y="3239745"/>
                </a:cubicBezTo>
                <a:cubicBezTo>
                  <a:pt x="2069625" y="3239872"/>
                  <a:pt x="2087928" y="3236570"/>
                  <a:pt x="2106329" y="3229839"/>
                </a:cubicBezTo>
                <a:cubicBezTo>
                  <a:pt x="2124730" y="3223108"/>
                  <a:pt x="2139222" y="3212186"/>
                  <a:pt x="2149807" y="3197073"/>
                </a:cubicBezTo>
                <a:lnTo>
                  <a:pt x="2151332" y="3197073"/>
                </a:lnTo>
                <a:lnTo>
                  <a:pt x="2151332" y="3229077"/>
                </a:lnTo>
                <a:lnTo>
                  <a:pt x="2310495" y="3229077"/>
                </a:lnTo>
                <a:lnTo>
                  <a:pt x="2310495" y="3018052"/>
                </a:lnTo>
                <a:cubicBezTo>
                  <a:pt x="2310937" y="2980011"/>
                  <a:pt x="2305568" y="2945590"/>
                  <a:pt x="2294387" y="2914788"/>
                </a:cubicBezTo>
                <a:cubicBezTo>
                  <a:pt x="2283207" y="2883987"/>
                  <a:pt x="2263562" y="2859452"/>
                  <a:pt x="2235452" y="2841184"/>
                </a:cubicBezTo>
                <a:cubicBezTo>
                  <a:pt x="2207343" y="2822916"/>
                  <a:pt x="2168115" y="2813561"/>
                  <a:pt x="2117769" y="2813120"/>
                </a:cubicBezTo>
                <a:close/>
                <a:moveTo>
                  <a:pt x="935561" y="2689676"/>
                </a:moveTo>
                <a:lnTo>
                  <a:pt x="935561" y="2842743"/>
                </a:lnTo>
                <a:lnTo>
                  <a:pt x="1068149" y="2842743"/>
                </a:lnTo>
                <a:lnTo>
                  <a:pt x="1068149" y="3229077"/>
                </a:lnTo>
                <a:lnTo>
                  <a:pt x="1249410" y="3229077"/>
                </a:lnTo>
                <a:lnTo>
                  <a:pt x="1249410" y="2842743"/>
                </a:lnTo>
                <a:lnTo>
                  <a:pt x="1381998" y="2842743"/>
                </a:lnTo>
                <a:lnTo>
                  <a:pt x="1381998" y="2689676"/>
                </a:lnTo>
                <a:close/>
                <a:moveTo>
                  <a:pt x="1427813" y="2653100"/>
                </a:moveTo>
                <a:lnTo>
                  <a:pt x="1427813" y="3229077"/>
                </a:lnTo>
                <a:lnTo>
                  <a:pt x="1603740" y="3229077"/>
                </a:lnTo>
                <a:lnTo>
                  <a:pt x="1603740" y="3016527"/>
                </a:lnTo>
                <a:cubicBezTo>
                  <a:pt x="1604105" y="2997212"/>
                  <a:pt x="1608142" y="2983086"/>
                  <a:pt x="1615851" y="2974151"/>
                </a:cubicBezTo>
                <a:cubicBezTo>
                  <a:pt x="1623560" y="2965215"/>
                  <a:pt x="1632747" y="2960803"/>
                  <a:pt x="1643412" y="2960914"/>
                </a:cubicBezTo>
                <a:cubicBezTo>
                  <a:pt x="1656016" y="2960676"/>
                  <a:pt x="1665521" y="2964771"/>
                  <a:pt x="1671927" y="2973198"/>
                </a:cubicBezTo>
                <a:cubicBezTo>
                  <a:pt x="1678332" y="2981626"/>
                  <a:pt x="1681543" y="2995815"/>
                  <a:pt x="1681559" y="3015765"/>
                </a:cubicBezTo>
                <a:lnTo>
                  <a:pt x="1681559" y="3229077"/>
                </a:lnTo>
                <a:lnTo>
                  <a:pt x="1858248" y="3229077"/>
                </a:lnTo>
                <a:lnTo>
                  <a:pt x="1858248" y="2985292"/>
                </a:lnTo>
                <a:cubicBezTo>
                  <a:pt x="1858567" y="2958280"/>
                  <a:pt x="1854543" y="2932059"/>
                  <a:pt x="1846175" y="2906627"/>
                </a:cubicBezTo>
                <a:cubicBezTo>
                  <a:pt x="1837807" y="2881195"/>
                  <a:pt x="1823177" y="2860165"/>
                  <a:pt x="1802285" y="2843537"/>
                </a:cubicBezTo>
                <a:cubicBezTo>
                  <a:pt x="1781393" y="2826909"/>
                  <a:pt x="1752321" y="2818294"/>
                  <a:pt x="1715069" y="2817692"/>
                </a:cubicBezTo>
                <a:cubicBezTo>
                  <a:pt x="1689730" y="2818120"/>
                  <a:pt x="1667622" y="2823548"/>
                  <a:pt x="1648745" y="2833975"/>
                </a:cubicBezTo>
                <a:cubicBezTo>
                  <a:pt x="1629869" y="2844402"/>
                  <a:pt x="1615375" y="2857258"/>
                  <a:pt x="1605266" y="2872542"/>
                </a:cubicBezTo>
                <a:lnTo>
                  <a:pt x="1603740" y="2872542"/>
                </a:lnTo>
                <a:lnTo>
                  <a:pt x="1603740" y="2653100"/>
                </a:lnTo>
                <a:close/>
                <a:moveTo>
                  <a:pt x="2885138" y="2652338"/>
                </a:moveTo>
                <a:lnTo>
                  <a:pt x="2885138" y="3229077"/>
                </a:lnTo>
                <a:lnTo>
                  <a:pt x="3061064" y="3229077"/>
                </a:lnTo>
                <a:lnTo>
                  <a:pt x="3061064" y="3054288"/>
                </a:lnTo>
                <a:lnTo>
                  <a:pt x="3063351" y="3054288"/>
                </a:lnTo>
                <a:lnTo>
                  <a:pt x="3157077" y="3229077"/>
                </a:lnTo>
                <a:lnTo>
                  <a:pt x="3362055" y="3229077"/>
                </a:lnTo>
                <a:lnTo>
                  <a:pt x="3233277" y="3008492"/>
                </a:lnTo>
                <a:lnTo>
                  <a:pt x="3362817" y="2827598"/>
                </a:lnTo>
                <a:lnTo>
                  <a:pt x="3158601" y="2827598"/>
                </a:lnTo>
                <a:lnTo>
                  <a:pt x="3063351" y="2981015"/>
                </a:lnTo>
                <a:lnTo>
                  <a:pt x="3061064" y="2981015"/>
                </a:lnTo>
                <a:lnTo>
                  <a:pt x="3061064" y="2652338"/>
                </a:lnTo>
                <a:close/>
                <a:moveTo>
                  <a:pt x="5500989" y="2630240"/>
                </a:moveTo>
                <a:cubicBezTo>
                  <a:pt x="5452640" y="2630713"/>
                  <a:pt x="5414784" y="2639581"/>
                  <a:pt x="5387423" y="2656843"/>
                </a:cubicBezTo>
                <a:cubicBezTo>
                  <a:pt x="5360061" y="2674106"/>
                  <a:pt x="5340823" y="2696923"/>
                  <a:pt x="5329710" y="2725294"/>
                </a:cubicBezTo>
                <a:cubicBezTo>
                  <a:pt x="5318596" y="2753666"/>
                  <a:pt x="5313237" y="2784752"/>
                  <a:pt x="5313631" y="2818553"/>
                </a:cubicBezTo>
                <a:lnTo>
                  <a:pt x="5313631" y="2827598"/>
                </a:lnTo>
                <a:lnTo>
                  <a:pt x="5245052" y="2827598"/>
                </a:lnTo>
                <a:lnTo>
                  <a:pt x="5245052" y="2953233"/>
                </a:lnTo>
                <a:lnTo>
                  <a:pt x="5313631" y="2953233"/>
                </a:lnTo>
                <a:lnTo>
                  <a:pt x="5313631" y="3229077"/>
                </a:lnTo>
                <a:lnTo>
                  <a:pt x="5488796" y="3229077"/>
                </a:lnTo>
                <a:lnTo>
                  <a:pt x="5488796" y="2953233"/>
                </a:lnTo>
                <a:lnTo>
                  <a:pt x="5573378" y="2953233"/>
                </a:lnTo>
                <a:lnTo>
                  <a:pt x="5573378" y="2827598"/>
                </a:lnTo>
                <a:lnTo>
                  <a:pt x="5488796" y="2827598"/>
                </a:lnTo>
                <a:lnTo>
                  <a:pt x="5488796" y="2822321"/>
                </a:lnTo>
                <a:cubicBezTo>
                  <a:pt x="5488590" y="2806147"/>
                  <a:pt x="5492051" y="2792893"/>
                  <a:pt x="5499179" y="2782560"/>
                </a:cubicBezTo>
                <a:cubicBezTo>
                  <a:pt x="5506306" y="2772227"/>
                  <a:pt x="5518340" y="2766888"/>
                  <a:pt x="5535278" y="2766543"/>
                </a:cubicBezTo>
                <a:cubicBezTo>
                  <a:pt x="5541470" y="2766590"/>
                  <a:pt x="5547566" y="2767249"/>
                  <a:pt x="5553566" y="2768521"/>
                </a:cubicBezTo>
                <a:cubicBezTo>
                  <a:pt x="5559567" y="2769793"/>
                  <a:pt x="5564901" y="2771395"/>
                  <a:pt x="5569569" y="2773327"/>
                </a:cubicBezTo>
                <a:lnTo>
                  <a:pt x="5580998" y="2641662"/>
                </a:lnTo>
                <a:cubicBezTo>
                  <a:pt x="5569807" y="2637522"/>
                  <a:pt x="5556757" y="2634571"/>
                  <a:pt x="5541851" y="2632810"/>
                </a:cubicBezTo>
                <a:cubicBezTo>
                  <a:pt x="5526944" y="2631049"/>
                  <a:pt x="5513323" y="2630192"/>
                  <a:pt x="5500989" y="2630240"/>
                </a:cubicBezTo>
                <a:close/>
                <a:moveTo>
                  <a:pt x="0" y="0"/>
                </a:moveTo>
                <a:lnTo>
                  <a:pt x="7353049" y="0"/>
                </a:lnTo>
                <a:lnTo>
                  <a:pt x="735304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000" dirty="0">
              <a:latin typeface="AvenirNext LT Pro Heavy" panose="020B09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6654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158</Words>
  <Application>Microsoft Office PowerPoint</Application>
  <PresentationFormat>Grand écran</PresentationFormat>
  <Paragraphs>29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AvenirNext LT Pro Heavy</vt:lpstr>
      <vt:lpstr>Bahnschrift SemiBold</vt:lpstr>
      <vt:lpstr>Calibri</vt:lpstr>
      <vt:lpstr>Calibri Light</vt:lpstr>
      <vt:lpstr>Thème Office</vt:lpstr>
      <vt:lpstr>Présentation PowerPoint</vt:lpstr>
      <vt:lpstr>Importance of scale in forest ecology</vt:lpstr>
      <vt:lpstr>Forest planning scale </vt:lpstr>
      <vt:lpstr>Forest planning scale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Genie des procédé</dc:title>
  <dc:creator>Clémentine de MONTGOLFIER</dc:creator>
  <cp:lastModifiedBy>Clémentine de MONTGOLFIER</cp:lastModifiedBy>
  <cp:revision>13</cp:revision>
  <dcterms:created xsi:type="dcterms:W3CDTF">2025-05-27T08:44:39Z</dcterms:created>
  <dcterms:modified xsi:type="dcterms:W3CDTF">2025-06-25T07:22:51Z</dcterms:modified>
</cp:coreProperties>
</file>