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9" r:id="rId4"/>
    <p:sldId id="257" r:id="rId5"/>
    <p:sldId id="258" r:id="rId6"/>
    <p:sldId id="261" r:id="rId7"/>
    <p:sldId id="263" r:id="rId8"/>
    <p:sldId id="274" r:id="rId9"/>
    <p:sldId id="275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3" r:id="rId19"/>
    <p:sldId id="276" r:id="rId2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lémentine de MONTGOLFIER" initials="CdM" lastIdx="1" clrIdx="0">
    <p:extLst>
      <p:ext uri="{19B8F6BF-5375-455C-9EA6-DF929625EA0E}">
        <p15:presenceInfo xmlns:p15="http://schemas.microsoft.com/office/powerpoint/2012/main" userId="c2e8290dcf9772a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9" d="100"/>
          <a:sy n="69" d="100"/>
        </p:scale>
        <p:origin x="492" y="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1:11:09.04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46 555 4841 0 0,'-45'18'11851'0'0,"45"-18"-11768"0"0,4-12 987 0 0,11-8-394 0 0,43-27 1170 0 0,91-97 0 0 0,-89 76-1382 0 0,-4-3 0 0 0,80-128 0 0 0,-133 190-448 0 0,-1 6-8 0 0,2 12 72 0 0,1 6-35 0 0,-1-1 1 0 0,0 1-1 0 0,-1 0 0 0 0,-1 0 1 0 0,1 27-1 0 0,17 185 449 0 0,-15-188-454 0 0,4 30 6 0 0,-1-20 51 0 0,-2 1 0 0 0,-3 93 0 0 0,-4-130-44 0 0,-2-1-1 0 0,1 0 1 0 0,-2 0 0 0 0,0 0-1 0 0,-7 15 1 0 0,6-17-41 0 0,1 0-1 0 0,0 1 1 0 0,1 0-1 0 0,0 0 1 0 0,0-1-1 0 0,2 2 1 0 0,-2 11-1 0 0,2-5 6 0 0,0-15-11 0 0,1 0 1 0 0,0 0-1 0 0,0 0 0 0 0,0 0 0 0 0,0-1 0 0 0,0 1 0 0 0,0 0 1 0 0,1 0-1 0 0,0 0 0 0 0,-1-1 0 0 0,1 1 0 0 0,2 3 0 0 0,-2-4 9 0 0,0 0-1 0 0,0 1 1 0 0,0-1-1 0 0,0 0 1 0 0,0 0-1 0 0,-1 1 0 0 0,1-1 1 0 0,-1 1-1 0 0,1-1 1 0 0,-1 0-1 0 0,0 1 1 0 0,0-1-1 0 0,0 1 0 0 0,0-1 1 0 0,-1 5-1 0 0,0-5-7 0 0,0 1-1 0 0,-1-1 0 0 0,1 0 0 0 0,0 0 1 0 0,-1 0-1 0 0,0 0 0 0 0,1 0 0 0 0,-1 0 1 0 0,0-1-1 0 0,0 1 0 0 0,0 0 1 0 0,0-1-1 0 0,0 0 0 0 0,0 1 0 0 0,-1-1 1 0 0,-2 1-1 0 0,-6 4 7 0 0,0 0 0 0 0,0-1 0 0 0,-1-1 0 0 0,1 0 0 0 0,-1-1 0 0 0,0 0 0 0 0,-13 2 0 0 0,24-5 144 0 0,6-2-139 0 0,84-24 253 0 0,-51 13-64 0 0,2 1-1 0 0,-1 3 1 0 0,65-8-1 0 0,125-1 622 0 0,-217 18-1222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1:11:11.63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432 263 7434 0 0,'-18'0'9212'0'0,"4"0"-8314"0"0,-1 1-1 0 0,-17 3 1 0 0,23-2-611 0 0,-1-1 0 0 0,0 1 0 0 0,0-2 1 0 0,1 1-1 0 0,-1-1 0 0 0,0-1 0 0 0,0 0 1 0 0,1 0-1 0 0,-1-1 0 0 0,-10-3 0 0 0,16 3-241 0 0,1 0 0 0 0,0 0 0 0 0,0-1 0 0 0,0 1 0 0 0,0-1-1 0 0,0 0 1 0 0,0 0 0 0 0,1 0 0 0 0,-1 0 0 0 0,1 0 0 0 0,0-1 0 0 0,0 1 0 0 0,0-1-1 0 0,1 1 1 0 0,-1-1 0 0 0,1 0 0 0 0,0 0 0 0 0,0 0 0 0 0,-1-5 0 0 0,1 3-14 0 0,0 1 0 0 0,0 0 1 0 0,1-1-1 0 0,-1 1 1 0 0,1-1-1 0 0,1 1 0 0 0,-1-1 1 0 0,1 1-1 0 0,0 0 1 0 0,0-1-1 0 0,0 1 0 0 0,1 0 1 0 0,3-8-1 0 0,1 4 20 0 0,0 0 0 0 0,1 1 0 0 0,-1 0 0 0 0,2 0 0 0 0,-1 0 0 0 0,1 1 0 0 0,0 0 0 0 0,0 1 0 0 0,1 0 0 0 0,0 0 0 0 0,0 1-1 0 0,0 0 1 0 0,1 1 0 0 0,11-5 0 0 0,-15 7-37 0 0,-1 1-1 0 0,1-1 1 0 0,-1 1-1 0 0,1 0 0 0 0,-1 1 1 0 0,1-1-1 0 0,0 1 1 0 0,-1 0-1 0 0,1 1 0 0 0,0-1 1 0 0,-1 1-1 0 0,1 0 1 0 0,-1 1-1 0 0,1-1 1 0 0,-1 1-1 0 0,1 0 0 0 0,-1 0 1 0 0,0 1-1 0 0,0-1 1 0 0,0 1-1 0 0,0 1 1 0 0,-1-1-1 0 0,1 0 0 0 0,-1 1 1 0 0,0 0-1 0 0,0 0 1 0 0,6 9-1 0 0,-5-5 3 0 0,0 0-1 0 0,-1 0 1 0 0,0 1 0 0 0,0 0 0 0 0,-1-1-1 0 0,0 1 1 0 0,-1 0 0 0 0,0 0 0 0 0,-1 0-1 0 0,1 1 1 0 0,-2-1 0 0 0,1 0-1 0 0,-2 10 1 0 0,-1 11 44 0 0,-1-1-1 0 0,-12 52 1 0 0,0-23 4 0 0,-2-1 0 0 0,-3-1 0 0 0,-29 59 0 0 0,29-75-18 0 0,-2-2 1 0 0,-1 0-1 0 0,-2-2 0 0 0,-55 62 0 0 0,61-78-15 0 0,-2-1 1 0 0,0-1-1 0 0,0-1 0 0 0,-2-1 0 0 0,-25 14 1 0 0,44-28-25 0 0,1 0 0 0 0,-1-1 1 0 0,0 1-1 0 0,0-1 0 0 0,0 0 1 0 0,0 0-1 0 0,-1-1 0 0 0,1 1 1 0 0,0-1-1 0 0,-7 0 0 0 0,10 0-7 0 0,0 0 0 0 0,0 0 0 0 0,0 0 0 0 0,0 0-1 0 0,1-1 1 0 0,-1 1 0 0 0,0 0 0 0 0,0-1 0 0 0,0 1 0 0 0,0 0-1 0 0,0-1 1 0 0,1 1 0 0 0,-1-1 0 0 0,0 0 0 0 0,0 1 0 0 0,1-1 0 0 0,-1 0-1 0 0,0 1 1 0 0,1-1 0 0 0,-1-1 0 0 0,0 1-4 0 0,1 0 1 0 0,-1-1-1 0 0,1 1 1 0 0,0-1-1 0 0,0 1 1 0 0,0-1-1 0 0,-1 1 1 0 0,1 0-1 0 0,1-1 1 0 0,-1 1-1 0 0,0-1 1 0 0,0 1-1 0 0,1-1 1 0 0,-1 1-1 0 0,0 0 1 0 0,1-1-1 0 0,1-1 1 0 0,1-5 2 0 0,1 0 0 0 0,1 1 0 0 0,-1 0 0 0 0,1 0 1 0 0,1 0-1 0 0,-1 0 0 0 0,1 1 0 0 0,0 0 0 0 0,1 0 1 0 0,-1 1-1 0 0,1-1 0 0 0,0 2 0 0 0,1-1 0 0 0,-1 1 1 0 0,1 0-1 0 0,0 0 0 0 0,0 1 0 0 0,0 0 0 0 0,12-2 1 0 0,-7 1 34 0 0,1 1 1 0 0,0 1 0 0 0,0 1-1 0 0,0 0 1 0 0,0 0 0 0 0,0 2-1 0 0,0-1 1 0 0,0 2 0 0 0,0 0-1 0 0,-1 1 1 0 0,17 5 0 0 0,-7 1 119 0 0,-1 2 0 0 0,0 1 0 0 0,-1 0 1 0 0,-1 2-1 0 0,32 26 0 0 0,-33-24 21 0 0,0-1-1 0 0,2-1 1 0 0,-1 0-1 0 0,1-2 1 0 0,36 15-1 0 0,-53-26-163 0 0,-1 1 1 0 0,1-1-1 0 0,0 0 0 0 0,-1-1 0 0 0,1 1 1 0 0,0-1-1 0 0,0 0 0 0 0,-1 1 0 0 0,1-2 1 0 0,0 1-1 0 0,0 0 0 0 0,-1-1 0 0 0,1 0 1 0 0,0 0-1 0 0,-1 0 0 0 0,1 0 0 0 0,-1 0 1 0 0,1-1-1 0 0,-1 1 0 0 0,0-1 0 0 0,0 0 1 0 0,6-5-1 0 0,-1 0-314 0 0,0-1 0 0 0,-1 0 0 0 0,0-1 0 0 0,-1 1 0 0 0,0-2 0 0 0,9-16 0 0 0,-6 8-725 0 0,1 0-347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1:10:26.38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0 546 10778 0 0,'14'-4'5124'0'0,"-5"1"-4556"0"0,-3-2 28 0 0,-7-6-17 0 0,-1 1-229 0 0,9 4 426 0 0,15-1 266 0 0,-10 4-479 0 0,5-7 14 0 0,0 0 0 0 0,-1-1-1 0 0,0 0 1 0 0,-1-2 0 0 0,24-23 0 0 0,-23 21-261 0 0,99-90 1079 0 0,99-95-4 0 0,-116 115-643 0 0,-96 105-564 0 0,-19 59 49 0 0,3 1 0 0 0,4 0 0 0 0,-1 87 0 0 0,24 87 269 0 0,-1 0-162 0 0,-12-246-322 0 0,0 0-1 0 0,-1 0 1 0 0,0 0-1 0 0,0 0 1 0 0,-1 0 0 0 0,0 0-1 0 0,-1-1 1 0 0,0 1-1 0 0,-6 13 1 0 0,8-21 89 0 0,-4 3-54 0 0,-4 1-42 0 0,0 0 0 0 0,-1 0 0 0 0,0-1 0 0 0,0-1 0 0 0,-20 4 0 0 0,14-3-9 0 0,0 0 1 0 0,-18 7-1 0 0,-29 25-34 0 0,62-35 24 0 0,16-1-38 0 0,0-1 49 0 0,0 0 0 0 0,0-1 0 0 0,19-7 0 0 0,-19 5 20 0 0,0 1-1 0 0,1 1 1 0 0,-1 0 0 0 0,23-1-1 0 0,40 11 16 0 0,-36-2-101 0 0,-35-5-241 0 0,-1 0 1 0 0,0-1 0 0 0,0 0-1 0 0,0 0 1 0 0,0 0 0 0 0,0-1-1 0 0,0 0 1 0 0,0 0-1 0 0,-1 0 1 0 0,1-1 0 0 0,0 0-1 0 0,-1 0 1 0 0,0 0 0 0 0,6-5-1 0 0,1 0-1239 0 0,6-4-962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1:10:10.153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14845 4246 4225 0 0,'-48'-24'13578'0'0,"11"-1"-11694"0"0,23 15-1959 0 0,9 7 211 0 0,-1 0-1 0 0,1 0 1 0 0,-1 0-1 0 0,0 1 1 0 0,0 0-1 0 0,-7-2 1 0 0,-18-7 243 0 0,16 4-312 0 0,0 1-1 0 0,-1 0 0 0 0,0 1 0 0 0,0 1 0 0 0,0 0 0 0 0,-24-1 0 0 0,-22-6 0 0 0,49 5-35 0 0,12 4-32 0 0,-1 1-1 0 0,1 0 1 0 0,-1 1-1 0 0,1-1 1 0 0,-1 0-1 0 0,0 0 1 0 0,1 1-1 0 0,-1-1 1 0 0,0 1-1 0 0,0-1 1 0 0,1 1-1 0 0,-1 0 1 0 0,0 0-1 0 0,0-1 1 0 0,0 1-1 0 0,0 1 1 0 0,1-1-1 0 0,-1 0 1 0 0,0 0-1 0 0,-2 1 1 0 0,-19 9-4 0 0,0 0 0 0 0,-32 20 0 0 0,-3 2-14 0 0,44-25 6 0 0,0 1-1 0 0,0 0 0 0 0,1 1 1 0 0,0 1-1 0 0,0 0 0 0 0,1 0 1 0 0,-11 13-1 0 0,21-22 29 0 0,0 0 0 0 0,1 0 0 0 0,-1 0 1 0 0,0 0-1 0 0,0-1 0 0 0,1 1 0 0 0,-1 0 0 0 0,0-1 0 0 0,0 0 1 0 0,0 0-1 0 0,0 1 0 0 0,0-1 0 0 0,0 0 0 0 0,0 0 1 0 0,0-1-1 0 0,0 1 0 0 0,0 0 0 0 0,0-1 0 0 0,1 1 0 0 0,-5-2 1 0 0,-40-13 20 0 0,37 13-31 0 0,1-1-1 0 0,-1 1 1 0 0,1-1 0 0 0,-1-1 0 0 0,1 0 0 0 0,0 0-1 0 0,-13-10 1 0 0,4-1-4 0 0,2-1 0 0 0,0-1-1 0 0,1-1 1 0 0,0 0 0 0 0,-20-37-1 0 0,1 3 18 0 0,25 42-14 0 0,0 0 0 0 0,-1 0 1 0 0,0 1-1 0 0,-15-12 1 0 0,15 14 4 0 0,0-1 0 0 0,1 1 0 0 0,0-2 1 0 0,0 1-1 0 0,1-1 0 0 0,-7-11 0 0 0,6 8 22 0 0,-1 1-1 0 0,0 1 0 0 0,0-1 0 0 0,-1 2 0 0 0,0-1 1 0 0,-15-10-1 0 0,-20-19 24 0 0,-11-18-26 0 0,-47-46 138 0 0,79 83-92 0 0,0 2 0 0 0,-1 0-1 0 0,-29-14 1 0 0,-86-37 205 0 0,140 69-279 0 0,-8-3-6 0 0,0 0 0 0 0,-1 1 0 0 0,1 0 0 0 0,-1 1 0 0 0,0-1 1 0 0,0 2-1 0 0,1-1 0 0 0,-1 1 0 0 0,0 1 0 0 0,0-1 0 0 0,1 2 0 0 0,-1-1 0 0 0,1 1 0 0 0,-1 0 0 0 0,1 1 1 0 0,-1 0-1 0 0,1 0 0 0 0,-9 6 0 0 0,13-7-16 0 0,0 1 0 0 0,1-1 0 0 0,-1 1 0 0 0,1 0 0 0 0,0 0 0 0 0,0 0 0 0 0,0 1 0 0 0,0-1 0 0 0,0 1 0 0 0,1-1 0 0 0,-1 1 0 0 0,1 0 0 0 0,0 0 0 0 0,1 0 0 0 0,-1 0 0 0 0,0 1 0 0 0,1-1 0 0 0,0 0 0 0 0,-1 6 0 0 0,-2 9 27 0 0,-1 1 1 0 0,-1-2-1 0 0,-8 21 1 0 0,-3 5 5 0 0,13-32 8 0 0,0-1 0 0 0,-1-1-1 0 0,0 1 1 0 0,-1-1 0 0 0,0 1 0 0 0,-1-2-1 0 0,0 1 1 0 0,0-1 0 0 0,-1 0 0 0 0,0 0-1 0 0,-1-1 1 0 0,1-1 0 0 0,-2 1 0 0 0,-11 7 0 0 0,11-9-6 0 0,-107 67 85 0 0,98-62-90 0 0,0-2 0 0 0,-1 0 0 0 0,0-1-1 0 0,-28 7 1 0 0,44-15 2 0 0,0 1 0 0 0,0-1 0 0 0,0 0-1 0 0,0 1 1 0 0,0-2 0 0 0,0 1 0 0 0,0 0 0 0 0,0-1-1 0 0,1 0 1 0 0,-1 0 0 0 0,0 0 0 0 0,0 0 0 0 0,0-1-1 0 0,1 0 1 0 0,-7-3 0 0 0,-3-3 22 0 0,1-1 1 0 0,-21-20-1 0 0,-4-3-7 0 0,15 14 5 0 0,1 0 0 0 0,-26-31 0 0 0,10 9-7 0 0,-76-58-39 0 0,41 39 31 0 0,35 24-28 0 0,21 19 15 0 0,-23-18 1 0 0,-33-25-14 0 0,3-4 1 0 0,-80-91-1 0 0,141 146 12 0 0,-1 0 0 0 0,0 1 0 0 0,0 0 0 0 0,0 1-1 0 0,-1 0 1 0 0,0 1 0 0 0,0-1 0 0 0,0 2 0 0 0,-1 0 0 0 0,1 0 0 0 0,-1 1 0 0 0,-14-3-1 0 0,-8 1-6 0 0,0 0-1 0 0,-61 2 1 0 0,84 3 0 0 0,0 1 1 0 0,0 0-1 0 0,0 0 1 0 0,1 2-1 0 0,-1-1 1 0 0,-17 8-1 0 0,1 1-26 0 0,-25 17 1 0 0,-13 6 5 0 0,34-22 40 0 0,1-2 0 0 0,-1-1 0 0 0,-60 11 0 0 0,58-13-11 0 0,1 3 1 0 0,0 0-1 0 0,1 2 0 0 0,-39 21 1 0 0,-9 3 3 0 0,9-8 17 0 0,-119 70 0 0 0,150-75-28 0 0,15-9-3 0 0,0 0 0 0 0,0 2-1 0 0,2 0 1 0 0,-38 38 0 0 0,-50 56 31 0 0,38-36-8 0 0,57-58-18 0 0,0 1-1 0 0,2 0 1 0 0,0 1 0 0 0,1 1 0 0 0,-11 25 0 0 0,10-21 9 0 0,0 0 1 0 0,-31 43-1 0 0,27-48 7 0 0,-1 0-1 0 0,0-2 0 0 0,-35 27 1 0 0,10-12-5 0 0,-47 38-17 0 0,76-59 20 0 0,0 0 1 0 0,-1 0-1 0 0,0-1 1 0 0,-1-1-1 0 0,0 0 1 0 0,0-1-1 0 0,0 0 1 0 0,-29 7-1 0 0,35-13-4 0 0,1 0-1 0 0,0-1 1 0 0,-1 0 0 0 0,1 0-1 0 0,-13-3 1 0 0,-15 1 10 0 0,34 1-18 0 0,-1 1 0 0 0,0-1 0 0 0,1 1 1 0 0,-1-1-1 0 0,1 0 0 0 0,-1 0 0 0 0,1 0 0 0 0,-1-1 0 0 0,1 1 0 0 0,0 0 1 0 0,0-1-1 0 0,0 0 0 0 0,-1 1 0 0 0,2-1 0 0 0,-1 0 0 0 0,0 0 1 0 0,0 0-1 0 0,-1-3 0 0 0,1 2 0 0 0,-1 0 1 0 0,1 1-1 0 0,-1-1 0 0 0,0 1 1 0 0,0-1-1 0 0,0 1 1 0 0,0 0-1 0 0,0 0 0 0 0,-7-3 1 0 0,-14-2-9 0 0,20 7 5 0 0,-1-1 0 0 0,1 0 0 0 0,0 0 0 0 0,0 0 0 0 0,0-1 0 0 0,0 0 0 0 0,0 1 0 0 0,0-1 0 0 0,1 0 0 0 0,-1-1-1 0 0,1 1 1 0 0,-1-1 0 0 0,1 0 0 0 0,0 1 0 0 0,0-2 0 0 0,0 1 0 0 0,-3-4 0 0 0,-33-49-12 0 0,27 41 7 0 0,1-1-1 0 0,-19-33 1 0 0,18 26 11 0 0,0 0-1 0 0,-2 2 1 0 0,-1-1 0 0 0,-1 2-1 0 0,0 0 1 0 0,-2 1 0 0 0,0 0-1 0 0,-32-23 1 0 0,42 35-14 0 0,0 0 1 0 0,0 0-1 0 0,0-1 1 0 0,1 0-1 0 0,0 0 1 0 0,1-1-1 0 0,0 0 1 0 0,0 0-1 0 0,-5-13 1 0 0,10 18-1 0 0,1-1 0 0 0,-1 1 0 0 0,1 0 0 0 0,0-1 0 0 0,1 1 0 0 0,-1-1 0 0 0,1 1 0 0 0,0 0 0 0 0,0-1 0 0 0,0 1 0 0 0,3-7 0 0 0,-2 5 13 0 0,0-1 1 0 0,0 1 0 0 0,-1-1-1 0 0,2-11 1 0 0,-2-16 29 0 0,-1-25 0 0 0,-1 54-24 0 0,0 1 1 0 0,-1-1-1 0 0,1 1 1 0 0,-1 0-1 0 0,0-1 1 0 0,-1 1-1 0 0,1 0 1 0 0,-1 0-1 0 0,1 0 1 0 0,-1 1-1 0 0,0-1 1 0 0,-1 1-1 0 0,-4-5 1 0 0,-8-6 5 0 0,-29-20 0 0 0,31 25-1 0 0,0-1-12 0 0,0 1 1 0 0,0 1-1 0 0,-1 1 0 0 0,0 0 1 0 0,0 0-1 0 0,-19-4 1 0 0,26 9-13 0 0,0 0 1 0 0,0 0 0 0 0,0 1 0 0 0,0 0-1 0 0,0 1 1 0 0,0 0 0 0 0,0 0 0 0 0,0 1-1 0 0,0 0 1 0 0,0 0 0 0 0,0 1 0 0 0,0 0-1 0 0,0 0 1 0 0,-12 6 0 0 0,12-4 9 0 0,1 0-1 0 0,-1-1 1 0 0,-1 0 0 0 0,1 0-1 0 0,0-1 1 0 0,-1 0 0 0 0,0 0-1 0 0,1-1 1 0 0,-1 0 0 0 0,0 0-1 0 0,0-1 1 0 0,-11-2 0 0 0,0 2-17 0 0,1 0 1 0 0,-1 2-1 0 0,0 0 1 0 0,1 1-1 0 0,0 0 1 0 0,0 2-1 0 0,0 0 1 0 0,0 2-1 0 0,1 0 1 0 0,0 1 0 0 0,0 0-1 0 0,1 2 1 0 0,0 0-1 0 0,1 1 1 0 0,0 0-1 0 0,1 1 1 0 0,0 1-1 0 0,0 1 1 0 0,2 0-1 0 0,0 1 1 0 0,-14 19 0 0 0,25-29-10 0 0,-1 0 1 0 0,1 0-1 0 0,0 0 0 0 0,0 0 1 0 0,0 0-1 0 0,1 0 1 0 0,0 0-1 0 0,0 0 1 0 0,0 9-1 0 0,1 52-46 0 0,2-29 78 0 0,-6 183 2 0 0,6-204-15 0 0,0 0-1 0 0,0 0 1 0 0,2 0 0 0 0,0 0 0 0 0,1 0-1 0 0,9 20 1 0 0,2 7-8 0 0,-14-38 27 0 0,-1 1 0 0 0,1 0-1 0 0,-1 0 1 0 0,1-1-1 0 0,-2 1 1 0 0,1 0-1 0 0,-1 0 1 0 0,0 0-1 0 0,0 0 1 0 0,0 0-1 0 0,-1 0 1 0 0,0 0-1 0 0,0 0 1 0 0,-1 0-1 0 0,0 0 1 0 0,0-1-1 0 0,0 1 1 0 0,0-1 0 0 0,-1 1-1 0 0,0-1 1 0 0,0 0-1 0 0,-1 0 1 0 0,1 0-1 0 0,-1-1 1 0 0,0 1-1 0 0,0-1 1 0 0,-1 0-1 0 0,-5 5 1 0 0,-53 36 68 0 0,-12 10-54 0 0,74-54-16 0 0,0 0 0 0 0,-1 0 0 0 0,1 0 0 0 0,-1 0 0 0 0,1 0 0 0 0,0 0 0 0 0,-1 0 0 0 0,0 0 0 0 0,1 0 0 0 0,-1-1 0 0 0,1 1 0 0 0,-1 0 0 0 0,0-1 0 0 0,0 0 0 0 0,1 1 0 0 0,-1-1 0 0 0,0 0 0 0 0,0 0 0 0 0,1 0 0 0 0,-1 0 0 0 0,0 0 0 0 0,0 0 0 0 0,1-1 0 0 0,-1 1 0 0 0,0-1 0 0 0,0 1 0 0 0,1-1 0 0 0,-1 1 0 0 0,1-1 0 0 0,-1 0 0 0 0,0 0 0 0 0,-1-1 0 0 0,-4-1 5 0 0,-1 0 0 0 0,1 1-1 0 0,-1 0 1 0 0,-12-2 0 0 0,-23-7 28 0 0,34 8-41 0 0,0 0 0 0 0,1 1 0 0 0,-13-2 0 0 0,-21-6 19 0 0,19 0-9 0 0,1-1 0 0 0,1-1 1 0 0,-23-16-1 0 0,-11-6 80 0 0,39 25-16 0 0,-71-45 338 0 0,77 47-383 0 0,0 0-1 0 0,1-1 1 0 0,0 0 0 0 0,0-1 0 0 0,1 0-1 0 0,-8-12 1 0 0,10 12-9 0 0,1-1-1 0 0,0 0 0 0 0,1 0 1 0 0,-3-11-1 0 0,5 15-1 0 0,0-1 0 0 0,0 1-1 0 0,0 0 1 0 0,-1-1 0 0 0,0 1 0 0 0,0 0-1 0 0,-1 1 1 0 0,0-1 0 0 0,0 1-1 0 0,0-1 1 0 0,-1 1 0 0 0,-8-7 0 0 0,-22-17 64 0 0,27 22-73 0 0,1 0 1 0 0,-1 0-1 0 0,0 1 0 0 0,0 1 1 0 0,-1-1-1 0 0,0 1 0 0 0,0 1 1 0 0,0-1-1 0 0,0 2 1 0 0,-20-6-1 0 0,9 4 45 0 0,-30-10-1 0 0,39 11-55 0 0,10 4 13 0 0,-9-4 21 0 0,-19-15-27 0 0,3 2 11 0 0,1 0-1 0 0,1-2 1 0 0,0-1 0 0 0,-33-36 0 0 0,8 2 3 0 0,-16-19-12 0 0,58 64-15 0 0,1-1-1 0 0,0 1 1 0 0,0-1-1 0 0,1 0 1 0 0,1 0-1 0 0,-6-16 1 0 0,8 21-5 0 0,1 0 0 0 0,0 1 1 0 0,0-1-1 0 0,0 0 0 0 0,1 0 1 0 0,-1 0-1 0 0,1 1 1 0 0,0-1-1 0 0,0 0 0 0 0,1 0 1 0 0,0 0-1 0 0,0 0 0 0 0,0 1 1 0 0,0-1-1 0 0,1 0 1 0 0,0 1-1 0 0,-1-1 0 0 0,2 1 1 0 0,-1 0-1 0 0,1-1 0 0 0,-1 1 1 0 0,1 0-1 0 0,0 1 1 0 0,5-6-1 0 0,163-148-112 0 0,-100 96 97 0 0,-36 28 39 0 0,-1-2 0 0 0,43-58-1 0 0,49-86 26 0 0,-122 173-37 0 0,13-19 2 0 0,-5 9 24 0 0,-2-1-1 0 0,0 0 0 0 0,13-29 0 0 0,67-220 0 0 0,-84 241-14 0 0,-2-1 0 0 0,0 1 0 0 0,0-34 0 0 0,-7-77 26 0 0,3 128-38 0 0,0-15-7 0 0,2 1 0 0 0,0 0 0 0 0,2-1-1 0 0,0 1 1 0 0,14-40 0 0 0,-8 30 28 0 0,8-48 0 0 0,-17 66-4 0 0,0 0 0 0 0,-1 0-1 0 0,-1 0 1 0 0,0 0 0 0 0,-1 0 0 0 0,0 1 0 0 0,-1-1-1 0 0,-1 0 1 0 0,0 1 0 0 0,0 0 0 0 0,-2 0 0 0 0,0 0 0 0 0,-11-19-1 0 0,3 11 18 0 0,-1 0 0 0 0,-1 0-1 0 0,-1 2 1 0 0,0 0-1 0 0,-1 1 1 0 0,-32-25-1 0 0,28 26-11 0 0,0 1-1 0 0,-2 1 1 0 0,1 1-1 0 0,-2 1 0 0 0,0 0 1 0 0,-29-9-1 0 0,19 10 0 0 0,-45-25 0 0 0,7 3 12 0 0,40 23-12 0 0,-59-14-1 0 0,17 6 1 0 0,48 13-20 0 0,0 0 0 0 0,-1 2 0 0 0,-49-2 0 0 0,-85 9-2 0 0,142-2 2 0 0,-60 7-2 0 0,1 4-1 0 0,-91 25 0 0 0,158-34 3 0 0,-2 1-8 0 0,0 2 0 0 0,0-1 0 0 0,0 2-1 0 0,1 0 1 0 0,0 0 0 0 0,1 1-1 0 0,0 1 1 0 0,-22 19 0 0 0,12-10-14 0 0,19-16 24 0 0,3-2 30 0 0,-2 1-29 0 0,1-1 1 0 0,0 1 0 0 0,0-1 0 0 0,0 0-1 0 0,-1 0 1 0 0,1 0 0 0 0,0 1-1 0 0,0-1 1 0 0,-1 0 0 0 0,1-1 0 0 0,0 1-1 0 0,-2 0 1 0 0,-23 0 34 0 0,6 1-38 0 0,0-1 0 0 0,-24-2 0 0 0,29 1 0 0 0,1 1 0 0 0,0 1 0 0 0,-20 4 0 0 0,22-3 0 0 0,0 0 0 0 0,0-1 0 0 0,0-1 0 0 0,-1 0 0 0 0,-18-2 0 0 0,10-1-2 0 0,1 2-1 0 0,-1 0 1 0 0,0 1-1 0 0,0 2 1 0 0,-37 6-1 0 0,37-5 2 0 0,13-2 5 0 0,0-1 0 0 0,0 0-1 0 0,0 0 1 0 0,1-1-1 0 0,-1 0 1 0 0,0 0-1 0 0,1-1 1 0 0,-1 1-1 0 0,-13-7 1 0 0,-4-3 29 0 0,-36-22 0 0 0,-11-5 1 0 0,57 32-32 0 0,-1 1 0 0 0,-1 0 0 0 0,1 2 0 0 0,-1-1 0 0 0,0 2 0 0 0,0 0 0 0 0,1 1 0 0 0,-20 2 0 0 0,3 2-27 0 0,0 1 0 0 0,1 1 1 0 0,-39 12-1 0 0,59-13 11 0 0,0 0 1 0 0,1 1-1 0 0,-1 0 0 0 0,1 1 1 0 0,0 0-1 0 0,1 1 0 0 0,0 0 1 0 0,0 0-1 0 0,0 1 0 0 0,1 1 1 0 0,-14 15-1 0 0,4 0-11 0 0,2 0 1 0 0,1 1-1 0 0,-23 46 0 0 0,28-52 32 0 0,7-13-5 0 0,1-1 0 0 0,0 1 0 0 0,0 0 1 0 0,-3 7-1 0 0,6-13 1 0 0,0 0 0 0 0,0 1 1 0 0,0-1-1 0 0,0 0 0 0 0,0 0 1 0 0,0 0-1 0 0,0 0 0 0 0,0 0 1 0 0,0 0-1 0 0,-1 1 0 0 0,1-1 1 0 0,0 0-1 0 0,0 0 0 0 0,0 0 1 0 0,0 0-1 0 0,0 0 0 0 0,0 0 1 0 0,0 0-1 0 0,0 0 0 0 0,-1 1 0 0 0,1-1 1 0 0,0 0-1 0 0,0 0 0 0 0,0 0 1 0 0,0 0-1 0 0,0 0 0 0 0,-1 0 1 0 0,1 0-1 0 0,0 0 0 0 0,0 0 1 0 0,0 0-1 0 0,0 0 0 0 0,0 0 1 0 0,0 0-1 0 0,-1 0 0 0 0,1 0 1 0 0,0 0-1 0 0,0 0 0 0 0,0 0 1 0 0,0 0-1 0 0,0 0 0 0 0,-1 0 1 0 0,1 0-1 0 0,0-1 0 0 0,0 1 1 0 0,0 0-1 0 0,0 0 0 0 0,0 0 1 0 0,-10-8 1 0 0,-2-2 8 0 0,-90-82 12 0 0,21 17-1 0 0,55 56-23 0 0,0 1-1 0 0,-52-28 1 0 0,-14-8 4 0 0,79 45-6 0 0,1 0-1 0 0,0-1 0 0 0,0-1 1 0 0,-18-22-1 0 0,-62-99-41 0 0,45 60 39 0 0,20 32 1 0 0,-40-79 0 0 0,57 95-9 0 0,0-1-1 0 0,2 0 1 0 0,0 0 0 0 0,2 0 0 0 0,-4-28-1 0 0,2-11 18 0 0,-3 1-1 0 0,-3 0 0 0 0,-2 1 0 0 0,-4 0 1 0 0,-27-60-1 0 0,39 108 3 0 0,0 1 1 0 0,0-1-1 0 0,-1 1 1 0 0,-1 1-1 0 0,-19-19 1 0 0,-64-52 17 0 0,60 55-31 0 0,7 6 6 0 0,0 1-1 0 0,-38-23 1 0 0,53 38-1 0 0,1 0 0 0 0,-1 2 1 0 0,0-1-1 0 0,0 1 0 0 0,0 1 0 0 0,-1 0 1 0 0,1 0-1 0 0,-1 1 0 0 0,0 1 0 0 0,-14 0 0 0 0,5 2-9 0 0,-1 0 0 0 0,1 2 0 0 0,-1 1-1 0 0,1 1 1 0 0,1 0 0 0 0,-1 2-1 0 0,1 0 1 0 0,0 1 0 0 0,0 2 0 0 0,1 0-1 0 0,0 0 1 0 0,-25 21 0 0 0,-14 15-19 0 0,3 2 0 0 0,-66 74 0 0 0,47-45 9 0 0,-98 106 12 0 0,155-166 12 0 0,9-7 3 0 0,-1-1-1 0 0,0-1 1 0 0,-1 1-1 0 0,0-1 1 0 0,0-1-1 0 0,-22 12 1 0 0,-12 1-1 0 0,-19 9 34 0 0,-120 37 0 0 0,-6-23-40 0 0,16-21 9 0 0,10-2-3 0 0,146-17-14 0 0,1 2 0 0 0,0-1 0 0 0,0 2 0 0 0,1 0 0 0 0,-1 1 0 0 0,-14 9 0 0 0,-84 61-18 0 0,49-31 21 0 0,-46 36-9 0 0,0 1 4 0 0,68-54 14 0 0,3-1 5 0 0,-52 26 1 0 0,74-43-15 0 0,0-1-1 0 0,1 2 1 0 0,-26 22 0 0 0,-42 47-21 0 0,81-77 26 0 0,-21 23-13 0 0,2 1-1 0 0,-35 52 0 0 0,33-44 9 0 0,14-22 3 0 0,1 0-1 0 0,1 1 1 0 0,-9 16-1 0 0,9-13 6 0 0,-2 0 0 0 0,-20 26 1 0 0,1-1 1 0 0,26-35-5 0 0,-1-1 0 0 0,0 0 0 0 0,0 0 1 0 0,-1-1-1 0 0,0 0 0 0 0,0 0 0 0 0,0 0 0 0 0,-12 8 0 0 0,12-10 2 0 0,1 0 0 0 0,1 0 0 0 0,-1 1 0 0 0,1-1 0 0 0,-5 7 0 0 0,-7 7 2 0 0,2-3-1 0 0,11-12 0 0 0,0 1 1 0 0,0-1 0 0 0,-1 0-1 0 0,0 1 1 0 0,1-2 0 0 0,-1 1 0 0 0,0 0-1 0 0,-1-1 1 0 0,1 0 0 0 0,0 0-1 0 0,-6 2 1 0 0,-25 10-3 0 0,15-6 4 0 0,18-7-4 0 0,0 0 0 0 0,1-1 0 0 0,-1 1 0 0 0,0-1 0 0 0,1 1 0 0 0,-1-1 0 0 0,0 1-1 0 0,0-1 1 0 0,0 0 0 0 0,1 0 0 0 0,-4 0 0 0 0,-11 5 13 0 0,15-4-46 0 0,-1 0 1 0 0,0 0-1 0 0,0 0 1 0 0,1-1-1 0 0,-1 1 1 0 0,0-1-1 0 0,0 1 1 0 0,0-1-1 0 0,-2 1 1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1:10:12.957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76 1 3881 0 0,'-11'3'5972'0'0,"-3"1"-4903"0"0,-36 19 3216 0 0,51-23-4209 0 0,-2 1-48 0 0,1 1 0 0 0,0-1 0 0 0,0 0 0 0 0,0 0-1 0 0,0 0 1 0 0,0 1 0 0 0,0-1 0 0 0,0 0 0 0 0,0 0-1 0 0,1 0 1 0 0,-1 0 0 0 0,0 1 0 0 0,1-1 0 0 0,-1 0 0 0 0,1 0-1 0 0,-1 0 1 0 0,1 0 0 0 0,-1 0 0 0 0,1 0 0 0 0,1 2-1 0 0,1-1 107 0 0,0 0 0 0 0,1 0-1 0 0,-1 0 1 0 0,0 0-1 0 0,1 0 1 0 0,6 2-1 0 0,66 30 1154 0 0,22 9-628 0 0,-75-35-505 0 0,-1 2-1 0 0,0 0 1 0 0,0 1 0 0 0,25 19-1 0 0,6 7 164 0 0,142 105 408 0 0,-137-96-650 0 0,-31-26-12 0 0,-1 1 0 0 0,46 48 0 0 0,-47-39-21 0 0,-6-10 5 0 0,-2 1-1 0 0,25 40 0 0 0,-23-32-27 0 0,0 0-1 0 0,2-1 1 0 0,1-2-1 0 0,1 0 1 0 0,1-1-1 0 0,55 42 1 0 0,-60-50 15 0 0,26 27 0 0 0,-33-30-23 0 0,0-1-1 0 0,2-1 1 0 0,-1 0-1 0 0,30 19 1 0 0,168 76 252 0 0,-190-98-241 0 0,0-1 0 0 0,1-1 1 0 0,0 0-1 0 0,0-2 0 0 0,1 0 1 0 0,0-2-1 0 0,-1 0 1 0 0,35-2-1 0 0,-29 0 27 0 0,1 2 1 0 0,-1 0-1 0 0,42 12 1 0 0,82 30 84 0 0,-92-26-123 0 0,-43-13-6 0 0,22 5 48 0 0,-1 2-1 0 0,0 2 0 0 0,52 28 0 0 0,20 32 57 0 0,-28-17-79 0 0,-25-20-15 0 0,63 37 25 0 0,-104-65-24 0 0,0 0 0 0 0,-1 1 0 0 0,0 0 0 0 0,-1 1 1 0 0,0 1-1 0 0,-1 0 0 0 0,0 1 0 0 0,12 18 0 0 0,0 2 8 0 0,2-1-1 0 0,52 48 1 0 0,-60-63-3 0 0,1 1 1 0 0,-2 1-1 0 0,-1 1 1 0 0,0 0-1 0 0,-2 1 1 0 0,14 27 0 0 0,0 7 14 0 0,-15-27-42 0 0,1-1-1 0 0,25 36 1 0 0,-18-34-181 0 0,-8-9-1879 0 0,30 32 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1:10:25.00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155 573 10042 0 0,'-9'-16'12135'0'0,"-6"-3"-10024"0"0,-20-15-1847 0 0,29 29 71 0 0,-29-23 1329 0 0,18 13-928 0 0,14 14-678 0 0,1-1-1 0 0,-1 0 1 0 0,0 0 0 0 0,1 0 0 0 0,0-1-1 0 0,-1 1 1 0 0,1 0 0 0 0,0-1 0 0 0,0 0-1 0 0,1 1 1 0 0,-1-1 0 0 0,0 0 0 0 0,1 0-1 0 0,0 0 1 0 0,-1 0 0 0 0,1 0 0 0 0,1 0 0 0 0,-1 0-1 0 0,-1-6 1 0 0,2-6-35 0 0,0-1 0 0 0,1 0 0 0 0,1 1 0 0 0,0-1 0 0 0,1 1 0 0 0,0 0 0 0 0,2 0 0 0 0,0 0 0 0 0,0 0 0 0 0,1 1 0 0 0,1 0 0 0 0,12-18 0 0 0,-7 14-19 0 0,1 1 1 0 0,0 0-1 0 0,2 1 1 0 0,0 1-1 0 0,1 1 1 0 0,0 0-1 0 0,1 0 1 0 0,0 2-1 0 0,1 0 1 0 0,31-14-1 0 0,-45 24-6 0 0,0 0-1 0 0,0 1 0 0 0,0 0 1 0 0,0-1-1 0 0,0 1 1 0 0,1 0-1 0 0,-1 1 1 0 0,1-1-1 0 0,-1 1 0 0 0,0 0 1 0 0,1 0-1 0 0,-1 0 1 0 0,1 1-1 0 0,-1 0 1 0 0,8 2-1 0 0,-7-1 1 0 0,-1 0-1 0 0,0 0 1 0 0,0 1-1 0 0,0 0 1 0 0,-1-1-1 0 0,1 2 1 0 0,-1-1-1 0 0,1 0 1 0 0,-1 1-1 0 0,0-1 1 0 0,0 1-1 0 0,-1 0 0 0 0,1 0 1 0 0,3 8-1 0 0,3 6 12 0 0,-2 0-1 0 0,0 1 0 0 0,-1 0 1 0 0,-1 0-1 0 0,-1 0 0 0 0,-1 1 0 0 0,0-1 1 0 0,-2 1-1 0 0,0 0 0 0 0,-1 0 1 0 0,-1-1-1 0 0,-1 1 0 0 0,-5 26 1 0 0,-3-5 14 0 0,-1 0 0 0 0,-2-1 0 0 0,-2 0 0 0 0,-1-1 0 0 0,-26 44 0 0 0,-181 331 105 0 0,211-394-110 0 0,0 1 0 0 0,-1-2 0 0 0,-1 0 0 0 0,-30 31 0 0 0,47-53 5 0 0,1 1 1 0 0,-1 0-1 0 0,1-1 0 0 0,-1 1 1 0 0,1 1-1 0 0,0-1 1 0 0,0 0-1 0 0,0 1 1 0 0,-1 0-1 0 0,9-1 1 0 0,-6 1-30 0 0,0 0 0 0 0,1 0 0 0 0,-1 1 0 0 0,1 0 0 0 0,9 2 0 0 0,124 23 98 0 0,-64-10 326 0 0,91 6 0 0 0,-159-21-386 0 0,-1-1 0 0 0,1 0 0 0 0,0-1-1 0 0,-1 1 1 0 0,1-1 0 0 0,-1-1-1 0 0,1 0 1 0 0,-1 0 0 0 0,0 0 0 0 0,7-6-1 0 0,25-9-3076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1:10:27.88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20 180 9138 0 0,'0'-1'135'0'0,"0"0"1"0"0,0 0-1 0 0,0 0 1 0 0,0 0-1 0 0,0 0 0 0 0,0 0 1 0 0,0 0-1 0 0,1 0 0 0 0,-1 0 1 0 0,0 0-1 0 0,1 0 1 0 0,-1 0-1 0 0,1 0 0 0 0,-1 0 1 0 0,1 0-1 0 0,-1 0 1 0 0,1 1-1 0 0,0-1 0 0 0,-1 0 1 0 0,1 0-1 0 0,0 1 1 0 0,0-1-1 0 0,-1 0 0 0 0,1 1 1 0 0,0-1-1 0 0,0 0 0 0 0,2 0 1 0 0,10-11 1477 0 0,-11 1-1180 0 0,-4-1-157 0 0,-1-1 198 0 0,5 4-26 0 0,5-1 138 0 0,1 2-105 0 0,21-18 906 0 0,-24 21-1194 0 0,0 0 1 0 0,0 0-1 0 0,0 0 1 0 0,0 1 0 0 0,1 0-1 0 0,0 0 1 0 0,0 1 0 0 0,0 0-1 0 0,0 0 1 0 0,13-5-1 0 0,-10 7-91 0 0,-1-1-1 0 0,1 1 0 0 0,0 1 1 0 0,-1 0-1 0 0,1 0 1 0 0,0 0-1 0 0,-1 1 0 0 0,1 0 1 0 0,-1 1-1 0 0,1 0 0 0 0,-1 1 1 0 0,0-1-1 0 0,1 1 0 0 0,12 8 1 0 0,-18-9-64 0 0,0 0 0 0 0,-1 0 1 0 0,1 1-1 0 0,-1-1 0 0 0,0 1 1 0 0,1 0-1 0 0,-1-1 0 0 0,0 1 1 0 0,-1 0-1 0 0,1 0 0 0 0,0 0 1 0 0,-1 1-1 0 0,0-1 0 0 0,0 0 1 0 0,0 0-1 0 0,0 1 0 0 0,0-1 1 0 0,-1 1-1 0 0,1-1 0 0 0,-1 1 1 0 0,0-1-1 0 0,0 1 0 0 0,-1 5 1 0 0,-1 6 85 0 0,0 0 1 0 0,0-1 0 0 0,-2 1-1 0 0,-5 14 1 0 0,-7 11 27 0 0,-1-2 0 0 0,-2 0 0 0 0,-2-1 0 0 0,-26 35 333 0 0,52-76-480 0 0,0-1 0 0 0,0 1-1 0 0,0 0 1 0 0,0 0 0 0 0,1 1 0 0 0,0-1-1 0 0,-1 1 1 0 0,1 1 0 0 0,0-1 0 0 0,1 1-1 0 0,-1 0 1 0 0,0 0 0 0 0,1 1-1 0 0,-1 0 1 0 0,1 0 0 0 0,-1 0 0 0 0,10 1-1 0 0,-7 1 1 0 0,0 0 0 0 0,0 1 0 0 0,-1-1 0 0 0,1 2 0 0 0,0-1-1 0 0,-1 1 1 0 0,0 1 0 0 0,0 0 0 0 0,0 0 0 0 0,0 0 0 0 0,-1 1 0 0 0,10 7-1 0 0,-5-2 34 0 0,0 0 0 0 0,0 1 1 0 0,-1 1-1 0 0,0 0 0 0 0,-1 0 0 0 0,16 26 0 0 0,-23-34-27 0 0,-1 1 1 0 0,1-1 0 0 0,-1 1 0 0 0,0 0-1 0 0,0-1 1 0 0,-1 1 0 0 0,0 0-1 0 0,0 0 1 0 0,0 0 0 0 0,0 1-1 0 0,-1-1 1 0 0,1 0 0 0 0,-2 0-1 0 0,1 0 1 0 0,0 0 0 0 0,-1 0 0 0 0,0 0-1 0 0,0 0 1 0 0,0 0 0 0 0,-1 0-1 0 0,0 0 1 0 0,0 0 0 0 0,0 0-1 0 0,-6 7 1 0 0,-3 4 122 0 0,-1-2 0 0 0,-1 0 0 0 0,0 0 0 0 0,0-2 0 0 0,-2 1-1 0 0,0-2 1 0 0,0 0 0 0 0,-1 0 0 0 0,0-2 0 0 0,0 0 0 0 0,-20 7 0 0 0,-6 0 149 0 0,-1-2 0 0 0,-1-2 0 0 0,-64 9 0 0 0,99-19-249 0 0,0-2-1 0 0,0 1 0 0 0,0-1 1 0 0,0 0-1 0 0,1-1 0 0 0,-1 0 1 0 0,0 0-1 0 0,-15-5 0 0 0,22 5 24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6:07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97 125 8346 0 0,'3'-34'2185'0'0,"1"7"693"0"0,-4 4-401 0 0,-3-6-1243 0 0,2 22 2010 0 0,2 2-491 0 0,1 9-2042 0 0,2 10-430 0 0,-3 3 65 0 0,0-1-1 0 0,-1 0 1 0 0,-1 0-1 0 0,-5 29 1 0 0,-19 62 427 0 0,25-107-772 0 0,-59 231 872 0 0,52-196-752 0 0,2 0-1 0 0,2 0 0 0 0,1 0 1 0 0,5 62-1 0 0,-3-92-83 0 0,1 0 0 0 0,0 0-1 0 0,0 1 1 0 0,1-1 0 0 0,-1 0 0 0 0,1 0-1 0 0,0 0 1 0 0,1 0 0 0 0,-1-1 0 0 0,1 1-1 0 0,0-1 1 0 0,0 1 0 0 0,0-1 0 0 0,5 5-1 0 0,-5-7 12 0 0,-1 0-1 0 0,1 0 0 0 0,0 0 1 0 0,0 0-1 0 0,0-1 0 0 0,0 1 1 0 0,0-1-1 0 0,0 1 0 0 0,1-1 1 0 0,-1 0-1 0 0,0 0 1 0 0,1-1-1 0 0,-1 1 0 0 0,0-1 1 0 0,1 0-1 0 0,-1 1 0 0 0,1-1 1 0 0,-1-1-1 0 0,1 1 0 0 0,-1-1 1 0 0,0 1-1 0 0,6-3 0 0 0,170-60 492 0 0,-138 46-714 0 0,-33 14-455 0 0,0 0 0 0 0,-1-1 0 0 0,1 0 0 0 0,-1 0-1 0 0,0-1 1 0 0,0 1 0 0 0,0-2 0 0 0,-1 1-1 0 0,0-1 1 0 0,0 0 0 0 0,-1 0 0 0 0,1-1-1 0 0,4-6 1 0 0,1-4-2545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6:08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7 13635 0 0,'0'-1'195'0'0,"-1"1"1"0"0,0 0 0 0 0,1-1-1 0 0,-1 1 1 0 0,1 0-1 0 0,-1 0 1 0 0,1-1-1 0 0,-1 1 1 0 0,0 0-1 0 0,1 0 1 0 0,-1 0-1 0 0,1 0 1 0 0,-1 0 0 0 0,0 0-1 0 0,1 0 1 0 0,-1 0-1 0 0,1 0 1 0 0,-1 0-1 0 0,0 0 1 0 0,1 0-1 0 0,-1 1 1 0 0,-9 13 1590 0 0,5-2-1251 0 0,0 0-1 0 0,2 0 1 0 0,-1 1-1 0 0,-1 15 1 0 0,-1 4 199 0 0,-12 63 545 0 0,-6 132-1 0 0,23-215-1240 0 0,-3 123 395 0 0,5-135-413 0 0,0-1 0 0 0,0 1 1 0 0,0-1-1 0 0,0 1 0 0 0,0-1 1 0 0,0 1-1 0 0,0-1 0 0 0,0 1 1 0 0,0-1-1 0 0,-1 0 1 0 0,1 1-1 0 0,0-1 0 0 0,0 0 1 0 0,1-1-1 0 0,9-20 65 0 0,-1-1 0 0 0,0 0-1 0 0,-2 0 1 0 0,6-27 0 0 0,-6 22-80 0 0,27-106-2 0 0,-18 60-13 0 0,35-87 0 0 0,-28 113-121 0 0,-23 47 83 0 0,-1 1-47 0 0,1 0 93 0 0,-1 1-1 0 0,1-1 0 0 0,0 0 0 0 0,-1 0 0 0 0,1 1 0 0 0,-1-1 0 0 0,1 0 0 0 0,-1 1 0 0 0,1-1 0 0 0,-1 1 0 0 0,0-1 1 0 0,1 0-1 0 0,-1 1 0 0 0,1-1 0 0 0,-1 1 0 0 0,0-1 0 0 0,1 1 0 0 0,-1-1 0 0 0,0 1 0 0 0,0 0 0 0 0,0-1 1 0 0,1 1-1 0 0,-1 0 0 0 0,6 19-21 0 0,-5-15 28 0 0,23 90 195 0 0,71 232 324 0 0,-85-302-546 0 0,-3-8-377 0 0,8 32 0 0 0,-15-48-53 0 0,-17-10-6385 0 0,9 0 3401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6:08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32 15899 0 0,'0'0'88'0'0,"0"-1"1"0"0,0 1-1 0 0,-1 0 0 0 0,1-1 0 0 0,0 1 0 0 0,0 0 0 0 0,0 0 0 0 0,0-1 0 0 0,-1 1 0 0 0,1 0 0 0 0,0-1 1 0 0,0 1-1 0 0,0 0 0 0 0,0-1 0 0 0,0 1 0 0 0,0 0 0 0 0,0-1 0 0 0,0 1 0 0 0,0-1 0 0 0,0 1 0 0 0,0 0 1 0 0,0-1-1 0 0,0 1 0 0 0,0 0 0 0 0,0-1 0 0 0,0 1 0 0 0,1 0 0 0 0,-1-1 0 0 0,0 1 0 0 0,0 0 0 0 0,0 0 1 0 0,0-1-1 0 0,1 1 0 0 0,-1 0 0 0 0,1-1 0 0 0,15-5 1538 0 0,26 5-494 0 0,-35 2-803 0 0,226 8 1719 0 0,54 0-3933 0 0,-275-10 1166 0 0,0 0 1 0 0,0 0 0 0 0,13-4-1 0 0,-20 4-244 0 0,1-1-1 0 0,-1 0 1 0 0,1-1-1 0 0,9-4 1 0 0,-2-2-1880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6:09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97 9178 0 0,'-30'-35'2470'0'0,"26"28"-1611"0"0,-1 0 0 0 0,-1 0 0 0 0,1 1 0 0 0,-1 0 0 0 0,0 0 0 0 0,0 1 0 0 0,-1 0 0 0 0,-8-6 0 0 0,15 11-807 0 0,-1 0 0 0 0,1 0 1 0 0,0-1-1 0 0,-1 1 0 0 0,1 0 0 0 0,0 0 1 0 0,0 0-1 0 0,-1 0 0 0 0,1 0 0 0 0,0 0 1 0 0,-1 0-1 0 0,1 0 0 0 0,0 0 0 0 0,0 0 1 0 0,-1 0-1 0 0,1 0 0 0 0,0 0 1 0 0,-1 0-1 0 0,1 0 0 0 0,0 0 0 0 0,0 0 1 0 0,-1 0-1 0 0,1 0 0 0 0,0 0 0 0 0,-1 0 1 0 0,1 0-1 0 0,0 1 0 0 0,0-1 0 0 0,-1 0 1 0 0,1 0-1 0 0,0 0 0 0 0,0 1 0 0 0,0-1 1 0 0,-1 0-1 0 0,1 0 0 0 0,0 1 1 0 0,-3 13 785 0 0,6 17-72 0 0,101 305 1722 0 0,-96-311-2441 0 0,16 39 7 0 0,-21-58-29 0 0,-1 0-1 0 0,2 0 0 0 0,-1 0 1 0 0,1-1-1 0 0,0 1 1 0 0,0-1-1 0 0,7 7 0 0 0,-11-12-13 0 0,0 0-1 0 0,0 1 0 0 0,1-1 0 0 0,-1 0 0 0 0,0 0 1 0 0,0 0-1 0 0,0 1 0 0 0,1-1 0 0 0,-1 0 0 0 0,0 0 1 0 0,0 0-1 0 0,1 0 0 0 0,-1 0 0 0 0,0 0 0 0 0,0 0 0 0 0,1 1 1 0 0,-1-1-1 0 0,0 0 0 0 0,1 0 0 0 0,-1 0 0 0 0,0 0 1 0 0,0 0-1 0 0,1 0 0 0 0,-1 0 0 0 0,0 0 0 0 0,0 0 0 0 0,1-1 1 0 0,-1 1-1 0 0,0 0 0 0 0,0 0 0 0 0,1 0 0 0 0,-1 0 1 0 0,0 0-1 0 0,0 0 0 0 0,1-1 0 0 0,-1 1 0 0 0,0 0 1 0 0,0 0-1 0 0,1-1 0 0 0,5-13 185 0 0,-3-17-25 0 0,-6-12-109 0 0,-1-1 0 0 0,-16-67 1 0 0,11 68-65 0 0,2 0 1 0 0,-4-70 0 0 0,11 112-1 0 0,0 1-1 0 0,0-1 0 0 0,0 0 1 0 0,0 0-1 0 0,0 0 1 0 0,0 1-1 0 0,0-1 1 0 0,0 0-1 0 0,0 0 1 0 0,0 0-1 0 0,0 1 1 0 0,0-1-1 0 0,1 0 1 0 0,-1 0-1 0 0,0 1 1 0 0,1-1-1 0 0,-1 0 1 0 0,0 1-1 0 0,1-1 1 0 0,-1 0-1 0 0,1 1 1 0 0,-1-1-1 0 0,1 1 1 0 0,-1-1-1 0 0,2 0 1 0 0,-1 1-1 0 0,0 0-1 0 0,-1 0 1 0 0,1 0 0 0 0,0 0 0 0 0,0 0 0 0 0,0 1 0 0 0,-1-1 0 0 0,1 0 0 0 0,0 1 0 0 0,0-1 0 0 0,-1 1 0 0 0,1-1 0 0 0,0 1 0 0 0,0-1-1 0 0,-1 1 1 0 0,1-1 0 0 0,-1 1 0 0 0,2 1 0 0 0,25 33-30 0 0,-11-7 57 0 0,20 32 22 0 0,48 62-1 0 0,-71-106-32 0 0,0 0-1 0 0,1-1 1 0 0,1-1-1 0 0,0 0 0 0 0,1-1 1 0 0,0-1-1 0 0,1 0 1 0 0,28 13-1 0 0,-37-21 4 0 0,0-1 0 0 0,0 0 0 0 0,0 0 1 0 0,0-1-1 0 0,1 0 0 0 0,-1 0 0 0 0,1-1 0 0 0,0 0 0 0 0,-1-1 0 0 0,11-1 0 0 0,-16 1-1 0 0,1 0 0 0 0,-1-1-1 0 0,0 0 1 0 0,0 1-1 0 0,1-1 1 0 0,-1-1-1 0 0,0 1 1 0 0,0 0 0 0 0,0-1-1 0 0,0 0 1 0 0,-1 1-1 0 0,1-1 1 0 0,0 0-1 0 0,-1 0 1 0 0,1-1 0 0 0,-1 1-1 0 0,0 0 1 0 0,1-1-1 0 0,-1 0 1 0 0,0 1 0 0 0,-1-1-1 0 0,1 0 1 0 0,-1 0-1 0 0,1 0 1 0 0,-1 0-1 0 0,0 0 1 0 0,0 0 0 0 0,1-6-1 0 0,0-2 15 0 0,-1 1-1 0 0,-1-1 1 0 0,0 0 0 0 0,0 1-1 0 0,-1-1 1 0 0,0 1 0 0 0,-1-1-1 0 0,0 1 1 0 0,-1-1-1 0 0,0 1 1 0 0,0 0 0 0 0,-1 0-1 0 0,-1 1 1 0 0,-6-11 0 0 0,-9-15 75 0 0,-2 2 1 0 0,-34-40-1 0 0,56 72-101 0 0,-88-95 62 0 0,87 95-119 0 0,5 2-897 0 0,1 1 406 0 0,-1-1-1 0 0,0 0 1 0 0,0 1-1 0 0,0 0 1 0 0,0 0-1 0 0,4 3 1 0 0,6 2-1716 0 0,4 2-494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6:09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61 17732 0 0,'0'0'3132'0'0,"-5"16"-1336"0"0,4 0-1365 0 0,1 0 1 0 0,1-1-1 0 0,0 1 1 0 0,1 0-1 0 0,7 25 1 0 0,31 77 217 0 0,-12-39-461 0 0,-15-37-185 0 0,31 67 0 0 0,-43-107-107 0 0,-1-20-701 0 0,-21-31 132 0 0,-26-48 0 0 0,-20-48 584 0 0,61 128 100 0 0,1-1-1 0 0,0 1 0 0 0,2-1 0 0 0,0 0 0 0 0,0 0 1 0 0,1-34-1 0 0,2 48 14 0 0,1 1 1 0 0,-1 0-1 0 0,0 0 1 0 0,1-1-1 0 0,-1 1 1 0 0,1 0-1 0 0,0 0 1 0 0,0 0-1 0 0,1-1 1 0 0,-1 1-1 0 0,0 0 1 0 0,1 1-1 0 0,0-1 1 0 0,0 0-1 0 0,0 0 1 0 0,0 1-1 0 0,0-1 1 0 0,0 1-1 0 0,1 0 1 0 0,-1 0-1 0 0,1 0 0 0 0,0 0 1 0 0,-1 0-1 0 0,1 0 1 0 0,0 1-1 0 0,0-1 1 0 0,0 1-1 0 0,0 0 1 0 0,1 0-1 0 0,-1 0 1 0 0,0 0-1 0 0,0 0 1 0 0,1 1-1 0 0,-1 0 1 0 0,5-1-1 0 0,6 1 23 0 0,0 0-1 0 0,0 1 1 0 0,0 0-1 0 0,0 1 1 0 0,0 0-1 0 0,-1 2 0 0 0,1-1 1 0 0,-1 2-1 0 0,0-1 1 0 0,0 2-1 0 0,-1 0 1 0 0,1 0-1 0 0,-1 1 1 0 0,0 1-1 0 0,-1 0 1 0 0,0 1-1 0 0,0 0 0 0 0,-1 0 1 0 0,0 1-1 0 0,-1 1 1 0 0,0-1-1 0 0,-1 1 1 0 0,0 1-1 0 0,0 0 1 0 0,-2 0-1 0 0,1 0 1 0 0,-1 1-1 0 0,-1 0 0 0 0,6 21 1 0 0,-9-26-36 0 0,-1 1 1 0 0,1-1-1 0 0,-2 0 1 0 0,1 1-1 0 0,-1-1 1 0 0,0 0-1 0 0,-1 1 1 0 0,0-1-1 0 0,0 0 0 0 0,-1 0 1 0 0,0 1-1 0 0,0-1 1 0 0,-1-1-1 0 0,0 1 1 0 0,0 0-1 0 0,-1-1 1 0 0,0 1-1 0 0,0-1 1 0 0,-1 0-1 0 0,-6 7 0 0 0,-1-1 21 0 0,-1-1 0 0 0,0 0 0 0 0,-1-1 0 0 0,0 0 0 0 0,0-1 0 0 0,-1 0 0 0 0,0-2 0 0 0,-26 12 0 0 0,-8 1 22 0 0,-1-2-1 0 0,-1-2 1 0 0,-82 17 0 0 0,129-34-60 0 0,-2 2-44 0 0,0-1 1 0 0,0-1-1 0 0,0 1 0 0 0,0-1 0 0 0,-8-1 1 0 0,14 1 33 0 0,0 0 0 0 0,-1 0 0 0 0,1 0 0 0 0,0-1 0 0 0,0 1 0 0 0,0 0 0 0 0,0 0 0 0 0,0-1 1 0 0,-1 1-1 0 0,1 0 0 0 0,0 0 0 0 0,0 0 0 0 0,0-1 0 0 0,0 1 0 0 0,0 0 0 0 0,0 0 0 0 0,0-1 0 0 0,0 1 0 0 0,0 0 1 0 0,0-1-1 0 0,0 1 0 0 0,0 0 0 0 0,0 0 0 0 0,0-1 0 0 0,0 1 0 0 0,0 0 0 0 0,0 0 0 0 0,0-1 0 0 0,0 1 0 0 0,0 0 1 0 0,0 0-1 0 0,1 0 0 0 0,-1-1 0 0 0,0 1 0 0 0,0 0 0 0 0,0 0 0 0 0,0-1 0 0 0,1 1 0 0 0,-1 0 0 0 0,0 0 1 0 0,0 0-1 0 0,0 0 0 0 0,1-1 0 0 0,-1 1 0 0 0,0 0 0 0 0,0 0 0 0 0,1 0 0 0 0,-1 0 0 0 0,12-11-603 0 0,97-61-5268 0 0,-79 56 3611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6:09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47 14003 0 0,'-2'-5'968'0'0,"1"-1"0"0"0,0 0 1 0 0,0 0-1 0 0,1 0 0 0 0,0-11 2519 0 0,12 35-1892 0 0,23 100 616 0 0,3 5-1569 0 0,-30-102-622 0 0,0-1 0 0 0,2 0 0 0 0,21 33 0 0 0,-31-53-89 0 0,2 3-237 0 0,0 0 0 0 0,0 0 1 0 0,0 0-1 0 0,1 0 0 0 0,-1-1 0 0 0,1 1 0 0 0,-1-1 0 0 0,5 3 0 0 0,-6-6-1007 0 0,8-5-1023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6:10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0 121 16668 0 0,'3'-5'320'0'0,"0"1"1"0"0,0 0 0 0 0,1 0 0 0 0,-1 0 0 0 0,1 0 0 0 0,0 1 0 0 0,0-1 0 0 0,0 1 0 0 0,0 0 0 0 0,0 0 0 0 0,1 1 0 0 0,0-1 0 0 0,8-3 0 0 0,5 0 457 0 0,1 0 1 0 0,25-5 0 0 0,68-7 554 0 0,127-5 0 0 0,-224 22-1304 0 0,7-1-308 0 0,1 1-1 0 0,0 0 0 0 0,0 2 1 0 0,-1 1-1 0 0,43 8 1 0 0,-64-10 96 0 0,0 0 1 0 0,0 0-1 0 0,0 0 1 0 0,0 1-1 0 0,0-1 0 0 0,0 1 1 0 0,0-1-1 0 0,0 0 1 0 0,0 1-1 0 0,0 0 1 0 0,0-1-1 0 0,-1 1 1 0 0,1-1-1 0 0,0 1 1 0 0,0 0-1 0 0,-1 0 1 0 0,1-1-1 0 0,0 1 1 0 0,-1 0-1 0 0,1 0 1 0 0,0 0-1 0 0,-1 0 1 0 0,1 0-1 0 0,-1 0 1 0 0,0 0-1 0 0,1 0 1 0 0,-1 0-1 0 0,0 0 1 0 0,0 0-1 0 0,0 0 1 0 0,1 0-1 0 0,-1 0 1 0 0,0 0-1 0 0,0 1 1 0 0,-5 6-2686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6:10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15827 0 0,'8'3'751'0'0,"0"-1"-1"0"0,0 1 0 0 0,0-2 0 0 0,1 1 0 0 0,-1-1 0 0 0,1 0 1 0 0,-1-1-1 0 0,17-1 0 0 0,1 1 121 0 0,221 9 2973 0 0,-82-2-3870 0 0,-154-7-744 0 0,-1 0 0 0 0,1-1 0 0 0,-1 0-1 0 0,20-5 1 0 0,-16 3-706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6:10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404 40 17476 0 0,'-1'-3'130'0'0,"-1"0"1"0"0,-1 1 0 0 0,1-1-1 0 0,0 0 1 0 0,-1 1 0 0 0,0-1-1 0 0,1 1 1 0 0,-1 0-1 0 0,0 0 1 0 0,0 0 0 0 0,0 0-1 0 0,0 0 1 0 0,-1 1 0 0 0,1-1-1 0 0,0 1 1 0 0,-1 0 0 0 0,1 0-1 0 0,-1 0 1 0 0,1 1-1 0 0,-1-1 1 0 0,1 1 0 0 0,-5 0-1 0 0,-12 0 121 0 0,0 2 0 0 0,0 0-1 0 0,0 1 1 0 0,1 1 0 0 0,-1 1-1 0 0,1 0 1 0 0,0 2-1 0 0,0 0 1 0 0,1 1 0 0 0,0 1-1 0 0,1 1 1 0 0,0 0 0 0 0,-18 14-1 0 0,31-20-225 0 0,-1 0 0 0 0,1 0-1 0 0,0 0 1 0 0,0 1 0 0 0,1 0 0 0 0,-1-1-1 0 0,1 1 1 0 0,0 0 0 0 0,0 1 0 0 0,1-1-1 0 0,-1 0 1 0 0,1 1 0 0 0,0-1 0 0 0,1 1-1 0 0,-2 8 1 0 0,3-10-10 0 0,-1 0 0 0 0,1 0 1 0 0,0 1-1 0 0,1-1 0 0 0,-1 0 0 0 0,1 0 0 0 0,0 0 1 0 0,0 1-1 0 0,0-1 0 0 0,0 0 0 0 0,1 0 0 0 0,-1-1 1 0 0,1 1-1 0 0,0 0 0 0 0,1 0 0 0 0,-1-1 0 0 0,0 1 1 0 0,1-1-1 0 0,0 0 0 0 0,0 0 0 0 0,0 0 0 0 0,4 3 1 0 0,7 4 28 0 0,0 0 0 0 0,1-1 0 0 0,0 0 1 0 0,1-1-1 0 0,17 6 0 0 0,87 24 89 0 0,-84-28-72 0 0,1 1 1 0 0,55 26-1 0 0,-25 2 44 0 0,-60-34-90 0 0,-1 0 1 0 0,1 0-1 0 0,-1 1 0 0 0,0 0 0 0 0,0 0 1 0 0,0 1-1 0 0,4 6 0 0 0,-9-12-5 0 0,0 1 0 0 0,-1-1 0 0 0,1 0 0 0 0,0 0 0 0 0,-1 1 0 0 0,1-1 0 0 0,-1 0-1 0 0,1 1 1 0 0,-1-1 0 0 0,1 1 0 0 0,-1-1 0 0 0,0 0 0 0 0,0 1 0 0 0,0-1 0 0 0,0 1 0 0 0,0-1 0 0 0,0 1 0 0 0,0-1 0 0 0,-1 0 0 0 0,1 1-1 0 0,-1 2 1 0 0,0-2 9 0 0,-1 0-1 0 0,1 0 1 0 0,0 0-1 0 0,-1-1 1 0 0,1 1-1 0 0,-1 0 1 0 0,0-1-1 0 0,1 1 0 0 0,-1-1 1 0 0,0 1-1 0 0,0-1 1 0 0,-3 2-1 0 0,-6 2 54 0 0,0 0-1 0 0,-1-1 1 0 0,0 0-1 0 0,-12 2 1 0 0,18-4-56 0 0,-175 27 286 0 0,124-22-300 0 0,-88 22 1 0 0,113-19-667 0 0,31-10 200 0 0,9 3-2294 0 0,4-4 701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6:11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238 112 10874 0 0,'1'-4'285'0'0,"0"0"-1"0"0,1-1 0 0 0,-1 1 1 0 0,1 0-1 0 0,0 0 1 0 0,1 1-1 0 0,2-5 0 0 0,-3 6-59 0 0,-1 0 0 0 0,1-1 0 0 0,0 1-1 0 0,-1 0 1 0 0,0-1 0 0 0,1 1-1 0 0,-1-1 1 0 0,0 0 0 0 0,0 1 0 0 0,0-1-1 0 0,-1 0 1 0 0,1 1 0 0 0,-1-1-1 0 0,1 0 1 0 0,-1 0 0 0 0,0 0 0 0 0,0 0-1 0 0,0 1 1 0 0,-2-6 0 0 0,2 7-130 0 0,-1 0 1 0 0,0-1-1 0 0,0 1 1 0 0,0 0 0 0 0,0 0-1 0 0,-1-1 1 0 0,1 1-1 0 0,0 0 1 0 0,0 0-1 0 0,-1 0 1 0 0,1 1 0 0 0,0-1-1 0 0,-1 0 1 0 0,1 0-1 0 0,-1 1 1 0 0,1-1-1 0 0,-1 1 1 0 0,0-1 0 0 0,1 1-1 0 0,-1 0 1 0 0,1 0-1 0 0,-1 0 1 0 0,0 0-1 0 0,1 0 1 0 0,-1 0 0 0 0,-2 0-1 0 0,-2 1 66 0 0,1-1 1 0 0,-1 1-1 0 0,1 0 0 0 0,-1 1 0 0 0,1-1 0 0 0,-8 5 1 0 0,0 1 7 0 0,1 0 1 0 0,0 2 0 0 0,1-1-1 0 0,0 1 1 0 0,0 1 0 0 0,1 0 0 0 0,0 1-1 0 0,1 0 1 0 0,0 0 0 0 0,1 1 0 0 0,0 0-1 0 0,-12 24 1 0 0,13-20-75 0 0,0 0 1 0 0,1 0-1 0 0,1 1 1 0 0,1-1-1 0 0,0 1 1 0 0,1 0-1 0 0,1 1 1 0 0,0-1-1 0 0,1 0 1 0 0,3 24-1 0 0,-1-29-46 0 0,2-1 0 0 0,0 1 0 0 0,0-1 0 0 0,1 0 0 0 0,0 0 0 0 0,1 0-1 0 0,0 0 1 0 0,1-1 0 0 0,0 1 0 0 0,1-2 0 0 0,0 1 0 0 0,12 12 0 0 0,-6-8 4 0 0,0-2 1 0 0,1 1 0 0 0,0-2 0 0 0,1 0 0 0 0,0-1-1 0 0,1 0 1 0 0,22 10 0 0 0,-17-12-12 0 0,0-1 0 0 0,0-1 0 0 0,1 0 1 0 0,-1-2-1 0 0,1 0 0 0 0,1-2 0 0 0,-1 0 0 0 0,0-2 1 0 0,0 0-1 0 0,0-1 0 0 0,42-9 0 0 0,-33 4 18 0 0,-1-2 1 0 0,0-1-1 0 0,-1-2 0 0 0,0 0 0 0 0,-1-2 1 0 0,0-2-1 0 0,50-33 0 0 0,-67 40-26 0 0,-1 0 1 0 0,0-1-1 0 0,-1 1 0 0 0,1-2 0 0 0,-2 1 1 0 0,1-2-1 0 0,-2 1 0 0 0,13-20 0 0 0,-18 25-24 0 0,0 0-1 0 0,0 0 1 0 0,0 0-1 0 0,0 0 1 0 0,-1 0-1 0 0,0-1 1 0 0,0 1-1 0 0,0 0 1 0 0,-1-1-1 0 0,1 1 1 0 0,-1-1-1 0 0,-1 1 1 0 0,1 0-1 0 0,-1-1 1 0 0,0 1-1 0 0,0 0 1 0 0,-1-1-1 0 0,1 1 1 0 0,-1 0-1 0 0,0 0 1 0 0,0 0-1 0 0,-1 0 1 0 0,-4-5-1 0 0,2 2-8 0 0,-1 1 0 0 0,1-1-1 0 0,-2 1 1 0 0,1 1 0 0 0,-1-1 0 0 0,0 1-1 0 0,-1 1 1 0 0,1-1 0 0 0,-1 1 0 0 0,0 0 0 0 0,-11-4-1 0 0,6 4-9 0 0,-1 0-1 0 0,1 1 0 0 0,-1 0 0 0 0,0 2 1 0 0,0-1-1 0 0,-26 0 0 0 0,11 4-12 0 0,0 0-1 0 0,0 2 1 0 0,1 2-1 0 0,0 0 1 0 0,0 2 0 0 0,-48 18-1 0 0,38-10-16 0 0,-53 28 0 0 0,79-36 24 0 0,1 0-1 0 0,-1 0 1 0 0,2 2-1 0 0,-1-1 1 0 0,1 1-1 0 0,0 1 1 0 0,1 0-1 0 0,-11 14 1 0 0,17-21 10 0 0,1 0-1 0 0,1 0 1 0 0,-1 0 0 0 0,0 0 0 0 0,1 0 0 0 0,0 1 0 0 0,0-1-1 0 0,0 0 1 0 0,0 1 0 0 0,0-1 0 0 0,0 1 0 0 0,1-1 0 0 0,0 1-1 0 0,0-1 1 0 0,0 1 0 0 0,0-1 0 0 0,0 0 0 0 0,1 1 0 0 0,0-1-1 0 0,-1 1 1 0 0,1-1 0 0 0,0 0 0 0 0,1 1 0 0 0,-1-1 0 0 0,1 0-1 0 0,2 5 1 0 0,0-3-37 0 0,0-1-1 0 0,0 1 1 0 0,0 0 0 0 0,1-1-1 0 0,-1 0 1 0 0,1 0 0 0 0,0-1-1 0 0,0 1 1 0 0,1-1 0 0 0,-1 0-1 0 0,1 0 1 0 0,-1-1 0 0 0,1 0-1 0 0,8 3 1 0 0,6-1-371 0 0,-1 0 0 0 0,1-1 0 0 0,0-1 0 0 0,0-1 0 0 0,0-1-1 0 0,0-1 1 0 0,39-6 0 0 0,-34 2-961 0 0,0-1 0 0 0,-1-1-1 0 0,30-13 1 0 0,-21 6-860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6:11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155 152 8034 0 0,'-1'-5'65'0'0,"-3"-6"877"0"0,1 0 0 0 0,-1 0 0 0 0,-1 0 1 0 0,0 0-1 0 0,-1 1 0 0 0,0 0 0 0 0,0 0 1 0 0,-1 1-1 0 0,-11-12 0 0 0,18 21-863 0 0,-1-1-1 0 0,1 1 1 0 0,-1-1 0 0 0,1 1-1 0 0,-1-1 1 0 0,1 1 0 0 0,-1-1-1 0 0,0 1 1 0 0,0-1 0 0 0,1 1-1 0 0,-1 0 1 0 0,0-1 0 0 0,1 1-1 0 0,-1 0 1 0 0,0 0-1 0 0,0 0 1 0 0,1-1 0 0 0,-1 1-1 0 0,0 0 1 0 0,0 0 0 0 0,0 0-1 0 0,1 0 1 0 0,-1 0 0 0 0,0 1-1 0 0,0-1 1 0 0,-1 0 0 0 0,1 1-4 0 0,0 0 1 0 0,0 0-1 0 0,1-1 1 0 0,-1 1-1 0 0,0 0 1 0 0,0 0-1 0 0,1 0 0 0 0,-1 0 1 0 0,0 0-1 0 0,1 0 1 0 0,-1 0-1 0 0,1 0 1 0 0,-1 1-1 0 0,1-1 1 0 0,-1 1-1 0 0,-1 6 209 0 0,1 0 1 0 0,0 0-1 0 0,0 16 0 0 0,2-5 46 0 0,0-1 1 0 0,2 1 0 0 0,0-1 0 0 0,1 1 0 0 0,8 21-1 0 0,40 88 625 0 0,-40-100-854 0 0,-1-1-5 0 0,0 0 0 0 0,9 44 0 0 0,-16-59-52 0 0,-3-10-22 0 0,0-1-1 0 0,-1 1 1 0 0,1 0 0 0 0,-1-1-1 0 0,1 1 1 0 0,-1 0 0 0 0,0 0-1 0 0,1-1 1 0 0,-1 1 0 0 0,0 0-1 0 0,0 0 1 0 0,-1 1 0 0 0,1-2 93 0 0,-12-23 354 0 0,-17-20-359 0 0,-2-3-14 0 0,-51-98 0 0 0,76 130-96 0 0,0-1-1 0 0,1 0 1 0 0,0-1 0 0 0,1 0-1 0 0,0 1 1 0 0,2-1 0 0 0,-1 0-1 0 0,2-1 1 0 0,0 1-1 0 0,1 0 1 0 0,0 0 0 0 0,4-17-1 0 0,-4 28-7 0 0,1 0 1 0 0,0 1-1 0 0,0-1 0 0 0,0 0 0 0 0,1 0 0 0 0,0 1 0 0 0,-1-1 1 0 0,1 0-1 0 0,0 1 0 0 0,1 0 0 0 0,-1-1 0 0 0,1 1 0 0 0,-1 0 0 0 0,1 0 1 0 0,0 1-1 0 0,0-1 0 0 0,6-4 0 0 0,-4 5 5 0 0,0-1-1 0 0,1 1 1 0 0,-1 0-1 0 0,1 0 1 0 0,-1 0-1 0 0,1 1 1 0 0,0 0 0 0 0,-1 0-1 0 0,1 1 1 0 0,0-1-1 0 0,7 1 1 0 0,1 1 14 0 0,1 1 0 0 0,0 1 0 0 0,-1 0 0 0 0,1 0 0 0 0,-1 1 0 0 0,0 1 0 0 0,0 1 1 0 0,23 12-1 0 0,-32-15-10 0 0,10 5 0 0 0,0 1 0 0 0,-1 0 1 0 0,1 1-1 0 0,-2 1 0 0 0,0 0 0 0 0,0 0 0 0 0,19 24 0 0 0,-31-33-1 0 0,0-1 0 0 0,0 0 0 0 0,0 0 0 0 0,0 1 1 0 0,-1-1-1 0 0,1 1 0 0 0,0-1 0 0 0,-1 1 0 0 0,1-1 0 0 0,-1 1 0 0 0,1-1 0 0 0,-1 1 0 0 0,0-1 0 0 0,1 1 0 0 0,-1-1 0 0 0,0 1 0 0 0,0 0 0 0 0,0-1 0 0 0,0 1 0 0 0,-1-1 0 0 0,1 1 0 0 0,-1 1 0 0 0,0-1 5 0 0,0-1 0 0 0,0 1 0 0 0,0-1 0 0 0,0 1-1 0 0,-1-1 1 0 0,1 0 0 0 0,0 0 0 0 0,-1 1 0 0 0,1-1-1 0 0,-1 0 1 0 0,1 0 0 0 0,-1-1 0 0 0,0 1 0 0 0,1 0-1 0 0,-1 0 1 0 0,-2 0 0 0 0,-6 2 16 0 0,-1-1 0 0 0,0 0-1 0 0,0-1 1 0 0,-21 0 0 0 0,8-1-46 0 0,0 1 0 0 0,-46 8 0 0 0,68-8 17 0 0,0-1-1 0 0,1 0 1 0 0,-1 1 0 0 0,0-1-1 0 0,1 1 1 0 0,-1-1-1 0 0,1 1 1 0 0,-1 0-1 0 0,0-1 1 0 0,1 1-1 0 0,0 0 1 0 0,-1 0-1 0 0,1 0 1 0 0,-1 0 0 0 0,1 1-1 0 0,0-1 1 0 0,0 0-1 0 0,-2 3 1 0 0,3-3 6 0 0,0 0 0 0 0,-1 0 0 0 0,1 0 0 0 0,0 0 0 0 0,0 0 0 0 0,0 0 0 0 0,0 0 1 0 0,0 1-1 0 0,0-1 0 0 0,0 0 0 0 0,1 0 0 0 0,-1 0 0 0 0,0 0 0 0 0,0 0 0 0 0,1 0 1 0 0,-1 0-1 0 0,1 0 0 0 0,-1 0 0 0 0,1 0 0 0 0,0 0 0 0 0,0 1 0 0 0,4 4 28 0 0,1 0 0 0 0,0 0 0 0 0,0 0 0 0 0,0-1 0 0 0,1 0 0 0 0,7 4 0 0 0,36 20 451 0 0,2-3-1 0 0,104 38 0 0 0,-77-33-75 0 0,-34-11-233 0 0,-27-12-218 0 0,0 0 1 0 0,27 8-1 0 0,-43-16-221 0 0,-1 1 1 0 0,1-1-1 0 0,0 1 1 0 0,0-1-1 0 0,-1 0 1 0 0,1 0 0 0 0,0 0-1 0 0,0 0 1 0 0,-1 0-1 0 0,1 0 1 0 0,0-1-1 0 0,0 1 1 0 0,-1 0-1 0 0,1-1 1 0 0,0 1-1 0 0,-1-1 1 0 0,1 0 0 0 0,-1 0-1 0 0,4-1 1 0 0,1-3-1461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6:12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41 15459 0 0,'3'-6'640'0'0,"0"0"-1"0"0,1 1 1 0 0,-1-1-1 0 0,1 1 1 0 0,7-7 1794 0 0,-10 14-1919 0 0,-1 4-349 0 0,1-1-1 0 0,-1 1 1 0 0,-1-1 0 0 0,1 1-1 0 0,-1 0 1 0 0,0-1 0 0 0,-1 1-1 0 0,1-1 1 0 0,-1 0 0 0 0,-3 8 0 0 0,-4 13 210 0 0,2 4-46 0 0,-3 5-20 0 0,2 2-1 0 0,1-1 1 0 0,-2 40-1 0 0,9-65-250 0 0,0 0-1 0 0,0 0 1 0 0,1-1-1 0 0,1 1 1 0 0,0 0-1 0 0,0 0 1 0 0,1-1-1 0 0,0 1 1 0 0,1-1-1 0 0,0 0 1 0 0,1 0 0 0 0,0-1-1 0 0,0 1 1 0 0,1-1-1 0 0,7 9 1 0 0,-7-11 8 0 0,0 1 1 0 0,0-1 0 0 0,0-1-1 0 0,1 1 1 0 0,0-1 0 0 0,1 0-1 0 0,0-1 1 0 0,-1 0 0 0 0,1 0 0 0 0,1 0-1 0 0,-1-1 1 0 0,1-1 0 0 0,0 1-1 0 0,0-2 1 0 0,0 1 0 0 0,0-1-1 0 0,0 0 1 0 0,0-1 0 0 0,1 0 0 0 0,11 0-1 0 0,-4-2 3 0 0,-1 0-1 0 0,1-1 1 0 0,-1 0-1 0 0,32-10 0 0 0,-38 9-135 0 0,-1 0-1 0 0,0-1 0 0 0,0 0 0 0 0,0-1 1 0 0,-1 1-1 0 0,1-2 0 0 0,-1 1 1 0 0,0-1-1 0 0,11-12 0 0 0,-16 15-189 0 0,-1 1 0 0 0,-1-1-1 0 0,1 0 1 0 0,0 1 0 0 0,-1-1 0 0 0,1 0-1 0 0,-1 0 1 0 0,0 0 0 0 0,0 0-1 0 0,0 0 1 0 0,0-1 0 0 0,-1 1 0 0 0,1 0-1 0 0,-1 0 1 0 0,0-1 0 0 0,0 1-1 0 0,0-3 1 0 0,-1-6-2090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6:12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0 342 17676 0 0,'29'-7'640'0'0,"4"2"-48"0"0,2 0 8 0 0,-2-1-48 0 0,4 1-104 0 0,0 0 8 0 0,1 0-95 0 0,-1-2-121 0 0,-2 0-24 0 0,0 2-48 0 0,0-1-144 0 0,-4 1-408 0 0,-1-2-241 0 0,-3 0-111 0 0,0-1-528 0 0</inkml:trace>
  <inkml:trace contextRef="#ctx0" brushRef="#br0" timeOffset="1">85 34 17092 0 0,'47'-11'3583'0'0,"-30"7"-1938"0"0,33-5 0 0 0,104 5 476 0 0,-31 1-3934 0 0,-92 0-599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6:14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0 625 9146 0 0,'0'1'3942'0'0,"1"-6"-3907"0"0,0-2 59 0 0,3-28 83 0 0,-3 28-99 0 0,-1 5 50 0 0,22-17 3622 0 0,8-4-3460 0 0,-27 21-243 0 0,0 0 0 0 0,0 1 1 0 0,0 0-1 0 0,1 0 1 0 0,-1 0-1 0 0,0 0 0 0 0,1 0 1 0 0,-1 1-1 0 0,0-1 0 0 0,1 1 1 0 0,-1 0-1 0 0,1 0 0 0 0,-1 0 1 0 0,4 1-1 0 0,8 0 70 0 0,279-24 827 0 0,-112 7-513 0 0,1648-139 2068 0 0,-1191 91-2063 0 0,435-39 591 0 0,-832 83-808 0 0,1129-80 443 0 0,-723 75-176 0 0,-608 24-440 0 0,-13 1 70 0 0,0-1-1 0 0,48-9 1 0 0,-74 9 539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6:14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9018 0 0,'8'-9'3178'0'0,"-5"6"-2555"0"0,-1 0 0 0 0,1 0 0 0 0,0 1 0 0 0,0-1 0 0 0,0 1 0 0 0,0 0 0 0 0,0 0-1 0 0,1 0 1 0 0,-1 0 0 0 0,6-2 0 0 0,-9 4-535 0 0,1 0 0 0 0,-1 0 0 0 0,1 0 0 0 0,0 0 1 0 0,-1 0-1 0 0,1 0 0 0 0,-1 1 0 0 0,1-1 0 0 0,-1 0 0 0 0,1 0 0 0 0,-1 0 0 0 0,1 1 0 0 0,-1-1 0 0 0,1 0 0 0 0,-1 1 0 0 0,1-1 1 0 0,-1 0-1 0 0,0 1 0 0 0,1-1 0 0 0,-1 0 0 0 0,1 1 0 0 0,-1-1 0 0 0,0 1 0 0 0,0-1 0 0 0,1 1 0 0 0,-1-1 0 0 0,0 1 1 0 0,0-1-1 0 0,1 1 0 0 0,-1-1 0 0 0,0 1 0 0 0,0-1 0 0 0,0 1 0 0 0,0 0 0 0 0,0-1 0 0 0,0 1 0 0 0,0-1 0 0 0,0 1 1 0 0,0 0-1 0 0,2 26 354 0 0,-11 92 1057 0 0,2-34-778 0 0,6 121 0 0 0,19-50 102 0 0,40 159 0 0 0,-49-269-690 0 0,33 150 444 0 0,48 257 549 0 0,-71-351-906 0 0,-7-40-18 0 0,8 99 0 0 0,-19-148-200 0 0,0 4 89 0 0,-3 31-1 0 0,2-44-108 0 0,-1 0 0 0 0,1 0 0 0 0,-1 0 0 0 0,0 0 0 0 0,0 0 0 0 0,-1-1 0 0 0,1 1 0 0 0,-1 0 0 0 0,0-1 0 0 0,0 1 0 0 0,0-1 0 0 0,-1 1 0 0 0,-2 3 0 0 0,3-6-277 0 0,0 0 0 0 0,0 0 1 0 0,0 0-1 0 0,1 0 0 0 0,-1 0 0 0 0,-1 0 1 0 0,1 0-1 0 0,0-1 0 0 0,0 1 0 0 0,0-1 1 0 0,0 1-1 0 0,0-1 0 0 0,-1 0 1 0 0,1 0-1 0 0,-4 0 0 0 0,-3 0-1624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6:17.9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331 762 13691 0 0,'-1'-1'97'0'0,"0"1"-1"0"0,0-1 1 0 0,1 0 0 0 0,-1 1-1 0 0,0-1 1 0 0,0 0 0 0 0,1 0 0 0 0,-1 0-1 0 0,1 1 1 0 0,-1-1 0 0 0,1 0-1 0 0,-1 0 1 0 0,1 0 0 0 0,0 0-1 0 0,-1 0 1 0 0,1 0 0 0 0,0 0 0 0 0,0 0-1 0 0,0 0 1 0 0,0 0 0 0 0,-1 0-1 0 0,2 0 1 0 0,-1 0 0 0 0,0 0-1 0 0,0 0 1 0 0,0 0 0 0 0,0-1 0 0 0,1 2-1 0 0,-1-1 1 0 0,0 0 0 0 0,1 0-1 0 0,-1 0 1 0 0,1 0 0 0 0,-1 0-1 0 0,1 0 1 0 0,-1 0 0 0 0,1 0 0 0 0,0 1-1 0 0,-1-1 1 0 0,1 0 0 0 0,0 0-1 0 0,0 1 1 0 0,0-1 0 0 0,-1 1-1 0 0,1-1 1 0 0,2 0 0 0 0,-2 0 392 0 0,5 3 354 0 0,-4 0-787 0 0,0 0-1 0 0,1 0 1 0 0,-1 0 0 0 0,0 0-1 0 0,0 1 1 0 0,-1-1 0 0 0,1 0-1 0 0,0 1 1 0 0,-1-1 0 0 0,1 1-1 0 0,-1 0 1 0 0,0-1 0 0 0,0 1-1 0 0,0 0 1 0 0,0 0 0 0 0,0 5-1 0 0,2 9 240 0 0,1 31-1 0 0,-3-19-123 0 0,2 36 423 0 0,-9 115 0 0 0,0-78-138 0 0,-9 74 258 0 0,-1-5-105 0 0,-15 161 367 0 0,14-183-618 0 0,5-42-123 0 0,-14 152 132 0 0,22-180-230 0 0,8 101 0 0 0,-4-177-138 0 0,0 5 20 0 0,1 0-1 0 0,0 0 1 0 0,0 0 0 0 0,1 0 0 0 0,4 11 0 0 0,-6-17-22 0 0,1-1 0 0 0,0 0 0 0 0,-1 1 0 0 0,1-1 0 0 0,0 0 1 0 0,0 0-1 0 0,-1 0 0 0 0,1 0 0 0 0,0 0 0 0 0,0 0 0 0 0,0 0 0 0 0,1 0 0 0 0,-1 0 0 0 0,0 0 0 0 0,0 0 0 0 0,0 0 0 0 0,1-1 1 0 0,-1 1-1 0 0,0-1 0 0 0,1 1 0 0 0,-1-1 0 0 0,0 1 0 0 0,1-1 0 0 0,-1 0 0 0 0,1 0 0 0 0,-1 0 0 0 0,0 0 0 0 0,1 0 1 0 0,-1 0-1 0 0,1 0 0 0 0,-1 0 0 0 0,1 0 0 0 0,-1 0 0 0 0,0-1 0 0 0,1 1 0 0 0,-1-1 0 0 0,3-1 0 0 0,9-4-220 0 0,1 0 0 0 0,-1-2 0 0 0,-1 0 0 0 0,0 0 0 0 0,0-1-1 0 0,11-11 1 0 0,27-18-598 0 0,-49 37 770 0 0,-10 2-355 0 0,-13 6 392 0 0,14-4 19 0 0,0-1-1 0 0,0 0 1 0 0,0 0-1 0 0,-11 1 1 0 0,18-3 23 0 0,25-4-81 0 0,70-3 79 0 0,556-35 428 0 0,688-14 382 0 0,91-4-425 0 0,-477 24-295 0 0,1498-52 404 0 0,-2345 83-505 0 0,122-2 121 0 0,-218 6-78 0 0,0 0 0 0 0,0-1 0 0 0,-1 0 0 0 0,1-1 0 0 0,13-6 0 0 0,-11 5-82 0 0,-1 0 0 0 0,1 1 0 0 0,0 0 0 0 0,12-2 0 0 0,-10 4 120 0 0,1-1-689 0 0,-33 2 268 0 0,-21 6 335 0 0,34-5-10 0 0,-1 1 0 0 0,1-1 0 0 0,-1 0 0 0 0,1-1 0 0 0,-11 0-1 0 0,-144 2 1 0 0,59 2 0 0 0,-202 12-118 0 0,42-1-72 0 0,-899 36-116 0 0,827-33 238 0 0,-2569 133-354 0 0,2780-145 422 0 0,-840 38-35 0 0,2-37 6 0 0,852-10 29 0 0,-182-27 0 0 0,271 28-188 0 0,19 3 57 0 0,9 3 67 0 0,6 0 71 0 0,0 0 0 0 0,0-2-1 0 0,1 1 1 0 0,-1-2 0 0 0,23 0-1 0 0,-37-1 130 0 0,16-69-87 0 0,-6-11-35 0 0,-12-99 10 0 0,-8 32 0 0 0,13-242-1 0 0,11 205-22 0 0,50-242-1 0 0,-64 426 0 0 0,37-192 2 0 0,-34 165 9 0 0,-1-1-1 0 0,-1 1 1 0 0,-1-1-1 0 0,-1 1 1 0 0,-6-30 0 0 0,-2 23 39 0 0,8 33-58 0 0,3 17-78 0 0,2-20 80 0 0,0-1 1 0 0,-1 0-1 0 0,0-1 0 0 0,0 1 1 0 0,-1 0-1 0 0,1-1 1 0 0,-1 0-1 0 0,2-9 1 0 0,12-26-71 0 0,6 12 6 0 0,-18 24 47 0 0,0 0 0 0 0,0-1 1 0 0,0 1-1 0 0,0-1 0 0 0,2-7 0 0 0,2-2-20 0 0,-5 10 37 0 0,-1 0 0 0 0,0 0 0 0 0,0 0 0 0 0,3-9 0 0 0,-4 12-2 0 0,-1 0-1 0 0,1 1 1 0 0,1-1 0 0 0,-1 0-1 0 0,0 1 1 0 0,0-1 0 0 0,1 1-1 0 0,-1-1 1 0 0,0 1 0 0 0,1 0-1 0 0,0 0 1 0 0,-1 0-1 0 0,1-1 1 0 0,0 2 0 0 0,-1-1-1 0 0,1 0 1 0 0,0 0 0 0 0,3-1-1 0 0,36-9-160 0 0,129-11 58 0 0,188-1 0 0 0,-92 9 156 0 0,877-60 75 0 0,-584 40-79 0 0,132-19 15 0 0,-38 3 24 0 0,40 1 35 0 0,617-36 9 0 0,-50 5 22 0 0,-1152 72 179 0 0,-111 9-311 0 0,0-1 0 0 0,0 1 0 0 0,-1-1 0 0 0,1 1 0 0 0,0 0 1 0 0,0 0-1 0 0,-5 3 0 0 0,-12 4-21 0 0,19-8-1 0 0,1 0-13 0 0,-1 0 19 0 0,1 0 1 0 0,0 0 0 0 0,-1 0-1 0 0,1 0 1 0 0,0 0-1 0 0,-1 0 1 0 0,1 0-1 0 0,0 0 1 0 0,-1 0 0 0 0,1 0-1 0 0,0 0 1 0 0,0 0-1 0 0,-1 0 1 0 0,1 0-1 0 0,0 0 1 0 0,-1 0-1 0 0,1 0 1 0 0,0 0 0 0 0,0 0-1 0 0,-1 1 1 0 0,1-1-1 0 0,0 0 1 0 0,0 0-1 0 0,-1 0 1 0 0,1 0 0 0 0,0 1-1 0 0,0-1 1 0 0,-1 0-1 0 0,1 0 1 0 0,0 1-1 0 0,0-1 1 0 0,0 0-1 0 0,0 0 1 0 0,-1 1 0 0 0,10 13-691 0 0,9 4 171 0 0,2-1-1 0 0,38 27 0 0 0,9-11 274 0 0,-51-26 216 0 0,0 1 0 0 0,28 17 0 0 0,-39-21 56 0 0,1 1 1 0 0,-1-1-1 0 0,0 1 0 0 0,0 0 0 0 0,-1 0 0 0 0,0 1 0 0 0,0-1 0 0 0,0 1 0 0 0,0 0 0 0 0,-1 0 0 0 0,3 7 0 0 0,1 10 123 0 0,0-1 1 0 0,-2 1-1 0 0,4 32 1 0 0,-2-13-15 0 0,30 287 306 0 0,-26 1 173 0 0,-2-37 53 0 0,-4-186-425 0 0,17 255 392 0 0,24-5-247 0 0,-40-333-457 0 0,0 0 0 0 0,1-1 1 0 0,1 0-1 0 0,20 40 1 0 0,9-1-3387 0 0,-31-51 1226 0 0,-4-4-682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6:31.7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457 152 7458 0 0,'4'-6'1207'0'0,"-1"-1"1"0"0,1 0-1 0 0,-1 0 0 0 0,3-12 1 0 0,-7 13-404 0 0,-2-1-289 0 0,-13-22 666 0 0,14 25-822 0 0,0-1-1 0 0,-1 1 0 0 0,0 0 0 0 0,0 0 1 0 0,0 0-1 0 0,-1 0 0 0 0,1 0 1 0 0,-1 1-1 0 0,0-1 0 0 0,0 1 0 0 0,-6-4 1 0 0,5 5-170 0 0,0 0 0 0 0,0 0 0 0 0,0 0 0 0 0,0 1 0 0 0,0-1 0 0 0,-1 1 1 0 0,1 1-1 0 0,0-1 0 0 0,-1 1 0 0 0,1 0 0 0 0,0 0 0 0 0,-1 0 0 0 0,1 1 1 0 0,-10 2-1 0 0,-7 4 19 0 0,0 1 1 0 0,1 1 0 0 0,1 0 0 0 0,-1 2-1 0 0,-19 13 1 0 0,33-19-46 0 0,-16 8 46 0 0,-38 32 1 0 0,54-39-184 0 0,1 0 1 0 0,-1 1-1 0 0,1-1 1 0 0,0 1-1 0 0,1 1 1 0 0,-1-1-1 0 0,1 1 1 0 0,1 0-1 0 0,-5 8 1 0 0,9-13-20 0 0,-1-1-1 0 0,0 0 1 0 0,1 0 0 0 0,-1 0 0 0 0,1 0 0 0 0,0 1 0 0 0,0-1-1 0 0,0 0 1 0 0,0 1 0 0 0,0-1 0 0 0,0 0 0 0 0,1 0 0 0 0,-1 0 0 0 0,1 1-1 0 0,-1-1 1 0 0,1 0 0 0 0,0 0 0 0 0,0 0 0 0 0,0 0 0 0 0,0 0-1 0 0,0 0 1 0 0,0 0 0 0 0,1 0 0 0 0,-1-1 0 0 0,1 1 0 0 0,-1 0-1 0 0,1-1 1 0 0,0 1 0 0 0,-1-1 0 0 0,1 0 0 0 0,3 2 0 0 0,5 3 25 0 0,0 0 0 0 0,1 0 0 0 0,0-2 0 0 0,18 6 0 0 0,-24-8-23 0 0,114 29 130 0 0,-88-25-111 0 0,-2 1-1 0 0,1 2 0 0 0,-1 0 1 0 0,39 20-1 0 0,-64-27-23 0 0,1 1 0 0 0,-1 0-1 0 0,1 0 1 0 0,-1 0 0 0 0,0 1 0 0 0,0 0 0 0 0,0-1 0 0 0,-1 1 0 0 0,1 1 0 0 0,-1-1-1 0 0,0 0 1 0 0,0 1 0 0 0,3 6 0 0 0,-5-7 3 0 0,0-1 0 0 0,0 1 1 0 0,0-1-1 0 0,0 1 0 0 0,0 0 0 0 0,-1-1 0 0 0,0 1 1 0 0,0 0-1 0 0,0-1 0 0 0,0 1 0 0 0,0 0 0 0 0,-1-1 1 0 0,1 1-1 0 0,-1 0 0 0 0,0-1 0 0 0,0 1 0 0 0,-1-1 1 0 0,1 1-1 0 0,-1-1 0 0 0,-2 4 0 0 0,-3 3 15 0 0,0 0 0 0 0,-1-1 0 0 0,0 0 0 0 0,-1 0-1 0 0,0-1 1 0 0,-1 0 0 0 0,1 0 0 0 0,-22 11 0 0 0,0-2 32 0 0,-61 24 1 0 0,40-21 5 0 0,-92 24 0 0 0,130-42-79 0 0,0 0-1 0 0,-20 1 1 0 0,32-3-78 0 0,2-1 25 0 0,0 0 0 0 0,0-1 0 0 0,1 1 1 0 0,-1 0-1 0 0,0 0 0 0 0,0 0 0 0 0,1 0 0 0 0,-1 0 0 0 0,0 0 1 0 0,1 0-1 0 0,-1 0 0 0 0,1 0 0 0 0,-1 0 0 0 0,2-1 0 0 0,41-28-3214 0 0,-23 15 971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6:32.1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 14 13547 0 0,'0'-1'152'0'0,"-1"1"0"0"0,0-1 0 0 0,1 1 0 0 0,-1 0 1 0 0,0-1-1 0 0,1 1 0 0 0,-1 0 0 0 0,0 0 0 0 0,0-1 0 0 0,1 1 0 0 0,-1 0 1 0 0,0 0-1 0 0,0 0 0 0 0,0 0 0 0 0,1 0 0 0 0,-1 0 0 0 0,0 0 0 0 0,0 0 0 0 0,1 1 1 0 0,-1-1-1 0 0,0 0 0 0 0,0 0 0 0 0,1 1 0 0 0,-1-1 0 0 0,0 0 0 0 0,0 1 1 0 0,1-1-1 0 0,-1 1 0 0 0,0 0 0 0 0,-1 0 2 0 0,1 1 1 0 0,0 0-1 0 0,0-1 0 0 0,1 1 0 0 0,-1 0 1 0 0,0-1-1 0 0,1 1 0 0 0,-1 0 1 0 0,1 0-1 0 0,-1 0 0 0 0,1 3 1 0 0,-1 6 155 0 0,1-1 0 0 0,0 1 0 0 0,3 17 0 0 0,2 3-78 0 0,1 0 1 0 0,1-1-1 0 0,1 0 0 0 0,2 0 0 0 0,1-1 0 0 0,2-1 1 0 0,31 54-1 0 0,-41-78-207 0 0,0 1 0 0 0,0-1 1 0 0,1 0-1 0 0,-1 0 0 0 0,1-1 1 0 0,0 1-1 0 0,0-1 0 0 0,0 0 0 0 0,0 0 1 0 0,1 0-1 0 0,0-1 0 0 0,-1 1 1 0 0,1-1-1 0 0,0 0 0 0 0,0-1 0 0 0,0 1 1 0 0,0-1-1 0 0,0 0 0 0 0,0 0 0 0 0,0 0 1 0 0,1-1-1 0 0,-1 0 0 0 0,0 0 1 0 0,0 0-1 0 0,1-1 0 0 0,-1 0 0 0 0,0 0 1 0 0,0 0-1 0 0,0 0 0 0 0,0-1 1 0 0,0 0-1 0 0,0 0 0 0 0,-1 0 0 0 0,1-1 1 0 0,0 1-1 0 0,-1-1 0 0 0,0 0 1 0 0,0-1-1 0 0,0 1 0 0 0,0-1 0 0 0,0 1 1 0 0,-1-1-1 0 0,6-9 0 0 0,-2 3 21 0 0,-1-2 0 0 0,0 1 0 0 0,0-1 0 0 0,-1 0 0 0 0,-1 0 0 0 0,0 0 0 0 0,-1-1 0 0 0,0 1 0 0 0,-1-1 0 0 0,1-25 0 0 0,-2 14-14 0 0,-2 0-1 0 0,0 0 0 0 0,-2 0 1 0 0,-10-46-1 0 0,12 67-138 0 0,-12-38 107 0 0,12 40-163 0 0,1 0 0 0 0,-1-1 0 0 0,0 1 0 0 0,1-1 0 0 0,-1 1 0 0 0,0 0 0 0 0,0 0 0 0 0,0 0 0 0 0,0-1-1 0 0,0 1 1 0 0,0 0 0 0 0,0 0 0 0 0,0 0 0 0 0,0 0 0 0 0,0 0 0 0 0,-1 1 0 0 0,1-1 0 0 0,0 0 0 0 0,-1 1-1 0 0,1-1 1 0 0,0 1 0 0 0,-1-1 0 0 0,-2 0 0 0 0,1 2-1525 0 0,1 3-531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6:32.5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168 108 3481 0 0,'5'-2'629'0'0,"0"0"1"0"0,-1-1 0 0 0,1 1 0 0 0,-1-1-1 0 0,0 0 1 0 0,0 0 0 0 0,0-1-1 0 0,0 1 1 0 0,0-1 0 0 0,-1 0-1 0 0,0 0 1 0 0,1 0 0 0 0,-2 0 0 0 0,1-1-1 0 0,0 1 1 0 0,-1-1 0 0 0,0 0-1 0 0,0 1 1 0 0,0-1 0 0 0,-1 0-1 0 0,1 0 1 0 0,0-6 0 0 0,-2 11-552 0 0,0-1 0 0 0,0 1 1 0 0,0-1-1 0 0,0 0 0 0 0,-1 1 1 0 0,1-1-1 0 0,0 1 0 0 0,0-1 0 0 0,0 1 1 0 0,0-1-1 0 0,-1 1 0 0 0,1-1 1 0 0,0 1-1 0 0,0-1 0 0 0,-1 1 0 0 0,1-1 1 0 0,0 1-1 0 0,-1-1 0 0 0,1 1 1 0 0,-1-1-1 0 0,1 1 0 0 0,0 0 1 0 0,-1-1-1 0 0,1 1 0 0 0,-1 0 0 0 0,1-1 1 0 0,-1 1-1 0 0,0 0 0 0 0,-19-1 1107 0 0,-20 14-75 0 0,28-7-992 0 0,0 0 1 0 0,1 0 0 0 0,0 1-1 0 0,1 1 1 0 0,0 0 0 0 0,0 0-1 0 0,0 1 1 0 0,1 0 0 0 0,0 1-1 0 0,1 0 1 0 0,0 0-1 0 0,1 1 1 0 0,0 0 0 0 0,-7 15-1 0 0,10-16-79 0 0,0 0-1 0 0,0 0 0 0 0,1 1 0 0 0,0 0 0 0 0,1 0 0 0 0,0 0 0 0 0,1 0 0 0 0,0 0 0 0 0,1 0 0 0 0,0 0 0 0 0,0 0 1 0 0,1 0-1 0 0,1 0 0 0 0,0 0 0 0 0,1 0 0 0 0,7 19 0 0 0,-6-19 14 0 0,1-1 0 0 0,0 0 0 0 0,1-1 0 0 0,0 1 0 0 0,0-1 0 0 0,1 0 0 0 0,0-1 0 0 0,1 0 0 0 0,0 0 0 0 0,0 0 0 0 0,1-1 0 0 0,0 0 0 0 0,0-1 0 0 0,11 6 0 0 0,-13-8-169 0 0,0-1-1 0 0,0 0 0 0 0,1-1 0 0 0,-1 1 0 0 0,1-1 0 0 0,-1-1 0 0 0,1 1 1 0 0,0-1-1 0 0,0-1 0 0 0,-1 1 0 0 0,1-2 0 0 0,0 1 0 0 0,0-1 0 0 0,-1 0 1 0 0,1 0-1 0 0,0-1 0 0 0,-1 0 0 0 0,0 0 0 0 0,1-1 0 0 0,-1 0 0 0 0,7-4 1 0 0,21-14-2871 0 0,-16 6 916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6:32.9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242 18 12163 0 0,'-3'-2'340'0'0,"1"0"1"0"0,-1 0 0 0 0,0 0-1 0 0,1 1 1 0 0,-1-1 0 0 0,0 1-1 0 0,0 0 1 0 0,0 0 0 0 0,0 0-1 0 0,-1 0 1 0 0,1 1 0 0 0,0-1-1 0 0,0 1 1 0 0,0 0 0 0 0,0 0-1 0 0,-1 0 1 0 0,1 0 0 0 0,0 0-1 0 0,0 1 1 0 0,0 0 0 0 0,0-1-1 0 0,-1 1 1 0 0,1 0 0 0 0,0 1-1 0 0,-4 1 1 0 0,-8 4 234 0 0,-1 1 1 0 0,2 1-1 0 0,-19 13 0 0 0,24-16-472 0 0,1 1-1 0 0,0-1 1 0 0,0 2-1 0 0,1-1 1 0 0,-9 11-1 0 0,13-14-87 0 0,0 0 0 0 0,0 1 0 0 0,1-1-1 0 0,0 1 1 0 0,0-1 0 0 0,0 1 0 0 0,0 0-1 0 0,1 0 1 0 0,-1 0 0 0 0,1 0-1 0 0,0 0 1 0 0,0 9 0 0 0,1-2 5 0 0,1 0 0 0 0,0 0 0 0 0,1-1 0 0 0,0 1 0 0 0,1 0 0 0 0,0-1 0 0 0,1 1 0 0 0,0-1 0 0 0,1 0 0 0 0,0-1 0 0 0,13 20 0 0 0,-12-21-11 0 0,1 0 0 0 0,1 0 0 0 0,0-1 0 0 0,0 0 0 0 0,1 0 0 0 0,0-1 0 0 0,0-1 0 0 0,0 1 0 0 0,1-1 1 0 0,0-1-1 0 0,0 0 0 0 0,1 0 0 0 0,-1-1 0 0 0,1 0 0 0 0,0-1 0 0 0,0 0 0 0 0,0-1 0 0 0,0 0 0 0 0,19 0 0 0 0,-17-2-337 0 0,0-1 0 0 0,0 0 0 0 0,0 0 0 0 0,0-2 0 0 0,0 1 0 0 0,19-8 0 0 0,-20 6-1182 0 0,0-2 1 0 0,0 1-1 0 0,19-13 0 0 0,-13 6-1533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6:33.3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55 1 14299 0 0,'0'0'2970'0'0,"-2"2"-2130"0"0,-4 6-430 0 0,1 0-1 0 0,0 0 0 0 0,0 1 1 0 0,1 0-1 0 0,0 0 1 0 0,0 0-1 0 0,1 0 1 0 0,1 1-1 0 0,-3 11 0 0 0,1 0-60 0 0,1 0-1 0 0,1 0 0 0 0,1 29 0 0 0,3-31-198 0 0,1 0 0 0 0,0-1 1 0 0,1 1-1 0 0,1-1 0 0 0,1 1 0 0 0,1-1 1 0 0,0-1-1 0 0,1 1 0 0 0,1-2 1 0 0,1 1-1 0 0,0-1 0 0 0,1 0 0 0 0,1-1 1 0 0,0-1-1 0 0,24 23 0 0 0,-33-34-149 0 0,1-1-1 0 0,0 1 1 0 0,-1 0-1 0 0,1-1 1 0 0,0 0 0 0 0,0 0-1 0 0,0 0 1 0 0,0-1-1 0 0,0 1 1 0 0,1-1-1 0 0,-1 0 1 0 0,0 0 0 0 0,1-1-1 0 0,-1 1 1 0 0,1-1-1 0 0,-1 0 1 0 0,1 0-1 0 0,-1-1 1 0 0,0 1 0 0 0,1-1-1 0 0,-1 0 1 0 0,6-1-1 0 0,-2-1-340 0 0,0-1-1 0 0,1 0 0 0 0,-1 0 1 0 0,-1-1-1 0 0,1 0 0 0 0,-1 0 1 0 0,0 0-1 0 0,0-1 0 0 0,0 0 1 0 0,6-8-1 0 0,2-4-2577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6:33.7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52 251 15747 0 0,'15'-3'713'0'0,"2"-4"-73"0"0,1 4 16 0 0,2-1-160 0 0,0-1-32 0 0,2 2-56 0 0,1-2-144 0 0,-1 2-96 0 0,3-1-96 0 0,-2 1-48 0 0,-3 1-136 0 0,-2-1-592 0 0,1 0-288 0 0,-6 1-152 0 0,0 0-745 0 0</inkml:trace>
  <inkml:trace contextRef="#ctx0" brushRef="#br0" timeOffset="1">0 39 16315 0 0,'0'0'4385'0'0,"19"-6"-3800"0"0,-8 4-201 0 0,6 0-120 0 0,1-1-40 0 0,4 1-32 0 0,3-1-128 0 0,7-2-144 0 0,3 2-160 0 0,1-1-56 0 0,3 1-224 0 0,1-2-1321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6:34.08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596 1 10290 0 0,'-136'12'8460'0'0,"96"-6"-7182"0"0,1 2 0 0 0,0 1-1 0 0,-40 16 1 0 0,64-20-983 0 0,0 2-1 0 0,1-1 0 0 0,-23 17 1 0 0,34-22-271 0 0,0 1 0 0 0,0 0 1 0 0,0 0-1 0 0,0 1 0 0 0,1-1 1 0 0,-1 0-1 0 0,1 1 0 0 0,0-1 0 0 0,-1 1 1 0 0,1 0-1 0 0,0 0 0 0 0,1 0 0 0 0,-1 0 1 0 0,1 0-1 0 0,-1 0 0 0 0,1 0 1 0 0,0 1-1 0 0,0-1 0 0 0,0 1 0 0 0,0-1 1 0 0,1 0-1 0 0,0 1 0 0 0,-1 4 0 0 0,2-4-7 0 0,1 0 0 0 0,-1 0 0 0 0,1 0 0 0 0,0 0 0 0 0,0 0 0 0 0,0-1 0 0 0,0 1 0 0 0,0-1-1 0 0,1 1 1 0 0,0-1 0 0 0,0 0 0 0 0,-1 0 0 0 0,2 0 0 0 0,4 3 0 0 0,7 5 59 0 0,30 17-1 0 0,-39-24-63 0 0,71 35 96 0 0,-47-25-78 0 0,-1 2 1 0 0,31 21 0 0 0,-57-35-29 0 0,0 1 0 0 0,0-1 0 0 0,0 1 1 0 0,0 0-1 0 0,0 0 0 0 0,0 0 0 0 0,-1 0 1 0 0,0 1-1 0 0,0-1 0 0 0,1 1 0 0 0,-2-1 1 0 0,1 1-1 0 0,0 0 0 0 0,1 4 0 0 0,-3-5 2 0 0,0-1 0 0 0,1 1 0 0 0,-1 0-1 0 0,0-1 1 0 0,0 1 0 0 0,-1-1-1 0 0,1 1 1 0 0,0 0 0 0 0,-1-1-1 0 0,0 1 1 0 0,1-1 0 0 0,-1 1-1 0 0,0-1 1 0 0,0 0 0 0 0,-1 1-1 0 0,1-1 1 0 0,0 0 0 0 0,-1 0 0 0 0,1 0-1 0 0,-1 0 1 0 0,0 0 0 0 0,-3 3-1 0 0,-7 5 17 0 0,-1 0-1 0 0,0-1 0 0 0,0-1 0 0 0,-1 0 1 0 0,0-1-1 0 0,0 0 0 0 0,-1-1 0 0 0,-28 7 1 0 0,-14 1-37 0 0,-60 5 1 0 0,70-12-71 0 0,23-3-18 0 0,10-1-393 0 0,-1-1 0 0 0,-15 1 0 0 0,28-3-213 0 0,4-2 313 0 0,0 0 1 0 0,0 1 0 0 0,0-1-1 0 0,0 0 1 0 0,0 1-1 0 0,0-1 1 0 0,0 1-1 0 0,3-1 1 0 0,11-6-1282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6:34.4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318 66 12315 0 0,'1'-2'190'0'0,"1"0"1"0"0,-1 0 0 0 0,1-1 0 0 0,-1 1 0 0 0,0 0-1 0 0,0-1 1 0 0,0 1 0 0 0,0-1 0 0 0,0 1 0 0 0,0-1-1 0 0,-1 0 1 0 0,1 1 0 0 0,-1-1 0 0 0,0 0-1 0 0,0-3 1 0 0,0 5-79 0 0,-1-1 0 0 0,1 1 0 0 0,-1 0-1 0 0,1 0 1 0 0,-1 0 0 0 0,0-1 0 0 0,0 1-1 0 0,0 0 1 0 0,0 0 0 0 0,1 0 0 0 0,-1 0-1 0 0,0 0 1 0 0,-1 0 0 0 0,1 1 0 0 0,0-1 0 0 0,0 0-1 0 0,0 0 1 0 0,0 1 0 0 0,-1-1 0 0 0,1 1-1 0 0,0-1 1 0 0,-1 1 0 0 0,1 0 0 0 0,0-1-1 0 0,-1 1 1 0 0,1 0 0 0 0,0 0 0 0 0,-1 0-1 0 0,1 0 1 0 0,-3 0 0 0 0,-28-1 1034 0 0,-1 2-1 0 0,-40 5 1 0 0,56-4-842 0 0,0 1 1 0 0,0 1-1 0 0,0 1 1 0 0,0 0-1 0 0,-29 15 1 0 0,44-19-286 0 0,0 0 0 0 0,0 0-1 0 0,0 0 1 0 0,0 0 0 0 0,1 0 0 0 0,-1 1 0 0 0,0-1 0 0 0,1 1 0 0 0,-1 0 0 0 0,1-1 0 0 0,-1 1-1 0 0,1 0 1 0 0,0 0 0 0 0,-1 2 0 0 0,1-3-8 0 0,1 0 0 0 0,-1 1 0 0 0,1-1 0 0 0,0 1-1 0 0,0-1 1 0 0,0 0 0 0 0,0 1 0 0 0,0-1 0 0 0,0 1 0 0 0,0-1-1 0 0,0 0 1 0 0,0 1 0 0 0,1-1 0 0 0,-1 0 0 0 0,0 1 0 0 0,1-1-1 0 0,0 2 1 0 0,2 1 12 0 0,0 0-1 0 0,0 1 1 0 0,0-1-1 0 0,1-1 1 0 0,-1 1-1 0 0,1 0 0 0 0,0-1 1 0 0,0 0-1 0 0,0 0 1 0 0,9 5-1 0 0,73 33 158 0 0,-52-25-79 0 0,60 35 1 0 0,-85-45-89 0 0,-1 0-1 0 0,1 0 1 0 0,-1 1 0 0 0,-1 0-1 0 0,1 1 1 0 0,-1 0 0 0 0,-1 0-1 0 0,1 0 1 0 0,-1 1 0 0 0,-1 0-1 0 0,6 11 1 0 0,-9-16-4 0 0,0 0 1 0 0,-1 1-1 0 0,1-1 0 0 0,-1 0 0 0 0,0 1 1 0 0,-1-1-1 0 0,1 0 0 0 0,-1 1 0 0 0,1-1 1 0 0,-1 1-1 0 0,-1-1 0 0 0,1 1 1 0 0,0-1-1 0 0,-1 1 0 0 0,0-1 0 0 0,0 0 1 0 0,-1 1-1 0 0,1-1 0 0 0,-1 0 0 0 0,-2 5 1 0 0,0-3 10 0 0,-1 0 1 0 0,1-1 0 0 0,-1 1 0 0 0,0-1 0 0 0,0 0 0 0 0,0 0-1 0 0,-1-1 1 0 0,0 0 0 0 0,0 0 0 0 0,0 0 0 0 0,0 0 0 0 0,-7 2 0 0 0,-6 2 32 0 0,0 0 0 0 0,-28 6 0 0 0,40-12-78 0 0,-1 0-1 0 0,1-1 0 0 0,-1 0 0 0 0,1 0 0 0 0,-1-1 0 0 0,1 0 0 0 0,-1 0 1 0 0,1 0-1 0 0,-15-4 0 0 0,21 4-10 0 0,1 0 0 0 0,-1-1-1 0 0,0 1 1 0 0,0 0 0 0 0,1 0 0 0 0,-1-1 0 0 0,0 1 0 0 0,1 0 0 0 0,-1-1-1 0 0,0 1 1 0 0,1 0 0 0 0,-1-1 0 0 0,1 1 0 0 0,-1-1 0 0 0,1 1 0 0 0,-1-1-1 0 0,1 0 1 0 0,-1 1 0 0 0,1-1 0 0 0,-1 1 0 0 0,1-1 0 0 0,0 0 0 0 0,-1 1 0 0 0,1-1-1 0 0,0 0 1 0 0,0 1 0 0 0,0-1 0 0 0,-1 0 0 0 0,1 0 0 0 0,0 1 0 0 0,0-1-1 0 0,0 0 1 0 0,0 0 0 0 0,0 1 0 0 0,0-1 0 0 0,0 0 0 0 0,0 0 0 0 0,1 1-1 0 0,-1-1 1 0 0,0 0 0 0 0,0 1 0 0 0,1-1 0 0 0,-1 0 0 0 0,0 1 0 0 0,1-1 0 0 0,-1 0-1 0 0,0 1 1 0 0,2-2 0 0 0,1-3-436 0 0,1 0-1 0 0,0 0 1 0 0,1 0-1 0 0,5-5 1 0 0,-8 8 308 0 0,16-17-1410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6:34.7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72 382 16972 0 0,'1'0'4663'0'0,"-1"11"-2818"0"0,-1 10-1507 0 0,0-6-99 0 0,0 1 0 0 0,1-1 0 0 0,1 0 0 0 0,0 1 0 0 0,2-1 0 0 0,-1 0 0 0 0,2 0 0 0 0,8 23 0 0 0,-7-23-402 0 0,1-1 0 0 0,1 0 0 0 0,0-1 0 0 0,1 0 0 0 0,0 0 0 0 0,1 0 0 0 0,0-1 0 0 0,20 18 1 0 0,-19-21-812 0 0,-1-4-902 0 0</inkml:trace>
  <inkml:trace contextRef="#ctx0" brushRef="#br0" timeOffset="1">19 24 18860 0 0,'-5'-9'872'0'0,"0"4"-152"0"0,1 0 9 0 0,-1 0 471 0 0,17 7-1552 0 0,-4 1 24 0 0,6 2-1065 0 0,2 2-903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6:35.1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335 1 15427 0 0,'-30'2'1120'0'0,"-1"2"0"0"0,1 1-1 0 0,-33 10 1 0 0,50-11-928 0 0,0 1-1 0 0,0 0 1 0 0,0 1-1 0 0,1 1 0 0 0,0-1 1 0 0,0 2-1 0 0,1 0 1 0 0,0 0-1 0 0,-12 12 1 0 0,18-15-145 0 0,0 0 1 0 0,1 0 0 0 0,0 0-1 0 0,0 1 1 0 0,0-1 0 0 0,1 1-1 0 0,0 0 1 0 0,0 0 0 0 0,1 0 0 0 0,-1 0-1 0 0,1 1 1 0 0,1-1 0 0 0,-1 1-1 0 0,1-1 1 0 0,0 1 0 0 0,0 0-1 0 0,1-1 1 0 0,0 1 0 0 0,1 8-1 0 0,1-5 39 0 0,0 0-1 0 0,0 0 0 0 0,1-1 0 0 0,1 0 0 0 0,-1 1 0 0 0,1-1 0 0 0,1-1 0 0 0,0 1 1 0 0,0 0-1 0 0,1-1 0 0 0,0 0 0 0 0,9 9 0 0 0,0-1 128 0 0,1-1-1 0 0,1 0 0 0 0,36 24 1 0 0,-44-33-138 0 0,1 0 1 0 0,0-1-1 0 0,0 0 0 0 0,1-1 0 0 0,-1 0 1 0 0,1 0-1 0 0,0-1 0 0 0,0-1 1 0 0,19 2-1 0 0,-26-4-52 0 0,1 0 0 0 0,-1 0-1 0 0,1-1 1 0 0,-1 1 0 0 0,1-1 0 0 0,-1 0 0 0 0,0-1-1 0 0,0 1 1 0 0,1-1 0 0 0,-1 0 0 0 0,0 0 0 0 0,0 0-1 0 0,-1 0 1 0 0,1-1 0 0 0,0 0 0 0 0,-1 0 0 0 0,1 0-1 0 0,-1 0 1 0 0,0 0 0 0 0,0 0 0 0 0,0-1 0 0 0,-1 0-1 0 0,1 1 1 0 0,-1-1 0 0 0,0 0 0 0 0,0 0-1 0 0,0 0 1 0 0,-1-1 0 0 0,2-4 0 0 0,0-1-1 0 0,0 0-1 0 0,-1 0 1 0 0,0 0 0 0 0,-1 0-1 0 0,0 0 1 0 0,-1 0 0 0 0,0 0-1 0 0,0-1 1 0 0,-1 1 0 0 0,0 0 0 0 0,-6-19-1 0 0,1 11-69 0 0,-2-1 0 0 0,0 2-1 0 0,-1-1 1 0 0,0 1-1 0 0,-2 1 1 0 0,-14-20 0 0 0,15 25-131 0 0,1 0 1 0 0,-2 0 0 0 0,1 1 0 0 0,-2 0-1 0 0,1 1 1 0 0,-1 0 0 0 0,0 1 0 0 0,-25-12-1 0 0,32 18-290 0 0,-1 0-1 0 0,1 0 0 0 0,-1 0 1 0 0,1 1-1 0 0,-1 0 1 0 0,0 0-1 0 0,1 0 1 0 0,-7 1-1 0 0,9 3-1677 0 0,4 3-658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6:35.4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17 184 17324 0 0,'0'0'2230'0'0,"-2"3"-1634"0"0,0 2-432 0 0,0 0 1 0 0,0-1 0 0 0,0 1-1 0 0,0 0 1 0 0,1 0 0 0 0,0 0 0 0 0,0 0-1 0 0,0 0 1 0 0,1 0 0 0 0,0 0-1 0 0,0 0 1 0 0,0 1 0 0 0,2 8-1 0 0,2 11 243 0 0,14 41-1 0 0,-1-2-117 0 0,-6-8-72 0 0,-4-25 114 0 0,-1 0 0 0 0,2 54 0 0 0,-17-113 318 0 0,3-132-176 0 0,7 127-442 0 0,1 1-1 0 0,13-61 0 0 0,-11 73-30 0 0,7-29 0 0 0,-10 46-12 0 0,0 0 1 0 0,0 0-1 0 0,0 0 1 0 0,0 0-1 0 0,1 0 1 0 0,0 1-1 0 0,-1-1 1 0 0,1 0-1 0 0,0 1 1 0 0,0-1-1 0 0,5-3 1 0 0,-6 6 6 0 0,-1-1 1 0 0,1 1 0 0 0,0 0 0 0 0,-1 0 0 0 0,1 0-1 0 0,-1 0 1 0 0,1-1 0 0 0,0 1 0 0 0,-1 0 0 0 0,1 0-1 0 0,0 0 1 0 0,-1 1 0 0 0,1-1 0 0 0,-1 0 0 0 0,1 0 0 0 0,0 0-1 0 0,-1 0 1 0 0,1 0 0 0 0,-1 1 0 0 0,1-1 0 0 0,0 0-1 0 0,-1 1 1 0 0,1-1 0 0 0,-1 0 0 0 0,1 1 0 0 0,-1-1-1 0 0,1 1 1 0 0,-1-1 0 0 0,0 1 0 0 0,1-1 0 0 0,-1 1 0 0 0,1-1-1 0 0,-1 1 1 0 0,0-1 0 0 0,0 1 0 0 0,1 0 0 0 0,13 27-21 0 0,-11-22 16 0 0,14 29 55 0 0,34 49-1 0 0,-41-71-2 0 0,0 0 0 0 0,0-1 1 0 0,1 0-1 0 0,1-1 0 0 0,0-1 1 0 0,20 15-1 0 0,-10-11 106 0 0,1 0 0 0 0,34 15 0 0 0,-48-26-47 0 0,1 1 0 0 0,-1-1 0 0 0,1 0 0 0 0,0-1-1 0 0,0 0 1 0 0,0-1 0 0 0,0 0 0 0 0,0 0 0 0 0,15-2 0 0 0,-22 1-64 0 0,0 0 0 0 0,0-1 0 0 0,-1 0 0 0 0,1 1 0 0 0,0-1 0 0 0,0 0 0 0 0,-1 0 0 0 0,1-1 0 0 0,-1 1 0 0 0,1 0 0 0 0,-1-1 0 0 0,0 0 0 0 0,1 0 1 0 0,-1 1-1 0 0,0-1 0 0 0,0 0 0 0 0,3-5 0 0 0,-2 3 20 0 0,0-1 0 0 0,-1 0 1 0 0,0 0-1 0 0,0 0 0 0 0,0 0 0 0 0,0 0 1 0 0,-1-1-1 0 0,2-9 0 0 0,-1-3 58 0 0,-2-1 0 0 0,0 1 0 0 0,-1-1 0 0 0,-4-26 0 0 0,-5-13 0 0 0,-1-6-117 0 0,-5-116 0 0 0,16 179-177 0 0,5 9-2817 0 0,-2-1 485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6:36.7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256 12 12475 0 0,'0'-1'417'0'0,"-1"0"1"0"0,1 1-1 0 0,0-1 1 0 0,-1 0 0 0 0,1 1-1 0 0,-1-1 1 0 0,1 0-1 0 0,-1 1 1 0 0,1-1 0 0 0,-1 0-1 0 0,0 1 1 0 0,1-1-1 0 0,-1 1 1 0 0,0 0 0 0 0,1-1-1 0 0,-1 1 1 0 0,-1-1-1 0 0,-1 7 2795 0 0,2 4-4010 0 0,-2 172 3849 0 0,4-104-2253 0 0,-1-19-457 0 0,3-1 1 0 0,2 1 0 0 0,2-1 0 0 0,3 0 0 0 0,3-1-1 0 0,24 70 1 0 0,-37-127-340 0 0,0 0 0 0 0,0 0-1 0 0,0 0 1 0 0,0 0 0 0 0,1 1-1 0 0,-1-1 1 0 0,0 0 0 0 0,0 0 0 0 0,0 0-1 0 0,0 0 1 0 0,0 0 0 0 0,0 0-1 0 0,0 0 1 0 0,0 1 0 0 0,0-1-1 0 0,0 0 1 0 0,0 0 0 0 0,0 0 0 0 0,0 0-1 0 0,0 0 1 0 0,0 0 0 0 0,0 0-1 0 0,0 1 1 0 0,0-1 0 0 0,0 0 0 0 0,0 0-1 0 0,0 0 1 0 0,0 0 0 0 0,0 0-1 0 0,0 0 1 0 0,0 0 0 0 0,0 1 0 0 0,-1-1-1 0 0,1 0 1 0 0,0 0 0 0 0,0 0-1 0 0,0 0 1 0 0,0 0 0 0 0,0 0 0 0 0,0 0-1 0 0,0 0 1 0 0,0 0 0 0 0,0 0-1 0 0,0 1 1 0 0,-1-1 0 0 0,1 0 0 0 0,0 0-1 0 0,0 0 1 0 0,0 0 0 0 0,0 0-1 0 0,-9-3 177 0 0,-11-10 118 0 0,18 12-289 0 0,-19-12-78 0 0,-2 1-1 0 0,1 1 0 0 0,-40-14 1 0 0,-76-15-218 0 0,124 34 289 0 0,13 6 56 0 0,3-2-41 0 0,0 2-8 0 0,1-1 0 0 0,-1 1 0 0 0,0-1 0 0 0,0 1 0 0 0,0 0 0 0 0,1 0 0 0 0,-1 0 0 0 0,0 0 0 0 0,0 1 0 0 0,1-1 0 0 0,-1 0 0 0 0,0 1 0 0 0,0 0 0 0 0,0-1 0 0 0,0 1 0 0 0,0 0 0 0 0,0 0 0 0 0,0 0 0 0 0,3 3 0 0 0,48 30 176 0 0,-38-23-123 0 0,21 15 53 0 0,-1 3 0 0 0,-2 0 0 0 0,0 3 1 0 0,-2 0-1 0 0,-2 2 0 0 0,31 45 0 0 0,-57-75-84 0 0,-1-1 5 0 0,0-1 0 0 0,0 1 0 0 0,0-1 0 0 0,-1 1 0 0 0,1 0 0 0 0,-1 0 0 0 0,3 6 0 0 0,0-10 165 0 0,-1-1-170 0 0,0 0 0 0 0,0 0 0 0 0,0 0 0 0 0,0 0 0 0 0,-1 0 0 0 0,1 0 0 0 0,0-1 0 0 0,-1 1 0 0 0,0-1 0 0 0,0 0 0 0 0,0 0 0 0 0,0 1 0 0 0,3-7 0 0 0,22-51 218 0 0,-18 39-177 0 0,25-71 144 0 0,-21 55-210 0 0,18-40 1 0 0,-30 76-185 0 0,0 0 0 0 0,0 0 1 0 0,0 0-1 0 0,-1 0 0 0 0,1 1 0 0 0,0-1 1 0 0,0 0-1 0 0,0 0 0 0 0,0 0 1 0 0,0 1-1 0 0,1-1 0 0 0,-1 1 1 0 0,0-1-1 0 0,0 1 0 0 0,0-1 0 0 0,1 1 1 0 0,-1 0-1 0 0,0-1 0 0 0,0 1 1 0 0,1 0-1 0 0,-1 0 0 0 0,0 0 0 0 0,1 0 1 0 0,-1 0-1 0 0,0 0 0 0 0,0 0 1 0 0,1 1-1 0 0,-1-1 0 0 0,0 0 1 0 0,0 1-1 0 0,3 0 0 0 0,4 2-2323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6:52.5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87 96 9546 0 0,'-6'-18'2812'0'0,"2"2"134"0"0,-2 3-1424 0 0,-7-10-467 0 0,9 14 111 0 0,-7-8 3450 0 0,10 17-4575 0 0,1 0 1 0 0,-1 1-1 0 0,1-1 1 0 0,0 0-1 0 0,-1 0 1 0 0,1 1-1 0 0,-1-1 1 0 0,1 0-1 0 0,-1 1 1 0 0,1-1-1 0 0,0 1 1 0 0,-1-1-1 0 0,1 0 1 0 0,0 1-1 0 0,-1-1 1 0 0,1 1-1 0 0,0-1 1 0 0,0 1-1 0 0,-1-1 1 0 0,1 1-1 0 0,0-1 1 0 0,0 1-1 0 0,0-1 1 0 0,0 1-1 0 0,0-1 1 0 0,0 1-1 0 0,0 0 1 0 0,0-1-1 0 0,0 1 1 0 0,0 0-1 0 0,-8 41 626 0 0,1 0-1 0 0,3 1 0 0 0,0 45 0 0 0,2-44-325 0 0,-8 403 1206 0 0,10-445-1581 0 0,1-3-65 0 0,0 1 57 0 0,0-1 1 0 0,-1 1 0 0 0,1-1-1 0 0,0 1 1 0 0,-1-1-1 0 0,1 0 1 0 0,0 1-1 0 0,-1-1 1 0 0,1 0-1 0 0,-1 0 1 0 0,1 1 0 0 0,-1-1-1 0 0,0 0 1 0 0,1 0-1 0 0,-1 1 1 0 0,0-1-1 0 0,1 0 1 0 0,-1 0 0 0 0,0 0-1 0 0,0 0 1 0 0,0 0-1 0 0,0-1 1 0 0,4-26-898 0 0,-4 25 773 0 0,2-26-2184 0 0,-3-36 1 0 0,-1 35-83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6:53.0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351 90 13955 0 0,'0'-1'219'0'0,"-1"-1"0"0"0,1 1 0 0 0,0 0 0 0 0,0 0 1 0 0,-1 0-1 0 0,1 0 0 0 0,0 0 0 0 0,-1 0 0 0 0,1 0 0 0 0,-1 0 0 0 0,0 0 0 0 0,1 0 1 0 0,-1 0-1 0 0,0 0 0 0 0,1 0 0 0 0,-1 0 0 0 0,0 1 0 0 0,0-1 0 0 0,0 0 0 0 0,0 1 0 0 0,0-1 1 0 0,0 0-1 0 0,-1 0 0 0 0,0 1-81 0 0,1 0 1 0 0,0 0-1 0 0,-1 0 0 0 0,1 0 1 0 0,0 1-1 0 0,0-1 0 0 0,-1 0 1 0 0,1 1-1 0 0,0-1 0 0 0,0 0 1 0 0,0 1-1 0 0,0 0 0 0 0,-1-1 1 0 0,1 1-1 0 0,0 0 0 0 0,0-1 1 0 0,-1 3-1 0 0,-6 4 206 0 0,0 1-1 0 0,0 1 1 0 0,-10 15 0 0 0,15-20-171 0 0,-81 115 1354 0 0,-65 89-372 0 0,116-164-1026 0 0,33-43-97 0 0,17-20 85 0 0,251-376 25 0 0,-258 377-112 0 0,-7 11 11 0 0,1 0 0 0 0,1 0-1 0 0,-1 0 1 0 0,1 0-1 0 0,0 0 1 0 0,1 1 0 0 0,0 0-1 0 0,7-6 1 0 0,-12 12-24 0 0,-1 0 1 0 0,1-1 0 0 0,0 1-1 0 0,-1 0 1 0 0,1 0 0 0 0,-1 0-1 0 0,1 0 1 0 0,0 0 0 0 0,-1 0-1 0 0,1 0 1 0 0,0 0-1 0 0,-1 0 1 0 0,1 0 0 0 0,0 0-1 0 0,-1 1 1 0 0,1-1 0 0 0,-1 0-1 0 0,1 0 1 0 0,0 1 0 0 0,-1-1-1 0 0,1 0 1 0 0,-1 1 0 0 0,1-1-1 0 0,-1 0 1 0 0,1 1 0 0 0,-1-1-1 0 0,1 1 1 0 0,-1-1-1 0 0,0 1 1 0 0,1-1 0 0 0,-1 1-1 0 0,1-1 1 0 0,-1 1 0 0 0,0-1-1 0 0,0 1 1 0 0,1 0 0 0 0,-1-1-1 0 0,0 2 1 0 0,11 29 377 0 0,-9-23-285 0 0,1-1-36 0 0,42 113 914 0 0,-38-106-937 0 0,1 1 1 0 0,0-2-1 0 0,1 1 1 0 0,0-1-1 0 0,1 0 0 0 0,12 11 1 0 0,2-2-1333 0 0,2 0 0 0 0,30 19-1 0 0,-41-30-1098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6:53.5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 1 7866 0 0,'0'2'7264'0'0,"-11"58"-2542"0"0,0 34-2449 0 0,5-42-1348 0 0,2-13-552 0 0,2 0-1 0 0,2 0 0 0 0,1-1 0 0 0,8 49 1 0 0,-2-47-1713 0 0,24 76-1 0 0,-28-107-654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6:53.8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0 127 16724 0 0,'1'-4'229'0'0,"0"1"0"0"0,0-1 0 0 0,1 1 1 0 0,0-1-1 0 0,-1 1 0 0 0,1 0 1 0 0,0 0-1 0 0,0 0 0 0 0,1 0 1 0 0,-1 0-1 0 0,1 0 0 0 0,-1 0 0 0 0,1 1 1 0 0,0 0-1 0 0,0-1 0 0 0,0 1 1 0 0,0 0-1 0 0,0 0 0 0 0,5-1 1 0 0,9-6 398 0 0,1 2 0 0 0,26-9 1 0 0,-32 13-388 0 0,17-6 80 0 0,0 2 0 0 0,0 1 0 0 0,0 1 0 0 0,1 2 1 0 0,39 0-1 0 0,-48 3-245 0 0,1 1 0 0 0,0 1 1 0 0,-1 1-1 0 0,0 1 0 0 0,0 1 1 0 0,0 1-1 0 0,0 1 0 0 0,21 10 1 0 0,-34-13-64 0 0,0 1 1 0 0,1 0-1 0 0,-2 0 1 0 0,1 0-1 0 0,-1 1 1 0 0,0 0-1 0 0,0 1 1 0 0,0-1 0 0 0,-1 1-1 0 0,0 1 1 0 0,0-1-1 0 0,-1 1 1 0 0,0 0-1 0 0,-1 0 1 0 0,1 1-1 0 0,-1-1 1 0 0,-1 1-1 0 0,0 0 1 0 0,0 0 0 0 0,-1 0-1 0 0,0 0 1 0 0,-1 0-1 0 0,1 1 1 0 0,-2-1-1 0 0,1 1 1 0 0,-2-1-1 0 0,1 0 1 0 0,-1 1 0 0 0,0-1-1 0 0,-1 0 1 0 0,0 0-1 0 0,-1 1 1 0 0,0-2-1 0 0,0 1 1 0 0,-1 0-1 0 0,-8 13 1 0 0,-1 0 10 0 0,-1-1 1 0 0,-1 0-1 0 0,-1-1 1 0 0,-1 0-1 0 0,-1-1 1 0 0,0-1-1 0 0,-2-1 1 0 0,0-1-1 0 0,-28 18 1 0 0,17-15-24 0 0,0-2 1 0 0,-1-1-1 0 0,-1-1 1 0 0,0-2-1 0 0,-1-2 0 0 0,-41 9 1 0 0,67-18-20 0 0,-48 8-143 0 0,52-9 96 0 0,-1-1 0 0 0,1 0 0 0 0,0 0 0 0 0,-1 0 0 0 0,1-1 0 0 0,-1 1 0 0 0,1-1 0 0 0,0 0 0 0 0,0 0 0 0 0,-6-3 0 0 0,9 4-6 0 0,0-1 0 0 0,0 1 0 0 0,0-1-1 0 0,0 0 1 0 0,0 1 0 0 0,0-1 0 0 0,0 0 0 0 0,0 0 0 0 0,0 0-1 0 0,1 0 1 0 0,-1 0 0 0 0,0 0 0 0 0,0 0 0 0 0,1 0-1 0 0,-1 0 1 0 0,1 0 0 0 0,-1 0 0 0 0,1 0 0 0 0,-1 0-1 0 0,1-1 1 0 0,0 1 0 0 0,0 0 0 0 0,-1 0 0 0 0,1 0 0 0 0,0-1-1 0 0,0 1 1 0 0,0 0 0 0 0,0 0 0 0 0,1-1 0 0 0,-1 1-1 0 0,0 0 1 0 0,0 0 0 0 0,1 0 0 0 0,-1-1 0 0 0,1 1-1 0 0,-1 0 1 0 0,1 0 0 0 0,-1 0 0 0 0,1 0 0 0 0,0 0 0 0 0,-1 0-1 0 0,2-1 1 0 0,4-6-804 0 0,-1 1 1 0 0,1 1-1 0 0,0-1 0 0 0,10-8 0 0 0,4-2-1445 0 0,3-4-530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6:54.2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0 261 8434 0 0,'9'-6'340'0'0,"11"-9"1850"0"0,25-13 0 0 0,-40 25-1574 0 0,0 0 0 0 0,0 1 0 0 0,0-1 0 0 0,1 1 0 0 0,-1 0 0 0 0,1 1 0 0 0,-1 0 0 0 0,1-1 0 0 0,0 2 0 0 0,11-1 0 0 0,-15 1-473 0 0,0 1 1 0 0,0-1-1 0 0,0 1 0 0 0,0 0 1 0 0,0 0-1 0 0,0 0 1 0 0,0 0-1 0 0,-1 0 1 0 0,1 0-1 0 0,0 1 1 0 0,-1-1-1 0 0,1 1 1 0 0,0-1-1 0 0,-1 1 1 0 0,0-1-1 0 0,1 1 0 0 0,-1 0 1 0 0,0 0-1 0 0,0-1 1 0 0,1 4-1 0 0,17 43 976 0 0,-16-39-905 0 0,22 81 620 0 0,-17-58-1554 0 0,1-1-1 0 0,2 1 0 0 0,21 43 0 0 0,-27-67-671 0 0,0-4-422 0 0</inkml:trace>
  <inkml:trace contextRef="#ctx0" brushRef="#br0" timeOffset="1">87 8 15091 0 0,'-5'0'-305'0'0,"-18"0"4456"0"0,17 3-1619 0 0,12 2-1498 0 0,-1-3-823 0 0,0-1 0 0 0,1 0-1 0 0,-1 0 1 0 0,0-1-1 0 0,0 1 1 0 0,0-1-1 0 0,1-1 1 0 0,6 0-1 0 0,1 0 43 0 0,102-8 843 0 0,-76 4-1730 0 0,1 2 1 0 0,0 1 0 0 0,44 5 0 0 0,-62 4-2538 0 0,-14-2 948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6:54.6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32 16788 0 0,'0'0'3248'0'0,"11"4"-1586"0"0,-4-3-1326 0 0,-1-1 1 0 0,0 0-1 0 0,1 0 0 0 0,-1 0 0 0 0,0-1 1 0 0,8-1-1 0 0,8-2 123 0 0,-20 4-451 0 0,143-13 371 0 0,-47 0-3851 0 0,-76 9 1946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6:54.9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295 23 14587 0 0,'-10'-5'419'0'0,"-1"2"0"0"0,1-1 0 0 0,-1 1 0 0 0,0 1 0 0 0,0 0 1 0 0,0 0-1 0 0,0 1 0 0 0,-1 1 0 0 0,1 0 0 0 0,0 0 0 0 0,-16 3 0 0 0,19-1-216 0 0,0-1 0 0 0,-1 2 0 0 0,1-1 1 0 0,0 1-1 0 0,0 0 0 0 0,1 1 0 0 0,-1-1 0 0 0,1 2 0 0 0,0-1 0 0 0,0 1 1 0 0,0 0-1 0 0,0 0 0 0 0,1 1 0 0 0,0 0 0 0 0,-9 11 0 0 0,13-14-169 0 0,-1 1-1 0 0,1 0 1 0 0,-1-1-1 0 0,1 1 1 0 0,1 0 0 0 0,-1 0-1 0 0,0 1 1 0 0,1-1-1 0 0,0 0 1 0 0,0 0-1 0 0,0 0 1 0 0,1 1-1 0 0,-1-1 1 0 0,1 1 0 0 0,0-1-1 0 0,0 0 1 0 0,1 1-1 0 0,-1-1 1 0 0,1 0-1 0 0,0 1 1 0 0,0-1-1 0 0,0 0 1 0 0,1 0 0 0 0,0 0-1 0 0,-1 0 1 0 0,1 0-1 0 0,1 0 1 0 0,-1 0-1 0 0,1-1 1 0 0,2 4-1 0 0,4 3-11 0 0,0 0-1 0 0,1 0 1 0 0,0-2-1 0 0,0 1 1 0 0,1-1-1 0 0,0 0 1 0 0,1-1-1 0 0,18 9 1 0 0,30 10 28 0 0,-36-17-26 0 0,-2 0-1 0 0,1 2 1 0 0,-2 1-1 0 0,40 27 1 0 0,-60-38-19 0 0,0 0 0 0 0,0 0 0 0 0,0-1 0 0 0,0 1 0 0 0,0 0 0 0 0,0 0 0 0 0,0 0 0 0 0,0 1 0 0 0,-1-1 0 0 0,1 0 0 0 0,0 0 0 0 0,-1 0 0 0 0,1 1 1 0 0,-1-1-1 0 0,1 0 0 0 0,-1 1 0 0 0,1-1 0 0 0,-1 2 0 0 0,0-2 2 0 0,0 0-1 0 0,0 0 1 0 0,-1 0 0 0 0,1 0 0 0 0,0-1 0 0 0,-1 1-1 0 0,1 0 1 0 0,-1 0 0 0 0,1 0 0 0 0,-1-1 0 0 0,1 1 0 0 0,-1 0-1 0 0,1 0 1 0 0,-1-1 0 0 0,0 1 0 0 0,1-1 0 0 0,-1 1 0 0 0,0-1-1 0 0,0 1 1 0 0,-1 0 0 0 0,-6 3 38 0 0,0-1 0 0 0,-1 0 1 0 0,1-1-1 0 0,-15 3 0 0 0,10-2-39 0 0,-13 2-21 0 0,-40 2 0 0 0,44-6-564 0 0,1 2 0 0 0,0 0 0 0 0,-31 9 0 0 0,40-6-1992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6:55.3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15 14947 0 0,'0'-1'184'0'0,"0"0"-1"0"0,0 1 1 0 0,-1-1 0 0 0,1 0-1 0 0,0 0 1 0 0,0 1-1 0 0,-1-1 1 0 0,1 0-1 0 0,0 1 1 0 0,-1-1 0 0 0,1 1-1 0 0,-1-1 1 0 0,1 0-1 0 0,0 1 1 0 0,-1-1 0 0 0,0 1-1 0 0,1-1 1 0 0,-1 1-1 0 0,1 0 1 0 0,-1-1-1 0 0,0 1 1 0 0,1-1 0 0 0,-1 1-1 0 0,1 0 1 0 0,-1 0-1 0 0,-1-1 1 0 0,1 1-39 0 0,0 0 0 0 0,0 1 0 0 0,0-1 0 0 0,0 0 0 0 0,0 1 0 0 0,0-1 1 0 0,0 1-1 0 0,0-1 0 0 0,0 1 0 0 0,0-1 0 0 0,1 1 0 0 0,-1-1 0 0 0,0 1 0 0 0,0 0 0 0 0,1 0 0 0 0,-2 0 0 0 0,-2 5 220 0 0,-1 0-1 0 0,1 0 1 0 0,0 0 0 0 0,-3 8-1 0 0,2-3-130 0 0,1 1-1 0 0,1 1 1 0 0,-1-1 0 0 0,2 0-1 0 0,0 1 1 0 0,0-1-1 0 0,2 1 1 0 0,0 25 0 0 0,2-18-122 0 0,0 0 1 0 0,1 0-1 0 0,1 0 0 0 0,13 37 1 0 0,-16-55-136 0 0,15 33-135 0 0,-15-34 65 0 0,0 1 1 0 0,0 0-1 0 0,0 0 0 0 0,0-1 1 0 0,1 1-1 0 0,-1 0 0 0 0,1-1 0 0 0,-1 1 1 0 0,1-1-1 0 0,-1 0 0 0 0,1 0 0 0 0,0 1 1 0 0,0-1-1 0 0,0 0 0 0 0,3 1 0 0 0,-5-2-26 0 0,1 0 0 0 0,0 0 0 0 0,-1 0 0 0 0,1 0 0 0 0,0 0 0 0 0,-1-1 0 0 0,1 1 0 0 0,0 0 0 0 0,-1 0 0 0 0,1 0 0 0 0,0-1 0 0 0,-1 1 0 0 0,1 0 0 0 0,-1-1 0 0 0,1 1 0 0 0,0-1 1 0 0,-1 1-1 0 0,1 0 0 0 0,-1-1 0 0 0,1 1 0 0 0,-1-1 0 0 0,0 1 0 0 0,1-1 0 0 0,-1 0 0 0 0,1 1 0 0 0,-1-1 0 0 0,0 1 0 0 0,0-1 0 0 0,1 0 0 0 0,-1 0 0 0 0,4-10-3390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6:55.7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1 184 14171 0 0,'0'-1'199'0'0,"0"0"-1"0"0,0 0 1 0 0,0 0 0 0 0,0 0 0 0 0,0 0-1 0 0,0 0 1 0 0,0 0 0 0 0,1 0-1 0 0,-1 0 1 0 0,0 0 0 0 0,1 0-1 0 0,-1 0 1 0 0,0 0 0 0 0,1 1 0 0 0,-1-1-1 0 0,1 0 1 0 0,0 0 0 0 0,-1 0-1 0 0,1 1 1 0 0,-1-1 0 0 0,1 0-1 0 0,0 0 1 0 0,0 1 0 0 0,0-1 0 0 0,-1 1-1 0 0,1-1 1 0 0,0 1 0 0 0,0-1-1 0 0,0 1 1 0 0,0 0 0 0 0,0-1-1 0 0,0 1 1 0 0,0 0 0 0 0,1-1 0 0 0,41-8 1242 0 0,-31 7-878 0 0,163-36-378 0 0,-106 19-4524 0 0,115-46-1 0 0,-174 60 4195 0 0,-4 2 422 0 0,-1 0 1 0 0,1 1 0 0 0,0-1 0 0 0,0 1-1 0 0,0 1 1 0 0,1-1 0 0 0,-1 1-1 0 0,0 0 1 0 0,10 0 0 0 0,-15 1-158 0 0,0 1 1 0 0,0-1 0 0 0,0 0 0 0 0,-1 1 0 0 0,1-1-1 0 0,0 1 1 0 0,-1-1 0 0 0,1 1 0 0 0,0-1-1 0 0,-1 1 1 0 0,1 0 0 0 0,-1-1 0 0 0,1 1-1 0 0,-1 0 1 0 0,1-1 0 0 0,-1 1 0 0 0,1 0-1 0 0,-1 0 1 0 0,0 0 0 0 0,1-1 0 0 0,-1 1 0 0 0,0 0-1 0 0,0 0 1 0 0,0 0 0 0 0,0 0 0 0 0,1-1-1 0 0,-1 1 1 0 0,0 0 0 0 0,0 0 0 0 0,-1 0-1 0 0,1 0 1 0 0,0 0 0 0 0,0-1 0 0 0,-1 3-1 0 0,-7 35 1726 0 0,6-32-1504 0 0,-15 61 1578 0 0,-13 104 0 0 0,27-147-1739 0 0,2 1-1 0 0,0-1 1 0 0,2 1-1 0 0,1-1 1 0 0,0 1-1 0 0,2-1 1 0 0,13 44-1 0 0,-15-61-158 0 0,0-1 0 0 0,1 0 0 0 0,0 0 0 0 0,0 0 0 0 0,0 0 0 0 0,1 0 0 0 0,0-1 0 0 0,0 0 0 0 0,1 0 0 0 0,-1 0 0 0 0,1 0 0 0 0,0 0 0 0 0,0-1 0 0 0,0 0 0 0 0,1 0 0 0 0,0-1 0 0 0,7 4 0 0 0,-7-5-9 0 0,0 0-1 0 0,0 0 0 0 0,0 0 1 0 0,0-1-1 0 0,0 0 0 0 0,0-1 1 0 0,0 1-1 0 0,1-1 0 0 0,-1-1 1 0 0,0 1-1 0 0,0-1 0 0 0,1 0 1 0 0,-1 0-1 0 0,0-1 1 0 0,0 1-1 0 0,0-1 0 0 0,-1-1 1 0 0,10-4-1 0 0,6-5 3 0 0,-1 0 0 0 0,-1-1-1 0 0,0-1 1 0 0,-1-1 0 0 0,-1-1 0 0 0,0 0-1 0 0,-1-1 1 0 0,-1-1 0 0 0,-1-1 0 0 0,20-31 0 0 0,-26 36-54 0 0,0 0 0 0 0,-1 0 1 0 0,-1-1-1 0 0,0 0 0 0 0,-1 0 1 0 0,0 0-1 0 0,-1-1 0 0 0,-1 1 1 0 0,-1-1-1 0 0,0 0 0 0 0,-1 0 1 0 0,0 0-1 0 0,-2 0 0 0 0,0 0 1 0 0,0 0-1 0 0,-6-20 0 0 0,5 30-64 0 0,0 1 0 0 0,0 0 0 0 0,0 0 0 0 0,-1 0 0 0 0,0 0 0 0 0,0 0 0 0 0,0 0-1 0 0,0 1 1 0 0,-1 0 0 0 0,0 0 0 0 0,0 0 0 0 0,-7-6 0 0 0,9 8-113 0 0,-1 0 0 0 0,1 1 1 0 0,-1 0-1 0 0,1 0 0 0 0,-1-1 1 0 0,1 1-1 0 0,-1 1 0 0 0,0-1 0 0 0,1 0 1 0 0,-1 1-1 0 0,-5-1 0 0 0,5 1-171 0 0,1 0 0 0 0,-1 0 0 0 0,1 1-1 0 0,-1-1 1 0 0,1 1 0 0 0,0 0 0 0 0,-1 0-1 0 0,1 0 1 0 0,0 0 0 0 0,0 0 0 0 0,-1 0-1 0 0,1 0 1 0 0,0 1 0 0 0,0-1 0 0 0,-2 3-1 0 0,-3 4-2242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6:56.0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1 139 6105 0 0,'0'0'252'0'0,"35"-18"7307"0"0,-33 17-7177 0 0,0 0 0 0 0,0 0 0 0 0,0 0 0 0 0,1 1 0 0 0,-1-1-1 0 0,0 0 1 0 0,0 1 0 0 0,1 0 0 0 0,-1-1 0 0 0,0 1 0 0 0,1 0 0 0 0,-1 0 0 0 0,4 1 0 0 0,-5 0-274 0 0,0-1 1 0 0,0 1-1 0 0,-1 0 0 0 0,1-1 1 0 0,0 1-1 0 0,-1 0 1 0 0,1 0-1 0 0,-1-1 0 0 0,1 1 1 0 0,-1 0-1 0 0,1 0 0 0 0,-1 0 1 0 0,0 0-1 0 0,1 0 1 0 0,-1 0-1 0 0,0-1 0 0 0,0 1 1 0 0,0 0-1 0 0,0 0 1 0 0,0 2-1 0 0,1 23 769 0 0,-1-20-597 0 0,-8 133 1886 0 0,4-100-1928 0 0,2 1 0 0 0,1 0 0 0 0,2 0 0 0 0,9 58 0 0 0,-10-96-254 0 0,4 16 118 0 0,-3-16-1 0 0,-2-10-54 0 0,-18-87 49 0 0,9 50-80 0 0,-5-57 0 0 0,13 78-16 0 0,1 0 0 0 0,1 0 1 0 0,1 0-1 0 0,1 0 1 0 0,6-28-1 0 0,-6 44 4 0 0,0 0 0 0 0,1 0 0 0 0,0 1 0 0 0,0-1 0 0 0,1 0 1 0 0,0 1-1 0 0,0 0 0 0 0,1 0 0 0 0,0 0 0 0 0,0 1 0 0 0,0-1 0 0 0,1 1 0 0 0,0 1 0 0 0,0-1 0 0 0,1 1 0 0 0,-1 0 0 0 0,1 0 1 0 0,13-6-1 0 0,-8 6 32 0 0,0 0-1 0 0,1 0 1 0 0,-1 1 0 0 0,1 1 0 0 0,0 0 0 0 0,0 1 0 0 0,21-1 0 0 0,-27 2-19 0 0,1 1 0 0 0,0 0 0 0 0,0 1 0 0 0,-1 0 0 0 0,1 0 0 0 0,0 1 0 0 0,-1 0 0 0 0,0 0 0 0 0,1 0 0 0 0,-1 1 0 0 0,0 1 0 0 0,0-1 0 0 0,0 1 0 0 0,7 6 0 0 0,-11-9-12 0 0,-1 1-1 0 0,0 0 0 0 0,0 0 0 0 0,0 0 0 0 0,-1 0 0 0 0,1 0 0 0 0,0 0 0 0 0,-1 1 0 0 0,0-1 1 0 0,1 1-1 0 0,-1-1 0 0 0,0 1 0 0 0,0-1 0 0 0,0 1 0 0 0,-1-1 0 0 0,1 1 0 0 0,-1 0 1 0 0,1 5-1 0 0,-1-4 2 0 0,-1 0 1 0 0,1 1 0 0 0,-1-1 0 0 0,0 0 0 0 0,0 1 0 0 0,0-1-1 0 0,-1 0 1 0 0,0 0 0 0 0,0 0 0 0 0,-4 7 0 0 0,0-2 8 0 0,-1 0 1 0 0,0-1 0 0 0,0 0-1 0 0,-1 0 1 0 0,0 0 0 0 0,0-1 0 0 0,-1 0-1 0 0,-16 9 1 0 0,7-7 19 0 0,-32 10 0 0 0,36-14-23 0 0,1-1 1 0 0,0 2 0 0 0,0 0-1 0 0,0 0 1 0 0,-14 11 0 0 0,25-16-4 0 0,1 0 0 0 0,-1 0 1 0 0,0 1-1 0 0,1-1 0 0 0,0 0 1 0 0,-1 1-1 0 0,1-1 1 0 0,0 1-1 0 0,-1-1 0 0 0,1 1 1 0 0,0-1-1 0 0,0 1 1 0 0,0 0-1 0 0,1-1 0 0 0,-1 1 1 0 0,0 0-1 0 0,1 0 0 0 0,-1 0 1 0 0,1 0-1 0 0,-1 0 1 0 0,1-1-1 0 0,0 1 0 0 0,0 0 1 0 0,0 0-1 0 0,0 0 1 0 0,0 0-1 0 0,0 0 0 0 0,1 0 1 0 0,-1 0-1 0 0,1 0 0 0 0,-1 0 1 0 0,1-1-1 0 0,0 1 1 0 0,0 0-1 0 0,-1 0 0 0 0,1-1 1 0 0,0 1-1 0 0,1 0 1 0 0,-1-1-1 0 0,0 1 0 0 0,0-1 1 0 0,3 3-1 0 0,3 2 45 0 0,-1-1 0 0 0,1 0 0 0 0,0 0-1 0 0,0 0 1 0 0,0-1 0 0 0,0 0 0 0 0,1 0 0 0 0,13 4 0 0 0,5 0-6 0 0,0-2 0 0 0,0-1 1 0 0,1-2-1 0 0,38 2 0 0 0,-21-6-2438 0 0,85-10 0 0 0,-121 9 1364 0 0,0 0 0 0 0,0-1-1 0 0,0 0 1 0 0,0 0 0 0 0,-1-1-1 0 0,1 0 1 0 0,-1 0 0 0 0,0-1-1 0 0,7-6 1 0 0,-2 2-1463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6:56.6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100 269 9250 0 0,'-3'-9'503'0'0,"-9"-26"2557"0"0,11 34-2722 0 0,1-1 1 0 0,-1 1-1 0 0,0-1 0 0 0,1 1 0 0 0,-1 0 1 0 0,0-1-1 0 0,0 1 0 0 0,0 0 1 0 0,0 0-1 0 0,0-1 0 0 0,-1 1 1 0 0,1 0-1 0 0,0 0 0 0 0,0 0 1 0 0,-1 0-1 0 0,1 1 0 0 0,-2-2 1 0 0,2 2-237 0 0,0 0 1 0 0,1 0-1 0 0,-1 1 1 0 0,0-1-1 0 0,1 0 0 0 0,-1 0 1 0 0,0 1-1 0 0,1-1 1 0 0,-1 0-1 0 0,1 1 1 0 0,-1-1-1 0 0,0 1 1 0 0,1-1-1 0 0,-1 1 1 0 0,1-1-1 0 0,-1 1 0 0 0,1-1 1 0 0,0 1-1 0 0,-1-1 1 0 0,1 1-1 0 0,-1-1 1 0 0,1 1-1 0 0,0 0 1 0 0,0-1-1 0 0,-1 1 1 0 0,1 0-1 0 0,0-1 0 0 0,0 1 1 0 0,0 1-1 0 0,-7 26 744 0 0,6-23-572 0 0,-5 27 111 0 0,2 0 0 0 0,2 1 1 0 0,0-1-1 0 0,2 1 1 0 0,2-1-1 0 0,1 0 1 0 0,1 0-1 0 0,16 56 0 0 0,-2-42-142 0 0,-18-45-102 0 0,8-11 53 0 0,-6-32-115 0 0,-5-48-1 0 0,2 79-75 0 0,-11-120-47 0 0,5 89 17 0 0,3-1-1 0 0,2 1 0 0 0,1-1 0 0 0,7-54 0 0 0,-6 90 25 0 0,2 0 0 0 0,-1 0 0 0 0,1 0 0 0 0,0 0 0 0 0,0 0 1 0 0,1 0-1 0 0,0 1 0 0 0,6-10 0 0 0,-8 14 4 0 0,1 1 1 0 0,-1-1-1 0 0,1 0 0 0 0,-1 1 1 0 0,1-1-1 0 0,0 1 1 0 0,0 0-1 0 0,0-1 0 0 0,0 1 1 0 0,0 0-1 0 0,0 0 1 0 0,0 0-1 0 0,0 1 1 0 0,0-1-1 0 0,1 0 0 0 0,-1 1 1 0 0,0-1-1 0 0,0 1 1 0 0,1 0-1 0 0,-1 0 0 0 0,0 0 1 0 0,0 0-1 0 0,1 0 1 0 0,-1 0-1 0 0,0 1 0 0 0,0-1 1 0 0,1 1-1 0 0,-1 0 1 0 0,0-1-1 0 0,3 3 0 0 0,7 2 16 0 0,0 0-1 0 0,-1 1 1 0 0,1 1-1 0 0,-1 0 1 0 0,18 14-1 0 0,45 50 35 0 0,-70-67-47 0 0,-1-1 0 0 0,1 1-1 0 0,-1 1 1 0 0,0-1 0 0 0,-1 0 0 0 0,1 1 0 0 0,-1-1 0 0 0,1 1 0 0 0,-1 0 0 0 0,-1-1 0 0 0,1 1-1 0 0,-1 0 1 0 0,0 0 0 0 0,2 11 0 0 0,-4-12 1 0 0,1 1 0 0 0,-1-1 1 0 0,1 1-1 0 0,-1 0 0 0 0,0-1 0 0 0,-1 0 0 0 0,1 1 0 0 0,-1-1 0 0 0,0 0 0 0 0,0 0 0 0 0,0 0 1 0 0,-1 0-1 0 0,1 0 0 0 0,-1 0 0 0 0,0-1 0 0 0,-7 7 0 0 0,3-3 4 0 0,3-1 2 0 0,-1-2 0 0 0,0 1 0 0 0,-1 0 1 0 0,1-1-1 0 0,-12 7 0 0 0,17-11-16 0 0,19-12-60 0 0,0 4 40 0 0,0 2 0 0 0,1 0 1 0 0,37-6-1 0 0,-49 10 19 0 0,1 1-1 0 0,-1 1 1 0 0,0-1-1 0 0,0 1 1 0 0,1 1-1 0 0,-1 0 1 0 0,0 0-1 0 0,1 0 1 0 0,-1 1-1 0 0,0 1 1 0 0,0-1-1 0 0,10 6 1 0 0,-14-6 11 0 0,0 1 0 0 0,0 0 1 0 0,0 0-1 0 0,0 0 0 0 0,0 0 0 0 0,-1 1 1 0 0,1 0-1 0 0,-1-1 0 0 0,0 1 1 0 0,0 0-1 0 0,-1 1 0 0 0,1-1 0 0 0,-1 0 1 0 0,0 1-1 0 0,0 0 0 0 0,0-1 0 0 0,-1 1 1 0 0,0 0-1 0 0,0 0 0 0 0,0 0 0 0 0,0-1 1 0 0,-1 1-1 0 0,0 0 0 0 0,0 7 1 0 0,-1-2 6 0 0,0-1 0 0 0,0 0 0 0 0,-1 0 0 0 0,-1 0 0 0 0,1 0 0 0 0,-1-1 0 0 0,-1 1 1 0 0,0-1-1 0 0,0 0 0 0 0,0 1 0 0 0,-1-2 0 0 0,-8 11 0 0 0,-6 2-9 0 0,0 0 0 0 0,-2-1 0 0 0,0-1-1 0 0,-1-2 1 0 0,-1 0 0 0 0,-1-1 0 0 0,0-1 0 0 0,-1-1 0 0 0,0-1-1 0 0,-1-2 1 0 0,0 0 0 0 0,0-2 0 0 0,-1-1 0 0 0,0-1-1 0 0,-1-1 1 0 0,0-1 0 0 0,-30-1 0 0 0,56-2-85 0 0,-1-1 1 0 0,1 0-1 0 0,-1-1 0 0 0,0 1 1 0 0,1 0-1 0 0,-1-1 1 0 0,1 1-1 0 0,-1-1 0 0 0,1 0 1 0 0,-1 0-1 0 0,1 0 1 0 0,0 0-1 0 0,0 0 0 0 0,-1-1 1 0 0,1 1-1 0 0,0-1 1 0 0,0 1-1 0 0,0-1 0 0 0,-3-3 1 0 0,4 3-88 0 0,0-1 0 0 0,0 1-1 0 0,0 0 1 0 0,0 0 0 0 0,0-1 0 0 0,1 1 0 0 0,-1 0 0 0 0,1-1 0 0 0,-1 1-1 0 0,1-1 1 0 0,0 1 0 0 0,0-1 0 0 0,0 1 0 0 0,1 0 0 0 0,-1-1 0 0 0,0 1-1 0 0,1-1 1 0 0,0 1 0 0 0,-1 0 0 0 0,1-1 0 0 0,2-3 0 0 0,3-6-1247 0 0,0 0 0 0 0,12-15 0 0 0,1-2-1422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6:57.1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184 1 17812 0 0,'0'2'1475'0'0,"1"3"-1210"0"0,0 0-1 0 0,-1 0 1 0 0,0 0 0 0 0,0 0 0 0 0,-1 0 0 0 0,1 0 0 0 0,-1 0 0 0 0,0 0-1 0 0,0 0 1 0 0,-3 7 0 0 0,-24 52 1463 0 0,24-57-1582 0 0,-28 62 1423 0 0,-43 130 0 0 0,65-162-1418 0 0,1 0 0 0 0,2 0 0 0 0,1 1 0 0 0,2-1 0 0 0,2 61 0 0 0,2-96-145 0 0,0 0-1 0 0,0 1 1 0 0,0-1 0 0 0,1 0 0 0 0,-1 0-1 0 0,1 0 1 0 0,-1 0 0 0 0,1 0 0 0 0,0 0-1 0 0,0 0 1 0 0,0-1 0 0 0,2 4 0 0 0,-3-5-5 0 0,0 1 0 0 0,0-1 0 0 0,0 0 0 0 0,1 0 0 0 0,-1 0 0 0 0,0 1 1 0 0,0-1-1 0 0,1 0 0 0 0,-1 0 0 0 0,0 0 0 0 0,0 0 0 0 0,1 0 0 0 0,-1 0 0 0 0,0 0 1 0 0,1 0-1 0 0,-1 0 0 0 0,0 0 0 0 0,0 0 0 0 0,1 0 0 0 0,-1 0 0 0 0,0 0 0 0 0,1 0 1 0 0,-1 0-1 0 0,0 0 0 0 0,0 0 0 0 0,1 0 0 0 0,-1 0 0 0 0,0 0 0 0 0,1 0 0 0 0,-1 0 1 0 0,0-1-1 0 0,11-13 9 0 0,-2-7-31 0 0,-2 0 0 0 0,0 0 0 0 0,-1-1-1 0 0,5-41 1 0 0,1-94-103 0 0,-6 55 49 0 0,-4 81 53 0 0,-2 6 5 0 0,1 1 0 0 0,1 1 0 0 0,0-1 0 0 0,0 0 0 0 0,2 0 0 0 0,0 1 0 0 0,0-1 0 0 0,10-19 0 0 0,-13 32 17 0 0,0-1 0 0 0,0 0-1 0 0,0 1 1 0 0,0 0 0 0 0,0-1-1 0 0,0 1 1 0 0,0-1-1 0 0,0 1 1 0 0,1 0 0 0 0,-1 0-1 0 0,1 0 1 0 0,-1 0 0 0 0,0 0-1 0 0,1 0 1 0 0,0 0 0 0 0,-1 1-1 0 0,1-1 1 0 0,-1 0 0 0 0,1 1-1 0 0,2-1 1 0 0,-2 1 4 0 0,0 0 0 0 0,0 0 0 0 0,0 1 1 0 0,-1-1-1 0 0,1 1 0 0 0,0-1 0 0 0,0 1 0 0 0,-1-1 1 0 0,1 1-1 0 0,-1 0 0 0 0,1 0 0 0 0,0 0 0 0 0,-1 0 0 0 0,0 0 1 0 0,1 0-1 0 0,1 2 0 0 0,3 4 29 0 0,0 0 1 0 0,-1 1-1 0 0,1-1 0 0 0,-1 1 1 0 0,-1 0-1 0 0,6 12 1 0 0,80 249 639 0 0,-74-214-605 0 0,-7-25-29 0 0,22 65 21 0 0,-27-84-49 0 0,1-2 0 0 0,0 1 0 0 0,0 0 0 0 0,1-1 0 0 0,0 0 0 0 0,15 16 0 0 0,-21-25-8 0 0,1 1-1 0 0,-1-1 0 0 0,1 1 1 0 0,0 0-1 0 0,-1-1 1 0 0,1 1-1 0 0,-1-1 1 0 0,1 0-1 0 0,0 1 0 0 0,-1-1 1 0 0,1 1-1 0 0,0-1 1 0 0,0 0-1 0 0,-1 0 1 0 0,1 1-1 0 0,0-1 0 0 0,0 0 1 0 0,-1 0-1 0 0,1 0 1 0 0,0 0-1 0 0,0 0 1 0 0,0 0-1 0 0,-1 0 0 0 0,1 0 1 0 0,0 0-1 0 0,1 0 1 0 0,-1-1 1 0 0,0 0 0 0 0,0 0 1 0 0,0 0-1 0 0,0 1 0 0 0,0-1 1 0 0,0 0-1 0 0,0 0 0 0 0,0 0 1 0 0,0 0-1 0 0,0-1 0 0 0,0 1 1 0 0,-1 0-1 0 0,2-3 0 0 0,1-3 15 0 0,0-1-1 0 0,-1 0 0 0 0,3-14 0 0 0,17-157 54 0 0,-19 142-64 0 0,0 6-3 0 0,1 1 0 0 0,15-51 0 0 0,-16 70-7 0 0,1-1 1 0 0,1 1-1 0 0,0 0 1 0 0,0 0-1 0 0,1 0 1 0 0,0 1-1 0 0,1 0 1 0 0,0 0-1 0 0,15-16 1 0 0,-21 25-1 0 0,0 0-1 0 0,0 0 1 0 0,0 0-1 0 0,0 0 1 0 0,0 0 0 0 0,1 0-1 0 0,-1 1 1 0 0,0-1-1 0 0,0 0 1 0 0,1 1 0 0 0,-1-1-1 0 0,0 1 1 0 0,1-1-1 0 0,-1 1 1 0 0,0-1 0 0 0,1 1-1 0 0,-1 0 1 0 0,1 0-1 0 0,-1 0 1 0 0,1 0 0 0 0,-1 0-1 0 0,0 0 1 0 0,2 0 0 0 0,-1 1-35 0 0,-1 0 0 0 0,0 0 0 0 0,0 0 1 0 0,1 0-1 0 0,-1 0 0 0 0,0 0 0 0 0,0 0 1 0 0,0 0-1 0 0,0 0 0 0 0,0 0 0 0 0,-1 1 1 0 0,1-1-1 0 0,0 0 0 0 0,0 0 1 0 0,-1 1-1 0 0,1-1 0 0 0,-1 1 0 0 0,1-1 1 0 0,-1 1-1 0 0,0-1 0 0 0,1 2 0 0 0,0 4-880 0 0,0 0 0 0 0,1-1 0 0 0,0 1 0 0 0,0-1 0 0 0,5 9 0 0 0,-1-6-2724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6:57.5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40 19116 0 0,'21'-5'1215'0'0,"-1"0"-1"0"0,1 1 1 0 0,-1 1 0 0 0,1 1-1 0 0,32 1 1 0 0,13-2-659 0 0,15-5-1732 0 0,-26 1-5605 0 0,-41 5 4157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6:58.2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59 178 12827 0 0,'0'1'150'0'0,"0"-1"0"0"0,0 1 0 0 0,0-1 0 0 0,1 1-1 0 0,-1 0 1 0 0,0-1 0 0 0,0 1 0 0 0,1-1 0 0 0,-1 1 0 0 0,1-1 0 0 0,-1 1 0 0 0,0-1 0 0 0,1 1 0 0 0,-1-1 0 0 0,1 0 0 0 0,-1 1 0 0 0,1-1 0 0 0,0 0 0 0 0,-1 1 0 0 0,1-1 0 0 0,-1 0 0 0 0,1 0-1 0 0,-1 1 1 0 0,1-1 0 0 0,0 0 0 0 0,-1 0 0 0 0,1 0 0 0 0,0 0 0 0 0,-1 0 0 0 0,1 0 0 0 0,-1 0 0 0 0,1 0 0 0 0,0 0 0 0 0,-1 0 0 0 0,1 0 0 0 0,0 0 0 0 0,-1 0 0 0 0,1-1 0 0 0,-1 1 0 0 0,1 0 0 0 0,0 0-1 0 0,-1-1 1 0 0,1 1 0 0 0,-1 0 0 0 0,1-1 0 0 0,-1 1 0 0 0,1-1 0 0 0,-1 1 0 0 0,1 0 0 0 0,-1-1 0 0 0,0 1 0 0 0,1-1 0 0 0,-1 1 0 0 0,0-1 0 0 0,1 0 0 0 0,-1 1 0 0 0,0-1 0 0 0,0 1 0 0 0,1-1 0 0 0,-1 0-1 0 0,0 0 1 0 0,1 21 614 0 0,-1-1 0 0 0,0 1-1 0 0,-2 0 1 0 0,-6 31 0 0 0,-26 76 601 0 0,24-95-1217 0 0,0 1 0 0 0,3 1 0 0 0,0-1 0 0 0,-3 58 0 0 0,12-37-36 0 0,-2-52-49 0 0,1-2-60 0 0,0 0 0 0 0,0-1 0 0 0,-1 1 1 0 0,1 0-1 0 0,0-1 0 0 0,0 1 0 0 0,0-1 0 0 0,0 1 0 0 0,-1-1 0 0 0,1 1 1 0 0,0-1-1 0 0,0 1 0 0 0,-1-1 0 0 0,1 0 0 0 0,0 0 0 0 0,-1 1 0 0 0,1-1 0 0 0,-1 0 1 0 0,1 0-1 0 0,-1 1 0 0 0,1-1 0 0 0,-1 0 0 0 0,0 0 0 0 0,1-1 0 0 0,8-28-16 0 0,-7 20 0 0 0,39-174-324 0 0,-2 3 247 0 0,-38 181 90 0 0,7-27-9 0 0,15-34-1 0 0,-21 54 10 0 0,1 1 0 0 0,0 1 0 0 0,1-1 1 0 0,-1 0-1 0 0,1 1 0 0 0,0 0 0 0 0,1-1 0 0 0,-1 2 0 0 0,1-1 1 0 0,0 0-1 0 0,9-5 0 0 0,-13 9 2 0 0,0 1-1 0 0,-1 0 1 0 0,1-1-1 0 0,0 1 1 0 0,0 0-1 0 0,-1 0 1 0 0,1 0 0 0 0,0 0-1 0 0,0-1 1 0 0,0 1-1 0 0,-1 0 1 0 0,1 0-1 0 0,0 1 1 0 0,0-1 0 0 0,0 0-1 0 0,-1 0 1 0 0,1 0-1 0 0,0 0 1 0 0,0 1-1 0 0,-1-1 1 0 0,1 0 0 0 0,0 1-1 0 0,-1-1 1 0 0,1 1-1 0 0,0-1 1 0 0,-1 1-1 0 0,1-1 1 0 0,-1 1 0 0 0,1-1-1 0 0,0 1 1 0 0,-1-1-1 0 0,0 1 1 0 0,1 0-1 0 0,-1-1 1 0 0,1 1 0 0 0,-1 0-1 0 0,0-1 1 0 0,1 1-1 0 0,-1 0 1 0 0,0 0-1 0 0,0-1 1 0 0,1 1 0 0 0,-1 1-1 0 0,9 41 109 0 0,-8-35-90 0 0,11 79 120 0 0,-8-52-79 0 0,1 0-1 0 0,1 0 0 0 0,2 0 0 0 0,22 60 0 0 0,-28-91-50 0 0,0 1-1 0 0,1-1 1 0 0,-1 0 0 0 0,1 1-1 0 0,0-1 1 0 0,0 0 0 0 0,0-1-1 0 0,0 1 1 0 0,1-1-1 0 0,-1 1 1 0 0,9 4 0 0 0,-10-7-3 0 0,0 0 0 0 0,0 0 0 0 0,0 0-1 0 0,0 0 1 0 0,1-1 0 0 0,-1 1 0 0 0,0-1 0 0 0,1 1 0 0 0,-1-1 0 0 0,0 0 0 0 0,1 0 0 0 0,-1 0 0 0 0,0 0 0 0 0,1-1 0 0 0,-1 1 0 0 0,0 0 0 0 0,1-1-1 0 0,-1 0 1 0 0,0 0 0 0 0,0 1 0 0 0,1-1 0 0 0,-1-1 0 0 0,0 1 0 0 0,0 0 0 0 0,0 0 0 0 0,2-3 0 0 0,4-2 9 0 0,-1-1 0 0 0,0-1 0 0 0,0 1 0 0 0,-1-1-1 0 0,0 0 1 0 0,0 0 0 0 0,-1-1 0 0 0,0 0 0 0 0,0 1 0 0 0,-1-2 0 0 0,5-15 0 0 0,-2 2 10 0 0,-1 0 0 0 0,-1-1 0 0 0,4-41 0 0 0,-6 7-38 0 0,-2 1 0 0 0,-3-1 0 0 0,-10-68 0 0 0,12 125-29 0 0,0 0 0 0 0,0 1 1 0 0,0-1-1 0 0,0 0 0 0 0,0 0 1 0 0,0 1-1 0 0,0-1 0 0 0,-1 0 1 0 0,1 0-1 0 0,0 1 1 0 0,0-1-1 0 0,-1 0 0 0 0,1 1 1 0 0,0-1-1 0 0,-1 0 0 0 0,1 1 1 0 0,-1-1-1 0 0,1 1 0 0 0,0-1 1 0 0,-1 1-1 0 0,0-1 1 0 0,1 1-1 0 0,-1-1 0 0 0,1 1 1 0 0,-1-1-1 0 0,0 1 0 0 0,1 0 1 0 0,-1-1-1 0 0,0 1 0 0 0,1 0 1 0 0,-1-1-1 0 0,-1 1 1 0 0,1 0-156 0 0,1 1 0 0 0,-1-1 0 0 0,0 0 0 0 0,0 1 0 0 0,0-1 0 0 0,0 1 0 0 0,1-1 0 0 0,-1 1 0 0 0,0 0 0 0 0,1-1 1 0 0,-1 1-1 0 0,0 0 0 0 0,1-1 0 0 0,-1 1 0 0 0,1 0 0 0 0,-1 0 0 0 0,1 0 0 0 0,-1-1 0 0 0,1 1 0 0 0,0 0 1 0 0,-1 0-1 0 0,1 0 0 0 0,0 0 0 0 0,-1 1 0 0 0,-2 21-4951 0 0,3-9 1620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6:58.6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268 23 12691 0 0,'-6'-9'1941'0'0,"6"8"-1785"0"0,-1 1-1 0 0,1-1 0 0 0,0 0 0 0 0,-1 0 0 0 0,1 1 1 0 0,-1-1-1 0 0,1 0 0 0 0,-1 1 0 0 0,1-1 1 0 0,-1 0-1 0 0,1 1 0 0 0,-1-1 0 0 0,0 1 1 0 0,1-1-1 0 0,-1 1 0 0 0,0-1 0 0 0,1 1 0 0 0,-1 0 1 0 0,0-1-1 0 0,1 1 0 0 0,-1 0 0 0 0,0 0 1 0 0,0-1-1 0 0,0 1 0 0 0,1 0 0 0 0,-1 0 1 0 0,0 0-1 0 0,0 0 0 0 0,0 0 0 0 0,0 0 0 0 0,1 0 1 0 0,-1 0-1 0 0,0 0 0 0 0,0 0 0 0 0,0 1 1 0 0,1-1-1 0 0,-1 0 0 0 0,0 0 0 0 0,0 1 1 0 0,1-1-1 0 0,-1 1 0 0 0,-1 0 0 0 0,-8 3 398 0 0,1 2 0 0 0,-1-1 0 0 0,1 1 0 0 0,0 0-1 0 0,-15 14 1 0 0,-37 44 581 0 0,41-42-788 0 0,11-12-242 0 0,1 0 1 0 0,0 0-1 0 0,0 0 0 0 0,2 1 0 0 0,-1 0 0 0 0,1 0 0 0 0,1 1 0 0 0,0 0 0 0 0,0 0 1 0 0,-5 24-1 0 0,9-27-40 0 0,0 0 0 0 0,0-1 0 0 0,1 1 1 0 0,0 0-1 0 0,1 0 0 0 0,0 0 1 0 0,0 0-1 0 0,0 0 0 0 0,2-1 0 0 0,-1 1 1 0 0,1-1-1 0 0,0 1 0 0 0,0-1 0 0 0,1 0 1 0 0,1 0-1 0 0,7 11 0 0 0,-4-8 5 0 0,0-1 0 0 0,1 0 0 0 0,1 0 1 0 0,0-1-1 0 0,0-1 0 0 0,0 1 0 0 0,1-2 0 0 0,1 1 0 0 0,-1-2 0 0 0,1 1 1 0 0,0-2-1 0 0,1 1 0 0 0,-1-2 0 0 0,17 5 0 0 0,-19-7-109 0 0,0 0 0 0 0,0 0 0 0 0,0-1 0 0 0,0 0 0 0 0,1-1 1 0 0,-1 0-1 0 0,0-1 0 0 0,0 0 0 0 0,0 0 0 0 0,0-1 0 0 0,0-1 0 0 0,0 1 0 0 0,0-2 0 0 0,0 1 0 0 0,-1-1 0 0 0,0-1 1 0 0,0 0-1 0 0,0 0 0 0 0,9-8 0 0 0,-4 1-829 0 0,-1 0 0 0 0,-1-1 1 0 0,0-1-1 0 0,0 0 0 0 0,-2 0 0 0 0,15-27 0 0 0,-13 20-2050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6:58.9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1 16604 0 0,'0'0'3338'0'0,"-1"3"-2480"0"0,-40 110 4401 0 0,28-83-4798 0 0,1 1 0 0 0,2 0-1 0 0,-10 49 1 0 0,17-57-296 0 0,1 0-1 0 0,0 0 1 0 0,2 0-1 0 0,0 0 1 0 0,2 0-1 0 0,5 28 1 0 0,-5-43-126 0 0,0-1 0 0 0,0 1 0 0 0,1-1 0 0 0,0 0 0 0 0,0 0 1 0 0,1 0-1 0 0,0-1 0 0 0,0 1 0 0 0,10 10 0 0 0,-11-13-26 0 0,1 0 1 0 0,1-1-1 0 0,-1 0 0 0 0,0 0 0 0 0,1 0 1 0 0,-1 0-1 0 0,1-1 0 0 0,0 1 0 0 0,0-1 1 0 0,0-1-1 0 0,0 1 0 0 0,0-1 0 0 0,1 1 0 0 0,-1-1 1 0 0,9 0-1 0 0,0-1-40 0 0,0 0 1 0 0,-1-1-1 0 0,1-1 0 0 0,-1 0 0 0 0,1-1 1 0 0,-1 0-1 0 0,0-1 0 0 0,17-8 1 0 0,13-7-517 0 0,42-27 0 0 0,-53 28 109 0 0,9-5-1385 0 0,-1-2 0 0 0,-2-2 0 0 0,48-42 1 0 0,-64 50-440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6:59.3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37 293 12099 0 0,'-1'0'125'0'0,"1"0"0"0"0,0 0 0 0 0,0 0 0 0 0,0 0 1 0 0,-1 0-1 0 0,1 0 0 0 0,0 0 0 0 0,0 0 0 0 0,-1 0 0 0 0,1 0 1 0 0,0 0-1 0 0,0 0 0 0 0,-1 0 0 0 0,1 0 0 0 0,0 0 1 0 0,0 0-1 0 0,0 0 0 0 0,-1-1 0 0 0,1 1 0 0 0,0 0 0 0 0,0 0 1 0 0,0 0-1 0 0,0 0 0 0 0,-1-1 0 0 0,1 1 0 0 0,0 0 1 0 0,0 0-1 0 0,0 0 0 0 0,0-1 0 0 0,0 1 0 0 0,0 0 1 0 0,0 0-1 0 0,-1 0 0 0 0,1-1 0 0 0,0 1 0 0 0,0 0 0 0 0,0 0 1 0 0,0-1-1 0 0,0 1 0 0 0,0 0 0 0 0,0 0 0 0 0,0-1 1 0 0,10-7 1816 0 0,17-4-208 0 0,2 4-841 0 0,0 2 1 0 0,0 1-1 0 0,0 2 1 0 0,32-1-1 0 0,-29 3-1722 0 0,0-2-1 0 0,0-1 1 0 0,32-9-1 0 0,-48 8-737 0 0</inkml:trace>
  <inkml:trace contextRef="#ctx0" brushRef="#br0" timeOffset="1">0 3 23357 0 0,'0'0'1256'0'0,"16"-2"814"0"0,56 10-46 0 0,40 6-1047 0 0,126-1 0 0 0,3-31-2373 0 0,-153 8 441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7:12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1107 469 9338 0 0,'0'0'7298'0'0,"0"-1"-6951"0"0,0 0 195 0 0,0 0-80 0 0,0 0 230 0 0,0-2 855 0 0,-7-11-702 0 0,1-1 1 0 0,1 0-1 0 0,0 0 1 0 0,1 0-1 0 0,-2-23 1 0 0,-2 0-345 0 0,-1-1-1 0 0,-1 1 1 0 0,-28-63 0 0 0,34 92-455 0 0,-1 1-1 0 0,0 0 1 0 0,0 0 0 0 0,-1 0-1 0 0,0 0 1 0 0,0 1 0 0 0,0 0 0 0 0,-1 0-1 0 0,0 1 1 0 0,-1 0 0 0 0,1 0-1 0 0,-1 1 1 0 0,0 0 0 0 0,-1 0 0 0 0,1 1-1 0 0,-1 0 1 0 0,-12-4 0 0 0,9 5-23 0 0,0-1 0 0 0,0 2 1 0 0,-1 0-1 0 0,1 0 0 0 0,0 1 0 0 0,-1 1 1 0 0,1 0-1 0 0,-1 0 0 0 0,1 2 1 0 0,-1-1-1 0 0,1 2 0 0 0,-22 6 0 0 0,-36 16 12 0 0,1 4-1 0 0,1 2 0 0 0,2 3 0 0 0,-96 67 0 0 0,148-91-13 0 0,1 1 1 0 0,0 1-1 0 0,1 0 0 0 0,0 0 1 0 0,1 1-1 0 0,0 0 0 0 0,1 1 1 0 0,0 1-1 0 0,2-1 0 0 0,-10 22 1 0 0,5-5 32 0 0,2 1-1 0 0,2 0 1 0 0,1 0 0 0 0,-6 46 0 0 0,-54 536 381 0 0,66-562-321 0 0,3 1 0 0 0,1-1 1 0 0,3 1-1 0 0,3-1 0 0 0,16 64 0 0 0,-19-99-59 0 0,1 0 0 0 0,1 0-1 0 0,0 0 1 0 0,1-1 0 0 0,0 0-1 0 0,2-1 1 0 0,0 0-1 0 0,14 16 1 0 0,-16-22-26 0 0,0 0 1 0 0,1-1-1 0 0,0 0 1 0 0,1 0-1 0 0,0-1 0 0 0,0-1 1 0 0,0 1-1 0 0,1-2 0 0 0,0 1 1 0 0,0-2-1 0 0,0 1 1 0 0,24 4-1 0 0,-21-6-5 0 0,0-1-1 0 0,0-1 1 0 0,0 0-1 0 0,0-1 1 0 0,0-1-1 0 0,0 0 1 0 0,0-1-1 0 0,-1 0 1 0 0,1-1 0 0 0,0-1-1 0 0,-1 0 1 0 0,0 0-1 0 0,0-2 1 0 0,0 0-1 0 0,-1 0 1 0 0,1-1 0 0 0,12-10-1 0 0,2 0-1 0 0,-2-1 1 0 0,0-2-1 0 0,-2 0 0 0 0,0-1 0 0 0,-1-1 1 0 0,-1-1-1 0 0,-1-1 0 0 0,-1-1 1 0 0,30-53-1 0 0,9-45 12 0 0,-50 103-21 0 0,-1-1-1 0 0,-1 1 0 0 0,-1-1 1 0 0,4-28-1 0 0,-11 36-6 0 0,-5 10 2 0 0,5 3-7 0 0,0 1-1 0 0,0 0 1 0 0,1 0 0 0 0,-1 0 0 0 0,0 0 0 0 0,0 0 0 0 0,1 0-1 0 0,-1 1 1 0 0,1-1 0 0 0,-1 1 0 0 0,-2 2 0 0 0,-4 5 0 0 0,0 0 1 0 0,-1-1 0 0 0,-1 0-1 0 0,1-1 1 0 0,-1 0-1 0 0,-12 6 1 0 0,-68 28 18 0 0,11-4-11 0 0,7-2-8 0 0,71-34 11 0 0,6-8-27 0 0,0 1 12 0 0,0-1 1 0 0,0 1 0 0 0,1 0 0 0 0,0 1 0 0 0,0-1 0 0 0,0 1-1 0 0,9-5 1 0 0,14-13-2 0 0,75-59 10 0 0,-63 50-4 0 0,16-15 9 0 0,-32 24-1 0 0,39-26-1 0 0,-63 48-15 0 0,9 56 47 0 0,-4 25 222 0 0,-3 1 0 0 0,-10 96-1 0 0,7-171-251 0 0,0-5-3 0 0,0-8-5218 0 0,0-10 3290 0 0,2 8-1192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7:13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1113 454 7930 0 0,'-5'-1'794'0'0,"-5"-7"7627"0"0,8 5-8196 0 0,1-1-1 0 0,0 1 1 0 0,0-1-1 0 0,1 1 1 0 0,-1-1 0 0 0,1 0-1 0 0,0 1 1 0 0,0-1 0 0 0,0 1-1 0 0,0-1 1 0 0,1 0-1 0 0,-1 1 1 0 0,3-7 0 0 0,-1-3 201 0 0,0-1 1 0 0,-1 1 0 0 0,0 0 0 0 0,-1 0 0 0 0,0-1-1 0 0,-1 1 1 0 0,-1 0 0 0 0,-3-13 0 0 0,2 12-309 0 0,-1 0 0 0 0,0 1 1 0 0,-1 0-1 0 0,0 0 1 0 0,-1 0-1 0 0,-1 1 0 0 0,0-1 1 0 0,0 2-1 0 0,-1-1 0 0 0,-1 1 1 0 0,0 0-1 0 0,-15-14 0 0 0,14 17-73 0 0,0-1 0 0 0,-1 1 0 0 0,0 1-1 0 0,0 0 1 0 0,-1 0 0 0 0,0 1 0 0 0,0 1-1 0 0,0 0 1 0 0,-1 0 0 0 0,0 1-1 0 0,0 1 1 0 0,0 0 0 0 0,0 1 0 0 0,-21-1-1 0 0,19 3-29 0 0,0 0-1 0 0,0 1 1 0 0,1 1-1 0 0,-1 0 1 0 0,0 1 0 0 0,1 1-1 0 0,0 0 1 0 0,0 0-1 0 0,0 2 1 0 0,-26 13-1 0 0,-22 18 25 0 0,40-25-21 0 0,-1 1-1 0 0,2 0 0 0 0,0 2 0 0 0,1 1 1 0 0,0 0-1 0 0,-24 27 0 0 0,-2 11 78 0 0,18-23-35 0 0,1 2 1 0 0,1 0 0 0 0,-31 57 0 0 0,22-15 22 0 0,-33 106 0 0 0,68-180-83 0 0,-30 93 165 0 0,-22 111-1 0 0,49-181-97 0 0,0 1 1 0 0,1-1-1 0 0,2 1 1 0 0,1-1-1 0 0,6 44 1 0 0,1-23 96 0 0,2-2 0 0 0,19 54 0 0 0,0-3 144 0 0,-19-57-175 0 0,2 0 0 0 0,2-1 0 0 0,27 54 0 0 0,-8-26 25 0 0,-25-45-79 0 0,1 0 0 0 0,1-1 0 0 0,18 25 0 0 0,-23-37-45 0 0,0-1 1 0 0,1 0 0 0 0,0 0-1 0 0,0-1 1 0 0,0 0 0 0 0,0 0-1 0 0,1 0 1 0 0,0-1 0 0 0,0 1-1 0 0,11 2 1 0 0,-3-1 39 0 0,0-1 0 0 0,0-1 0 0 0,0 0 0 0 0,19 0 0 0 0,-21-3-28 0 0,0 0 0 0 0,-1-2 0 0 0,1 1 0 0 0,0-1 0 0 0,-1-1 0 0 0,1-1 0 0 0,20-7 0 0 0,83-47 138 0 0,-61 29-122 0 0,-32 18 15 0 0,38-26 0 0 0,-54 32-194 0 0,1-1 0 0 0,-2 0 0 0 0,1 0-1 0 0,-1-1 1 0 0,0 0 0 0 0,0 0-1 0 0,-1-1 1 0 0,7-11 0 0 0,5-9-4454 0 0,-11 22 1259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7:27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524 53 9346 0 0,'-1'-1'387'0'0,"0"0"1"0"0,-1 0-1 0 0,1 0 0 0 0,-1 0 0 0 0,1 0 1 0 0,-1 0-1 0 0,1 1 0 0 0,-1-1 1 0 0,0 0-1 0 0,1 1 0 0 0,-3-1 1 0 0,-11-5 2027 0 0,3-2-1388 0 0,9 6-968 0 0,0-2 110 0 0,0 1 1 0 0,-1 1-1 0 0,0-1 0 0 0,0 0 0 0 0,0 1 1 0 0,-5-3-1 0 0,-9 1 512 0 0,4 4-196 0 0,-29 2 464 0 0,17-1-465 0 0,0 1-1 0 0,0 2 0 0 0,-30 7 1 0 0,39-6-298 0 0,0 0 1 0 0,0 2 0 0 0,1 0-1 0 0,-1 1 1 0 0,2 0-1 0 0,-1 2 1 0 0,1 0 0 0 0,1 0-1 0 0,0 1 1 0 0,-20 21-1 0 0,31-29-166 0 0,1-1 0 0 0,0 0 0 0 0,0 1 0 0 0,0 0 0 0 0,0-1 0 0 0,1 1 0 0 0,-1 0 0 0 0,1 0 0 0 0,0 0 0 0 0,0 0 0 0 0,0 0 0 0 0,0 0 0 0 0,0 0-1 0 0,0 0 1 0 0,1 0 0 0 0,0 0 0 0 0,-1 1 0 0 0,1-1 0 0 0,1 0 0 0 0,-1 0 0 0 0,1 4 0 0 0,0-3-1 0 0,1 0 0 0 0,-1 0 0 0 0,1 0 0 0 0,0 0 0 0 0,0-1 0 0 0,1 1 0 0 0,-1-1 0 0 0,1 1 0 0 0,0-1 0 0 0,0 0 0 0 0,0 0 0 0 0,0 0 0 0 0,0-1 0 0 0,1 1 0 0 0,4 2 0 0 0,12 6 64 0 0,0 0 0 0 0,37 12-1 0 0,20 10 21 0 0,-69-28-93 0 0,1-1-1 0 0,-1 2 1 0 0,-1-1-1 0 0,1 1 1 0 0,-1 0-1 0 0,10 11 1 0 0,-15-16-4 0 0,0 1 1 0 0,-1 0 0 0 0,1-1 0 0 0,-1 1-1 0 0,1 0 1 0 0,-1 0 0 0 0,0 0 0 0 0,0 0-1 0 0,0 0 1 0 0,0 0 0 0 0,0 0 0 0 0,0 0-1 0 0,-1 0 1 0 0,1 0 0 0 0,-1 0 0 0 0,1 1-1 0 0,-1-1 1 0 0,0 0 0 0 0,0 0 0 0 0,0 1-1 0 0,0-1 1 0 0,0 0 0 0 0,0 0 0 0 0,-1 1-1 0 0,1-1 1 0 0,-1 0 0 0 0,0 0 0 0 0,1 0 0 0 0,-1 0-1 0 0,0 0 1 0 0,0 0 0 0 0,-1 0 0 0 0,1 0-1 0 0,0 0 1 0 0,-1 0 0 0 0,1-1 0 0 0,-1 1-1 0 0,1 0 1 0 0,-1-1 0 0 0,0 1 0 0 0,-3 1-1 0 0,-6 4 45 0 0,0 0-1 0 0,0-1 0 0 0,-1 0 0 0 0,0-1 1 0 0,-23 7-1 0 0,13-6-185 0 0,0 0 0 0 0,-1-2 0 0 0,0 0 0 0 0,0-1 0 0 0,-41-1 0 0 0,63-2 97 0 0,-1 0-1 0 0,1 0 1 0 0,-1 0-1 0 0,1 0 1 0 0,-1-1-1 0 0,1 1 1 0 0,0 0-1 0 0,-1-1 1 0 0,1 1-1 0 0,-1-1 1 0 0,1 1-1 0 0,0-1 1 0 0,-1 1-1 0 0,1-1 1 0 0,0 0-1 0 0,0 0 1 0 0,-2-1-1 0 0,3 1 10 0 0,-1 1-1 0 0,1-1 1 0 0,0 0-1 0 0,0 1 1 0 0,0-1 0 0 0,0 0-1 0 0,0 1 1 0 0,-1-1-1 0 0,1 0 1 0 0,1 1-1 0 0,-1-1 1 0 0,0 1-1 0 0,0-1 1 0 0,0 0 0 0 0,0 1-1 0 0,0-1 1 0 0,0 0-1 0 0,1 1 1 0 0,-1-1-1 0 0,0 1 1 0 0,1-1 0 0 0,-1 1-1 0 0,0-1 1 0 0,1 0-1 0 0,-1 1 1 0 0,1-1-1 0 0,3-3-56 0 0,0-1 0 0 0,0 2 0 0 0,1-1 0 0 0,-1 0 0 0 0,1 1 0 0 0,0 0 0 0 0,5-3 0 0 0,150-60-215 0 0,-101 44 468 0 0,64-34-1 0 0,-80 33 134 0 0,-1-2-1 0 0,0-2 1 0 0,56-48 0 0 0,-94 72-270 0 0,-1-1 1 0 0,1 0-1 0 0,-1 0 1 0 0,0 0-1 0 0,0 0 1 0 0,0 0-1 0 0,-1-1 1 0 0,1 1-1 0 0,-1-1 1 0 0,0 1-1 0 0,-1-1 0 0 0,3-7 1 0 0,-4 10-20 0 0,0 1 0 0 0,0-1 1 0 0,1 0-1 0 0,-2 1 0 0 0,1-1 1 0 0,0 0-1 0 0,0 1 0 0 0,0-1 1 0 0,-1 0-1 0 0,1 1 0 0 0,-1-1 1 0 0,1 0-1 0 0,-1 1 0 0 0,0-1 0 0 0,1 1 1 0 0,-1-1-1 0 0,0 1 0 0 0,0 0 1 0 0,0-1-1 0 0,0 1 0 0 0,0 0 1 0 0,0 0-1 0 0,-1 0 0 0 0,1-1 1 0 0,0 1-1 0 0,-1 0 0 0 0,1 1 0 0 0,-1-1 1 0 0,1 0-1 0 0,-1 0 0 0 0,1 1 1 0 0,-1-1-1 0 0,1 1 0 0 0,-1-1 1 0 0,0 1-1 0 0,1-1 0 0 0,-1 1 0 0 0,0 0 1 0 0,-2 0-1 0 0,-6-1 15 0 0,-1 1-1 0 0,0 0 1 0 0,0 1 0 0 0,0 0-1 0 0,1 0 1 0 0,-1 1 0 0 0,1 1-1 0 0,-1-1 1 0 0,1 2 0 0 0,0 0-1 0 0,0 0 1 0 0,0 0 0 0 0,-9 7-1 0 0,8-5 5 0 0,1 1 0 0 0,0 0 0 0 0,0 1 0 0 0,0 0-1 0 0,1 1 1 0 0,0 0 0 0 0,0 0 0 0 0,1 0-1 0 0,1 1 1 0 0,-13 22 0 0 0,15-21-17 0 0,0 0-1 0 0,1 0 1 0 0,1 0 0 0 0,0 1 0 0 0,0-1 0 0 0,1 1-1 0 0,1 0 1 0 0,0 0 0 0 0,0-1 0 0 0,1 1-1 0 0,2 16 1 0 0,-1-23-9 0 0,-1 0-1 0 0,1 0 1 0 0,0 0-1 0 0,1 0 1 0 0,-1-1-1 0 0,1 1 1 0 0,0-1 0 0 0,0 1-1 0 0,0-1 1 0 0,1 0-1 0 0,0 1 1 0 0,-1-1-1 0 0,2-1 1 0 0,-1 1 0 0 0,0 0-1 0 0,1-1 1 0 0,-1 1-1 0 0,1-1 1 0 0,0 0-1 0 0,0-1 1 0 0,0 1-1 0 0,1-1 1 0 0,-1 1 0 0 0,1-1-1 0 0,-1-1 1 0 0,1 1-1 0 0,-1-1 1 0 0,1 1-1 0 0,8 0 1 0 0,-1-1-126 0 0,-1-1-1 0 0,0 0 1 0 0,0 0 0 0 0,0-1 0 0 0,0-1-1 0 0,0 0 1 0 0,0 0 0 0 0,0-1-1 0 0,0 0 1 0 0,-1-1 0 0 0,1 0 0 0 0,-1-1-1 0 0,17-10 1 0 0,-12 5 47 0 0,-1-1 0 0 0,1 0-1 0 0,-1-1 1 0 0,-1 0 0 0 0,-1-1 0 0 0,1-1-1 0 0,17-26 1 0 0,-20 25 301 0 0,-1 0-1 0 0,-1 0 0 0 0,0-1 1 0 0,-1-1-1 0 0,-1 1 0 0 0,0-1 1 0 0,-1 0-1 0 0,-1 0 1 0 0,-1 0-1 0 0,3-33 0 0 0,-6 49-212 0 0,0 0-1 0 0,0 0 0 0 0,0 0 1 0 0,0 0-1 0 0,0 0 0 0 0,-1 0 0 0 0,1 0 1 0 0,0 0-1 0 0,0 0 0 0 0,-1 0 0 0 0,1 0 1 0 0,-1 0-1 0 0,1 0 0 0 0,-1 0 1 0 0,1 0-1 0 0,-1 0 0 0 0,1 1 0 0 0,-1-1 1 0 0,0 0-1 0 0,1 0 0 0 0,-1 1 1 0 0,0-1-1 0 0,0 0 0 0 0,-1 0 0 0 0,1 0-3 0 0,-1 1-1 0 0,0-1 0 0 0,1 1 0 0 0,-1-1 0 0 0,0 1 0 0 0,1 0 0 0 0,-1 0 0 0 0,0 0 0 0 0,0 0 0 0 0,0 0 0 0 0,1 0 0 0 0,-1 0 0 0 0,-2 1 0 0 0,-3 1-6 0 0,-1 0 0 0 0,1 1 0 0 0,-1 0 0 0 0,1 0 0 0 0,-9 6 0 0 0,4-1 0 0 0,0 0-1 0 0,1 1 1 0 0,0 1-1 0 0,0 0 1 0 0,1 0-1 0 0,0 1 0 0 0,1 0 1 0 0,0 1-1 0 0,1 0 1 0 0,-11 21-1 0 0,15-26 0 0 0,1-1 0 0 0,1 1-1 0 0,-1 0 1 0 0,1-1 0 0 0,0 1 0 0 0,0 0-1 0 0,1 0 1 0 0,0 0 0 0 0,0 0 0 0 0,1 1-1 0 0,0-1 1 0 0,0 0 0 0 0,1 0-1 0 0,0 0 1 0 0,0 0 0 0 0,1 0 0 0 0,-1 0-1 0 0,1 0 1 0 0,1 0 0 0 0,0-1 0 0 0,0 1-1 0 0,0-1 1 0 0,6 10 0 0 0,-5-12-88 0 0,-1 0-1 0 0,1 0 1 0 0,-1 0 0 0 0,1 0 0 0 0,0-1 0 0 0,1 0-1 0 0,-1 1 1 0 0,0-2 0 0 0,1 1 0 0 0,0 0-1 0 0,0-1 1 0 0,0 0 0 0 0,0 0 0 0 0,0 0 0 0 0,0-1-1 0 0,0 0 1 0 0,0 0 0 0 0,1 0 0 0 0,-1 0 0 0 0,0-1-1 0 0,1 0 1 0 0,8-1 0 0 0,8-2-572 0 0,-1-1 1 0 0,1-1-1 0 0,-1-1 1 0 0,25-11 0 0 0,-26 10 265 0 0,12-4-2030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7:27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392 310 7986 0 0,'0'-3'323'0'0,"-1"0"0"0"0,1 1 0 0 0,-1-1 0 0 0,1 0 0 0 0,-1 1 0 0 0,0-1 0 0 0,1 1 0 0 0,-2-1 0 0 0,1 1 0 0 0,0-1 0 0 0,0 1 0 0 0,-1 0 0 0 0,1 0 0 0 0,-1-1 0 0 0,0 1 0 0 0,1 0 0 0 0,-1 1 0 0 0,0-1 0 0 0,0 0 0 0 0,0 0 0 0 0,-1 1 0 0 0,1-1 0 0 0,0 1 0 0 0,0 0 0 0 0,-1 0 0 0 0,1 0 0 0 0,-1 0 0 0 0,1 0 0 0 0,-1 0 0 0 0,0 1 0 0 0,1-1 0 0 0,-1 1 0 0 0,-3-1 0 0 0,-7 1 67 0 0,0 0 0 0 0,-1 1-1 0 0,1 0 1 0 0,0 0 0 0 0,-1 2 0 0 0,1 0-1 0 0,0 0 1 0 0,1 1 0 0 0,-1 1 0 0 0,-12 6-1 0 0,8-3-224 0 0,0 1 0 0 0,1 1 0 0 0,0 0 0 0 0,0 2 1 0 0,1-1-1 0 0,-19 21 0 0 0,29-27-152 0 0,1 0 0 0 0,0 1 1 0 0,0 0-1 0 0,0-1 1 0 0,1 1-1 0 0,0 0 1 0 0,0 1-1 0 0,0-1 0 0 0,1 0 1 0 0,0 1-1 0 0,0-1 1 0 0,1 1-1 0 0,0 0 1 0 0,0 0-1 0 0,0-1 0 0 0,1 1 1 0 0,0 0-1 0 0,1 10 1 0 0,0-12-7 0 0,0 0 0 0 0,0-1 1 0 0,1 0-1 0 0,-1 1 0 0 0,1-1 1 0 0,0 0-1 0 0,0 0 0 0 0,0 0 1 0 0,0 0-1 0 0,1 0 1 0 0,0 0-1 0 0,-1-1 0 0 0,1 1 1 0 0,1-1-1 0 0,-1 0 0 0 0,0 0 1 0 0,1 0-1 0 0,0 0 0 0 0,0-1 1 0 0,0 1-1 0 0,0-1 0 0 0,0 0 1 0 0,0 0-1 0 0,0-1 0 0 0,1 1 1 0 0,-1-1-1 0 0,0 0 0 0 0,7 1 1 0 0,-2-1 20 0 0,-1 0 0 0 0,1-1 1 0 0,-1 0-1 0 0,1 0 0 0 0,0 0 1 0 0,-1-2-1 0 0,1 1 0 0 0,-1-1 0 0 0,0 0 1 0 0,1 0-1 0 0,-1-1 0 0 0,13-7 1 0 0,-9 3 10 0 0,0 0-1 0 0,-1 0 1 0 0,-1-2 0 0 0,1 1 0 0 0,-1-1 0 0 0,0-1 0 0 0,11-15-1 0 0,-9 11 3 0 0,-1-1-1 0 0,-1 0 0 0 0,0-1 1 0 0,-1 0-1 0 0,-1 0 0 0 0,-1-1 1 0 0,9-27-1 0 0,-13 34-19 0 0,-1 0 0 0 0,0 0 0 0 0,-1 0 0 0 0,0-1 0 0 0,-1 1 0 0 0,0 0 1 0 0,0-1-1 0 0,-1 1 0 0 0,0 0 0 0 0,-1 0 0 0 0,0 0 0 0 0,-1 0 0 0 0,0 0 0 0 0,-8-16 0 0 0,0 1 6 0 0,-1 1 0 0 0,-1 1-1 0 0,-1 0 1 0 0,-1 1 0 0 0,-20-22-1 0 0,34 43-25 0 0,1 1-1 0 0,-1-1 0 0 0,1 0 1 0 0,0 1-1 0 0,-1-1 1 0 0,1 1-1 0 0,-1 0 0 0 0,1-1 1 0 0,-1 1-1 0 0,1-1 1 0 0,-1 1-1 0 0,1 0 0 0 0,-1-1 1 0 0,0 1-1 0 0,1 0 1 0 0,-1 0-1 0 0,1 0 0 0 0,-1-1 1 0 0,0 1-1 0 0,1 0 1 0 0,-1 0-1 0 0,0 0 0 0 0,1 0 1 0 0,-1 0-1 0 0,0 0 1 0 0,1 0-1 0 0,-1 0 0 0 0,0 0 1 0 0,1 0-1 0 0,-2 1 1 0 0,2 0 0 0 0,-1 0 1 0 0,0 0-1 0 0,0 0 1 0 0,1-1 0 0 0,-1 2-1 0 0,0-1 1 0 0,1 0-1 0 0,-1 0 1 0 0,1 0 0 0 0,-1 0-1 0 0,1 0 1 0 0,0 0-1 0 0,-1 0 1 0 0,1 3-1 0 0,-2 46 81 0 0,2-49-77 0 0,4 28 57 0 0,0 0 1 0 0,2-1-1 0 0,2 0 1 0 0,0-1-1 0 0,19 42 0 0 0,-10-25 1 0 0,-2-7-28 0 0,3-1 0 0 0,26 42-1 0 0,-40-71-109 0 0,1 1 0 0 0,0-2 0 0 0,1 1-1 0 0,0 0 1 0 0,10 8 0 0 0,-13-12-168 0 0,1 0 0 0 0,-1-1 0 0 0,1 1 0 0 0,0-1 0 0 0,-1 0 0 0 0,1-1-1 0 0,0 1 1 0 0,0-1 0 0 0,0 1 0 0 0,0-1 0 0 0,0 0 0 0 0,1 0 0 0 0,6 0 0 0 0,10-2-2807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7:28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242 403 12123 0 0,'37'-20'2103'0'0,"-30"17"-1487"0"0,0 0 0 0 0,0-1 1 0 0,0 0-1 0 0,-1 0 0 0 0,1-1 0 0 0,-1 0 1 0 0,0 0-1 0 0,6-7 0 0 0,-12 12-552 0 0,1 0 0 0 0,-1-1 0 0 0,0 1 0 0 0,1 0 0 0 0,-1-1 0 0 0,0 1 0 0 0,0-1 0 0 0,1 1 0 0 0,-1-1 0 0 0,0 1 0 0 0,0-1 0 0 0,0 1 1 0 0,0 0-1 0 0,1-1 0 0 0,-1 1 0 0 0,0-1 0 0 0,0 1 0 0 0,0-1 0 0 0,0 1 0 0 0,0-1 0 0 0,0 1 0 0 0,0-1 0 0 0,-1 1 0 0 0,1-1 0 0 0,0 1 0 0 0,0-1 0 0 0,0 1 0 0 0,0-1 0 0 0,-1 1 0 0 0,1-1 0 0 0,0 0 0 0 0,-17-7 1000 0 0,-21 3-135 0 0,23 6-754 0 0,-1 0 0 0 0,0 1 0 0 0,1 1-1 0 0,-1 0 1 0 0,1 2 0 0 0,0-1 0 0 0,0 2 0 0 0,1 0-1 0 0,-25 13 1 0 0,31-14-165 0 0,0 0-1 0 0,0 0 1 0 0,0 1-1 0 0,1 0 1 0 0,0 0-1 0 0,0 1 1 0 0,0 0-1 0 0,1 0 1 0 0,0 0-1 0 0,0 1 1 0 0,1 0-1 0 0,0 0 1 0 0,0 0-1 0 0,1 1 1 0 0,0 0-1 0 0,1 0 1 0 0,-4 11-1 0 0,6-15-6 0 0,0 0-1 0 0,1 0 1 0 0,-1 0-1 0 0,1 0 0 0 0,0 0 1 0 0,0 0-1 0 0,1 0 0 0 0,-1 1 1 0 0,1-1-1 0 0,0 0 1 0 0,1 0-1 0 0,-1-1 0 0 0,1 1 1 0 0,0 0-1 0 0,0 0 0 0 0,1-1 1 0 0,-1 0-1 0 0,1 1 0 0 0,0-1 1 0 0,0 0-1 0 0,0 0 1 0 0,1 0-1 0 0,-1-1 0 0 0,1 1 1 0 0,0-1-1 0 0,0 0 0 0 0,7 4 1 0 0,-5-4 19 0 0,0 0 1 0 0,0 0-1 0 0,0-1 0 0 0,1 1 1 0 0,-1-1-1 0 0,1-1 1 0 0,0 1-1 0 0,-1-1 1 0 0,1-1-1 0 0,0 1 1 0 0,0-1-1 0 0,-1 0 0 0 0,1-1 1 0 0,0 1-1 0 0,0-1 1 0 0,-1-1-1 0 0,1 1 1 0 0,0-1-1 0 0,-1 0 0 0 0,8-4 1 0 0,3-3 29 0 0,-1 0-1 0 0,0-1 1 0 0,-1 0 0 0 0,0-1 0 0 0,-1-1-1 0 0,0-1 1 0 0,-1 0 0 0 0,15-19 0 0 0,-20 21-24 0 0,0 1 0 0 0,-1-1 0 0 0,0-1 0 0 0,-1 1 0 0 0,0-1 0 0 0,-1 0 0 0 0,0-1 0 0 0,-1 1 0 0 0,-1-1 1 0 0,0 0-1 0 0,0 0 0 0 0,1-20 0 0 0,-5 3-6 0 0,-1 0 0 0 0,-1 1 0 0 0,-1-1 0 0 0,-2 1 0 0 0,-1 0 1 0 0,-1 0-1 0 0,-1 1 0 0 0,-2 0 0 0 0,-23-44 0 0 0,34 72-25 0 0,0-1 0 0 0,0 1 0 0 0,0 0-1 0 0,-1 0 1 0 0,1-1 0 0 0,0 1 0 0 0,0 0 0 0 0,0 0 0 0 0,0-1-1 0 0,0 1 1 0 0,0 0 0 0 0,-1 0 0 0 0,1-1 0 0 0,0 1-1 0 0,0 0 1 0 0,0 0 0 0 0,0 0 0 0 0,-1-1 0 0 0,1 1 0 0 0,0 0-1 0 0,0 0 1 0 0,-1 0 0 0 0,1 0 0 0 0,0 0 0 0 0,0 0 0 0 0,-1-1-1 0 0,1 1 1 0 0,0 0 0 0 0,0 0 0 0 0,-1 0 0 0 0,1 0-1 0 0,0 0 1 0 0,-1 0 0 0 0,1 0 0 0 0,0 0 0 0 0,0 0 0 0 0,-1 0-1 0 0,1 0 1 0 0,0 0 0 0 0,-1 1 0 0 0,-5 11-64 0 0,-1 22 23 0 0,7-32 38 0 0,-5 32 5 0 0,1-1-1 0 0,2 1 0 0 0,2 0 1 0 0,1 0-1 0 0,2 0 0 0 0,9 50 1 0 0,-7-65 9 0 0,0 0 1 0 0,1 0 0 0 0,1 0-1 0 0,0-1 1 0 0,2 0-1 0 0,0 0 1 0 0,1-1 0 0 0,1 0-1 0 0,0-1 1 0 0,1 0-1 0 0,1-1 1 0 0,22 21-1 0 0,-30-32 1 0 0,1 1-1 0 0,0-1 0 0 0,0 0 0 0 0,0 0 0 0 0,0 0 1 0 0,0-1-1 0 0,1 0 0 0 0,-1-1 0 0 0,1 1 0 0 0,0-1 1 0 0,12 2-1 0 0,-14-4 0 0 0,-1 1 0 0 0,1-1 0 0 0,-1 0 0 0 0,1-1 0 0 0,-1 1 0 0 0,0-1 0 0 0,1 0 1 0 0,-1 0-1 0 0,1 0 0 0 0,-1-1 0 0 0,0 1 0 0 0,0-1 0 0 0,0 0 0 0 0,0-1 0 0 0,0 1 0 0 0,0 0 0 0 0,-1-1 0 0 0,1 0 0 0 0,4-5 1 0 0,0 0 8 0 0,-1-1 1 0 0,0 0 0 0 0,-1 0 0 0 0,1-1 0 0 0,-2 0 0 0 0,1 0 0 0 0,-2 0 0 0 0,1 0 0 0 0,-1-1 0 0 0,5-22-1 0 0,-8 26-4 0 0,1-2 0 0 0,-1 1 0 0 0,-1 0 0 0 0,1 0 0 0 0,-1 0 0 0 0,-1 0 0 0 0,1 0 0 0 0,-1 0 0 0 0,-1 0 0 0 0,1 0 0 0 0,-2 0 0 0 0,1 0 0 0 0,-1 0 0 0 0,0 1 0 0 0,0-1 0 0 0,-6-7 0 0 0,9 15-12 0 0,0-1 1 0 0,0 1-1 0 0,0-1 1 0 0,-1 1-1 0 0,1 0 0 0 0,0-1 1 0 0,0 1-1 0 0,0-1 1 0 0,-1 1-1 0 0,1 0 0 0 0,0-1 1 0 0,-1 1-1 0 0,1 0 1 0 0,0 0-1 0 0,-1-1 0 0 0,1 1 1 0 0,0 0-1 0 0,-1 0 1 0 0,1-1-1 0 0,-1 1 0 0 0,1 0 1 0 0,0 0-1 0 0,-1 0 1 0 0,1 0-1 0 0,-1-1 0 0 0,1 1 1 0 0,0 0-1 0 0,-1 0 1 0 0,1 0-1 0 0,-1 0 0 0 0,1 0 1 0 0,-1 0-1 0 0,1 0 1 0 0,-1 0-1 0 0,1 0 0 0 0,-1 1 1 0 0,0 0-2 0 0,0 0 1 0 0,0 0 0 0 0,1 0 0 0 0,-1 0-1 0 0,0 0 1 0 0,1 0 0 0 0,-1 0 0 0 0,1 0-1 0 0,-1 0 1 0 0,1 1 0 0 0,-1-1 0 0 0,1 2-1 0 0,-6 39 11 0 0,7-26 6 0 0,0 0 0 0 0,1 0 0 0 0,0 0-1 0 0,2-1 1 0 0,-1 1 0 0 0,8 15 0 0 0,-9-23-105 0 0,2 0 0 0 0,-1 0 0 0 0,1 0 0 0 0,1-1 0 0 0,-1 0 0 0 0,1 1 0 0 0,0-1 0 0 0,1-1 0 0 0,0 1 0 0 0,0-1 0 0 0,0 0 0 0 0,13 9 0 0 0,-16-14-235 0 0,-1 0-1 0 0,1 0 0 0 0,0 0 0 0 0,-1 0 0 0 0,1-1 1 0 0,0 1-1 0 0,0-1 0 0 0,0 0 0 0 0,-1 1 0 0 0,1-1 0 0 0,0 0 1 0 0,0-1-1 0 0,0 1 0 0 0,0-1 0 0 0,-1 1 0 0 0,1-1 1 0 0,0 0-1 0 0,0 0 0 0 0,-1 0 0 0 0,5-2 0 0 0,8-5-2620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7:28.9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19 16980 0 0,'-10'-7'1800'0'0,"0"0"-1760"0"0,2 6 544 0 0,-2-1 296 0 0,2 0-39 0 0,-1 2-409 0 0,3 4-120 0 0,-1 1-112 0 0,2 1-32 0 0,2 3-128 0 0,-1-3-16 0 0,4 4-96 0 0,0 2-72 0 0,2-4-64 0 0,5 4-881 0 0,-1-2-495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7:29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362 5 13923 0 0,'-14'-2'1567'0'0,"0"0"1"0"0,-1 2-1 0 0,-18 0 1 0 0,16 2-632 0 0,1 0 0 0 0,-24 7 0 0 0,14-1-430 0 0,1 1 0 0 0,0 1 0 0 0,-38 22 0 0 0,55-27-455 0 0,0-1-1 0 0,1 1 0 0 0,-1 1 0 0 0,1-1 0 0 0,1 1 0 0 0,-10 11 0 0 0,14-16-47 0 0,1 1 0 0 0,0-1 0 0 0,0 1 0 0 0,0-1 0 0 0,0 1-1 0 0,0-1 1 0 0,0 1 0 0 0,0 0 0 0 0,1 0 0 0 0,-1-1 0 0 0,0 1-1 0 0,1 0 1 0 0,0 0 0 0 0,-1 0 0 0 0,1-1 0 0 0,0 1 0 0 0,0 0-1 0 0,0 0 1 0 0,0 0 0 0 0,0 0 0 0 0,0 0 0 0 0,1-1 0 0 0,-1 1-1 0 0,1 0 1 0 0,-1 0 0 0 0,1 0 0 0 0,0-1 0 0 0,0 1 0 0 0,-1 0-1 0 0,1-1 1 0 0,0 1 0 0 0,1-1 0 0 0,-1 1 0 0 0,0-1-1 0 0,0 1 1 0 0,1-1 0 0 0,-1 0 0 0 0,2 1 0 0 0,13 10 14 0 0,0-2 1 0 0,0 0 0 0 0,1-1-1 0 0,0-1 1 0 0,1 0 0 0 0,21 6-1 0 0,-17-7-10 0 0,0 2-1 0 0,-1 0 1 0 0,34 21-1 0 0,-52-28 0 0 0,38 30 26 0 0,-39-31-19 0 0,0 1 1 0 0,-1-1-1 0 0,1 1 1 0 0,-1-1-1 0 0,0 1 1 0 0,1 0-1 0 0,-1 0 1 0 0,0-1-1 0 0,0 1 1 0 0,0 0-1 0 0,0 0 1 0 0,-1 0-1 0 0,1 0 1 0 0,0 0-1 0 0,-1 0 1 0 0,1 0-1 0 0,-1 0 1 0 0,0 0 0 0 0,0 1-1 0 0,0 2 1 0 0,0-4 3 0 0,-1 0 0 0 0,0 1 0 0 0,0-1 0 0 0,0 0 0 0 0,0 0 0 0 0,0 0 0 0 0,0 0-1 0 0,0 0 1 0 0,0 0 0 0 0,0 0 0 0 0,-1 0 0 0 0,1 0 0 0 0,0-1 0 0 0,-1 1 0 0 0,1 0 0 0 0,0-1 0 0 0,-1 1 0 0 0,-1 0 0 0 0,-29 7 188 0 0,31-7-194 0 0,-22 3-77 0 0,0 0 0 0 0,-1-1 0 0 0,1-2 0 0 0,-45-2 0 0 0,57-2-1622 0 0,11 2 1598 0 0,0 1 1 0 0,0 0 0 0 0,0-1 0 0 0,-1 1-1 0 0,1 0 1 0 0,0 0 0 0 0,0-1 0 0 0,1 1 0 0 0,-1 0-1 0 0,0 0 1 0 0,0-1 0 0 0,0 1 0 0 0,0 0 0 0 0,0-1-1 0 0,0 1 1 0 0,0 0 0 0 0,0 0 0 0 0,0-1-1 0 0,1 1 1 0 0,-1 0 0 0 0,0 0 0 0 0,0 0 0 0 0,0-1-1 0 0,0 1 1 0 0,1 0 0 0 0,-1 0 0 0 0,0 0 0 0 0,0-1-1 0 0,1 1 1 0 0,-1 0 0 0 0,0 0 0 0 0,0 0 0 0 0,1 0-1 0 0,-1 0 1 0 0,0 0 0 0 0,10-3-2101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7:30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120 254 17172 0 0,'0'0'2458'0'0,"-1"3"-1521"0"0,-19 60 1327 0 0,-29 104-296 0 0,30-65-1571 0 0,-7 29 24 0 0,23-161 246 0 0,1-38 0 0 0,2 59-647 0 0,3-82 173 0 0,17-109 1 0 0,-16 173-178 0 0,2 0 0 0 0,1 0 1 0 0,1 1-1 0 0,1 0 0 0 0,1 0 1 0 0,1 1-1 0 0,2 0 0 0 0,24-36 1 0 0,-34 57-13 0 0,1-1 1 0 0,0 1 0 0 0,-1-1 0 0 0,2 1 0 0 0,-1 0-1 0 0,0 0 1 0 0,1 1 0 0 0,0 0 0 0 0,-1-1 0 0 0,1 2 0 0 0,10-5-1 0 0,-13 6-3 0 0,0 1-1 0 0,1-1 1 0 0,-1 1-1 0 0,0-1 0 0 0,1 1 1 0 0,-1 0-1 0 0,1 0 1 0 0,-1 0-1 0 0,0 1 0 0 0,1-1 1 0 0,-1 0-1 0 0,0 1 1 0 0,1 0-1 0 0,-1-1 1 0 0,0 1-1 0 0,0 0 0 0 0,1 0 1 0 0,-1 0-1 0 0,0 1 1 0 0,0-1-1 0 0,0 0 0 0 0,-1 1 1 0 0,1 0-1 0 0,0-1 1 0 0,0 1-1 0 0,-1 0 1 0 0,1 0-1 0 0,-1-1 0 0 0,0 1 1 0 0,2 4-1 0 0,2 1 3 0 0,-2 1 0 0 0,1-1 1 0 0,-1 1-1 0 0,0 0 0 0 0,0 1 0 0 0,-1-1 0 0 0,-1 0 0 0 0,1 0 0 0 0,-1 1 0 0 0,0-1 1 0 0,-1 1-1 0 0,0-1 0 0 0,-1 1 0 0 0,1-1 0 0 0,-4 15 0 0 0,0-9 5 0 0,1 0 0 0 0,-2 0 0 0 0,0 0-1 0 0,0 0 1 0 0,-1-1 0 0 0,-1 0 0 0 0,0 0-1 0 0,-12 15 1 0 0,14-22-5 0 0,-1 0-1 0 0,0 0 0 0 0,0-1 1 0 0,0 0-1 0 0,-1 0 0 0 0,0-1 1 0 0,0 1-1 0 0,0-1 0 0 0,0-1 1 0 0,-1 0-1 0 0,-9 3 0 0 0,14-4-9 0 0,-1-1-1 0 0,1 0 1 0 0,-1 0-1 0 0,0 0 0 0 0,1-1 1 0 0,-1 1-1 0 0,0-1 1 0 0,1 0-1 0 0,-1 0 1 0 0,0 0-1 0 0,0 0 1 0 0,1-1-1 0 0,-1 1 0 0 0,0-1 1 0 0,1 0-1 0 0,-1 0 1 0 0,1-1-1 0 0,-1 1 1 0 0,1-1-1 0 0,0 1 1 0 0,0-1-1 0 0,-1 0 0 0 0,1-1 1 0 0,0 1-1 0 0,1 0 1 0 0,-5-5-1 0 0,6 7-7 0 0,1-1 1 0 0,-1 0-1 0 0,0 0 0 0 0,1 0 0 0 0,-1-1 0 0 0,0 1 1 0 0,1 0-1 0 0,0 0 0 0 0,-1 0 0 0 0,1 0 0 0 0,0 0 1 0 0,-1-1-1 0 0,1 1 0 0 0,0 0 0 0 0,0 0 0 0 0,0 0 1 0 0,0-1-1 0 0,0 1 0 0 0,0 0 0 0 0,0 0 0 0 0,1 0 1 0 0,-1-3-1 0 0,2 2-10 0 0,-1 0 1 0 0,0 0-1 0 0,0 0 1 0 0,1 0-1 0 0,-1 0 0 0 0,1 0 1 0 0,-1 0-1 0 0,1 1 1 0 0,0-1-1 0 0,3-2 1 0 0,5-2-50 0 0,-1 0-1 0 0,1 1 1 0 0,19-7 0 0 0,123-33-114 0 0,-116 37 195 0 0,-1-1 1 0 0,0-2 0 0 0,-1-2 0 0 0,61-31 0 0 0,-91 42 5 0 0,-1 0-1 0 0,0-1 1 0 0,0 1-1 0 0,1-1 1 0 0,-2 0-1 0 0,1 0 1 0 0,0 0 0 0 0,-1 0-1 0 0,1 0 1 0 0,-1-1-1 0 0,0 1 1 0 0,0-1-1 0 0,3-7 1 0 0,-5 10-5 0 0,1-1-1 0 0,-1 0 1 0 0,0 1 0 0 0,0-1-1 0 0,1 0 1 0 0,-1 1 0 0 0,-1-1 0 0 0,1 0-1 0 0,0 0 1 0 0,0 1 0 0 0,-1-1-1 0 0,1 0 1 0 0,0 1 0 0 0,-1-1 0 0 0,0 1-1 0 0,1-1 1 0 0,-1 1 0 0 0,0-1-1 0 0,0 1 1 0 0,0-1 0 0 0,0 1-1 0 0,0 0 1 0 0,0-1 0 0 0,0 1 0 0 0,-1 0-1 0 0,1 0 1 0 0,0 0 0 0 0,-1 0-1 0 0,1 0 1 0 0,-1 0 0 0 0,1 0 0 0 0,-1 0-1 0 0,1 1 1 0 0,-1-1 0 0 0,-2 0-1 0 0,-4-2 8 0 0,0 1-1 0 0,0 0 0 0 0,0 1 1 0 0,0-1-1 0 0,0 1 0 0 0,0 1 1 0 0,-1 0-1 0 0,1 0 0 0 0,0 0 1 0 0,0 1-1 0 0,0 0 0 0 0,0 1 1 0 0,0 0-1 0 0,0 0 0 0 0,0 1 1 0 0,0 0-1 0 0,1 0 0 0 0,-1 1 1 0 0,1 0-1 0 0,0 0 0 0 0,0 0 1 0 0,1 1-1 0 0,-8 7 0 0 0,9-8-3 0 0,0 0-1 0 0,1 1 0 0 0,-1 0 1 0 0,1-1-1 0 0,1 1 0 0 0,-1 0 1 0 0,1 1-1 0 0,0-1 1 0 0,0 1-1 0 0,0-1 0 0 0,1 1 1 0 0,-1 0-1 0 0,2 0 0 0 0,-1 0 1 0 0,1 0-1 0 0,0 1 1 0 0,0-1-1 0 0,0 0 0 0 0,1 0 1 0 0,0 1-1 0 0,0-1 0 0 0,1 0 1 0 0,0 0-1 0 0,0 1 1 0 0,0-1-1 0 0,1 0 0 0 0,0 0 1 0 0,0 0-1 0 0,0 0 1 0 0,6 9-1 0 0,-4-8-138 0 0,0 0-1 0 0,1 0 1 0 0,0-1 0 0 0,0 0-1 0 0,1 1 1 0 0,0-2 0 0 0,0 1 0 0 0,0-1-1 0 0,1 0 1 0 0,0 0 0 0 0,0 0-1 0 0,0-1 1 0 0,0 0 0 0 0,1-1 0 0 0,-1 0-1 0 0,1 0 1 0 0,0 0 0 0 0,0-1-1 0 0,0 0 1 0 0,0-1 0 0 0,0 0 0 0 0,1 0-1 0 0,-1-1 1 0 0,0 0 0 0 0,1 0-1 0 0,-1-1 1 0 0,0 0 0 0 0,0 0 0 0 0,0-1-1 0 0,0 0 1 0 0,0 0 0 0 0,0-1-1 0 0,0 0 1 0 0,-1-1 0 0 0,8-4 0 0 0,3-4-838 0 0,-1-1 0 0 0,0 0 1 0 0,-1-1-1 0 0,-1 0 1 0 0,0-2-1 0 0,-1 1 1 0 0,-1-2-1 0 0,0 0 1 0 0,-1-1-1 0 0,15-31 1 0 0,-25 46 1121 0 0,-1-1 0 0 0,0 1 1 0 0,0-1-1 0 0,0 0 1 0 0,-1 1-1 0 0,1-1 1 0 0,-1 0-1 0 0,0 1 0 0 0,0-1 1 0 0,0 0-1 0 0,0 0 1 0 0,-1 1-1 0 0,1-1 0 0 0,-1 0 1 0 0,0 1-1 0 0,0-1 1 0 0,0 1-1 0 0,-1-1 1 0 0,1 1-1 0 0,-1 0 0 0 0,-4-7 1 0 0,4 8 3 0 0,1 0 1 0 0,-1 0-1 0 0,0 1 1 0 0,0-1-1 0 0,0 0 1 0 0,-1 1-1 0 0,1-1 1 0 0,0 1-1 0 0,-1 0 1 0 0,1 0-1 0 0,-1 0 1 0 0,1 0-1 0 0,-1 0 0 0 0,1 0 1 0 0,-1 1-1 0 0,1-1 1 0 0,-1 1-1 0 0,0 0 1 0 0,1 0-1 0 0,-1 0 1 0 0,0 0-1 0 0,1 0 1 0 0,-1 0-1 0 0,0 1 1 0 0,1 0-1 0 0,-1-1 1 0 0,1 1-1 0 0,-1 0 1 0 0,1 0-1 0 0,-1 0 1 0 0,-2 2-1 0 0,1-1-49 0 0,0 0 0 0 0,1 1 0 0 0,-1-1-1 0 0,1 1 1 0 0,0-1 0 0 0,0 1 0 0 0,0 0 0 0 0,0 0-1 0 0,1 0 1 0 0,-1 1 0 0 0,1-1 0 0 0,-1 1 0 0 0,-2 5-1 0 0,3-2-24 0 0,-1 0 1 0 0,1 0-1 0 0,0 0 0 0 0,0 0 0 0 0,1 0 0 0 0,0 0 0 0 0,0 9 0 0 0,1 3-8 0 0,2 0 0 0 0,-1-1 0 0 0,2 1 1 0 0,1-1-1 0 0,7 23 0 0 0,-9-32-23 0 0,1 0-1 0 0,0 0 1 0 0,1-1 0 0 0,0 1 0 0 0,0-1 0 0 0,1 1 0 0 0,0-1-1 0 0,12 14 1 0 0,-16-21 212 0 0,-1-2-252 0 0,1 1 0 0 0,-1 0 0 0 0,1 0 0 0 0,-1-1 0 0 0,1 1 0 0 0,-1 0 0 0 0,1-1 0 0 0,-1 1 0 0 0,0 0 0 0 0,1-1 1 0 0,-1 1-1 0 0,1-1 0 0 0,-1 1 0 0 0,0-1 0 0 0,0 1 0 0 0,1-1 0 0 0,-1 1 0 0 0,0-1 0 0 0,0 1 0 0 0,1-1 0 0 0,-1 1 0 0 0,0-1 0 0 0,0 1 0 0 0,0-1 0 0 0,0 1 0 0 0,0-1 0 0 0,0 0 1 0 0,2-21 191 0 0,-2 18-153 0 0,2-35 67 0 0,-2 18 44 0 0,2 0 0 0 0,0 0-1 0 0,1 0 1 0 0,7-26 0 0 0,-7 40-253 0 0,-1 1 0 0 0,0 0 0 0 0,1 0-1 0 0,0 0 1 0 0,1 1 0 0 0,-1-1 0 0 0,1 1 0 0 0,0 0 0 0 0,0 0 0 0 0,1 0-1 0 0,-1 0 1 0 0,1 1 0 0 0,0 0 0 0 0,1 0 0 0 0,-1 0 0 0 0,1 1-1 0 0,-1 0 1 0 0,10-4 0 0 0,-1 1-1164 0 0,0 1 0 0 0,0 1-1 0 0,17-3 1 0 0,-11 5-1628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7:30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14 13691 0 0,'1'0'224'0'0,"-1"-1"0"0"0,0 1 0 0 0,0-1-1 0 0,-1 1 1 0 0,1-1 0 0 0,0 0 0 0 0,0 1 0 0 0,0-1 0 0 0,0 1 0 0 0,0-1-1 0 0,-1 1 1 0 0,1-1 0 0 0,0 1 0 0 0,0-1 0 0 0,-1 1 0 0 0,1-1 0 0 0,0 1-1 0 0,-1-1 1 0 0,1 1 0 0 0,-1-1 0 0 0,1 1 0 0 0,0 0 0 0 0,-1-1 0 0 0,1 1 0 0 0,-1 0-1 0 0,1-1 1 0 0,-2 1 0 0 0,-18-1 2030 0 0,-20 15-1346 0 0,38-13-645 0 0,-24 10 330 0 0,1 2 1 0 0,-41 26 0 0 0,57-32-508 0 0,-1 0-1 0 0,1 1 1 0 0,0 0 0 0 0,0 0-1 0 0,1 1 1 0 0,0 0 0 0 0,1 1-1 0 0,0 0 1 0 0,-6 10 0 0 0,12-17-73 0 0,0-1 1 0 0,0 1-1 0 0,0-1 1 0 0,0 1-1 0 0,1-1 1 0 0,-1 1 0 0 0,1-1-1 0 0,0 1 1 0 0,0-1-1 0 0,0 1 1 0 0,0 0-1 0 0,0-1 1 0 0,0 1-1 0 0,1-1 1 0 0,-1 1 0 0 0,1-1-1 0 0,0 1 1 0 0,0-1-1 0 0,0 0 1 0 0,0 1-1 0 0,0-1 1 0 0,0 0 0 0 0,1 1-1 0 0,-1-1 1 0 0,1 0-1 0 0,-1 0 1 0 0,1 0-1 0 0,0-1 1 0 0,2 3 0 0 0,8 6 43 0 0,-1-1 1 0 0,2 0 0 0 0,-1-1-1 0 0,15 7 1 0 0,-4-2 4 0 0,-7-3-30 0 0,34 22 45 0 0,-47-29-70 0 0,1 0-1 0 0,-1 0 0 0 0,1 0 0 0 0,-1 1 0 0 0,0-1 0 0 0,0 1 0 0 0,-1-1 0 0 0,1 1 0 0 0,-1 0 0 0 0,3 5 0 0 0,-5-8 0 0 0,0 0-1 0 0,0-1 1 0 0,0 1-1 0 0,0 0 1 0 0,0 0 0 0 0,0 0-1 0 0,0-1 1 0 0,0 1-1 0 0,0 0 1 0 0,0 0-1 0 0,-1-1 1 0 0,1 1 0 0 0,0 0-1 0 0,0 0 1 0 0,-1-1-1 0 0,1 1 1 0 0,-1 0 0 0 0,1-1-1 0 0,0 1 1 0 0,-1 0-1 0 0,1-1 1 0 0,-1 1-1 0 0,1-1 1 0 0,-1 1 0 0 0,0-1-1 0 0,1 1 1 0 0,-1-1-1 0 0,1 1 1 0 0,-1-1 0 0 0,0 0-1 0 0,0 1 1 0 0,1-1-1 0 0,-1 0 1 0 0,0 0-1 0 0,1 1 1 0 0,-1-1 0 0 0,0 0-1 0 0,0 0 1 0 0,-1 0-1 0 0,-38 6 154 0 0,32-5-135 0 0,-4 0-26 0 0,-3 1-145 0 0,-1-1-1 0 0,0 0 0 0 0,1-1 1 0 0,-1 0-1 0 0,-28-6 1 0 0,43 6 81 0 0,1 0 0 0 0,-1 0 0 0 0,1 0 0 0 0,-1 0 0 0 0,1 0 1 0 0,-1 0-1 0 0,1 0 0 0 0,-1-1 0 0 0,0 1 0 0 0,1 0 0 0 0,-1 0 1 0 0,1-1-1 0 0,-1 1 0 0 0,1 0 0 0 0,-1-1 0 0 0,1 1 0 0 0,0 0 0 0 0,-1-1 1 0 0,1 1-1 0 0,-1-1 0 0 0,1 1 0 0 0,0-1 0 0 0,0 1 0 0 0,-1-1 1 0 0,1 1-1 0 0,0-1 0 0 0,0 1 0 0 0,-1-1 0 0 0,1 1 0 0 0,0-1 1 0 0,0 0-1 0 0,0 0-76 0 0,0-1 0 0 0,1 1-1 0 0,-1 0 1 0 0,1 0 0 0 0,0 0 0 0 0,-1 0 0 0 0,1 0 0 0 0,0 0 0 0 0,-1 0 0 0 0,1 0 0 0 0,0 1 0 0 0,0-1 0 0 0,0 0 0 0 0,1-1-1 0 0,36-22-3361 0 0,-37 24 3412 0 0,17-8-1703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7:30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79 12771 0 0,'6'-5'554'0'0,"-4"3"54"0"0,0 0 0 0 0,1-1 0 0 0,-1 1-1 0 0,0 0 1 0 0,0-1 0 0 0,-1 1 0 0 0,4-6 0 0 0,-5 7-501 0 0,0 0 0 0 0,0 0 0 0 0,0 0 0 0 0,0 0-1 0 0,0 1 1 0 0,0-1 0 0 0,0 0 0 0 0,0 0 0 0 0,0 0 0 0 0,0 0-1 0 0,0 0 1 0 0,-1 1 0 0 0,1-1 0 0 0,0 0 0 0 0,-1 0 0 0 0,1 0-1 0 0,-1 1 1 0 0,1-1 0 0 0,-1 0 0 0 0,1 0 0 0 0,-1 1 0 0 0,1-1-1 0 0,-1 0 1 0 0,0 1 0 0 0,1-1 0 0 0,-1 1 0 0 0,0-1 0 0 0,1 1-1 0 0,-1-1 1 0 0,0 1 0 0 0,0 0 0 0 0,0-1 0 0 0,-1 1 0 0 0,-8-5 134 0 0,-1 1 0 0 0,1 0 0 0 0,-1 1 0 0 0,0 0-1 0 0,1 1 1 0 0,-1 0 0 0 0,0 1 0 0 0,0 0 0 0 0,-1 1 0 0 0,1 0 0 0 0,0 1 0 0 0,0 0 0 0 0,0 1 0 0 0,-16 4 0 0 0,19-4-197 0 0,-1 1 1 0 0,1 0-1 0 0,0 0 0 0 0,1 1 0 0 0,-1 0 0 0 0,1 0 1 0 0,-1 1-1 0 0,-9 9 0 0 0,12-11-32 0 0,1 2-1 0 0,0-1 1 0 0,1 0-1 0 0,-1 1 1 0 0,1 0-1 0 0,0 0 1 0 0,0 0 0 0 0,0 0-1 0 0,1 0 1 0 0,-1 1-1 0 0,1-1 1 0 0,1 1-1 0 0,-3 7 1 0 0,3-8-5 0 0,1 0-1 0 0,-1-1 1 0 0,1 1 0 0 0,0 0 0 0 0,0 0-1 0 0,0 0 1 0 0,1-1 0 0 0,0 1-1 0 0,0 0 1 0 0,0-1 0 0 0,0 1 0 0 0,1 0-1 0 0,-1-1 1 0 0,1 0 0 0 0,1 1 0 0 0,-1-1-1 0 0,0 0 1 0 0,1 0 0 0 0,0 0-1 0 0,0 0 1 0 0,0-1 0 0 0,0 1 0 0 0,1-1-1 0 0,0 0 1 0 0,-1 0 0 0 0,1 0 0 0 0,0 0-1 0 0,6 2 1 0 0,-4-2 16 0 0,1 0 0 0 0,-1 0 1 0 0,1-1-1 0 0,0 0 0 0 0,0 0 0 0 0,0-1 0 0 0,0 0 1 0 0,0 0-1 0 0,0 0 0 0 0,0-1 0 0 0,0 0 1 0 0,1 0-1 0 0,-1-1 0 0 0,0 0 0 0 0,0 0 0 0 0,0-1 1 0 0,0 0-1 0 0,9-4 0 0 0,-9 3 8 0 0,1-1 0 0 0,0 0 0 0 0,-1-1-1 0 0,0 0 1 0 0,0 0 0 0 0,-1 0 0 0 0,1-1 0 0 0,-1 0 0 0 0,0 0-1 0 0,0-1 1 0 0,8-12 0 0 0,-11 14-8 0 0,-1 0-1 0 0,1 0 0 0 0,-1 0 1 0 0,0-1-1 0 0,0 1 1 0 0,0-1-1 0 0,-1 1 1 0 0,0-1-1 0 0,0 1 0 0 0,-1-1 1 0 0,1 0-1 0 0,-1 0 1 0 0,0 1-1 0 0,-1-1 1 0 0,1 0-1 0 0,-1 1 0 0 0,0-1 1 0 0,-3-8-1 0 0,3 11-13 0 0,-9-21 45 0 0,10 24-58 0 0,0-1 0 0 0,-1 0 0 0 0,1 0 1 0 0,-1 0-1 0 0,1 1 0 0 0,-1-1 0 0 0,1 0 1 0 0,-1 1-1 0 0,0-1 0 0 0,1 0 0 0 0,-1 1 0 0 0,0-1 1 0 0,1 1-1 0 0,-1-1 0 0 0,0 1 0 0 0,0-1 1 0 0,0 1-1 0 0,1-1 0 0 0,-1 1 0 0 0,0 0 1 0 0,0 0-1 0 0,-1-1 0 0 0,1 1 2 0 0,0 1-1 0 0,0-1 1 0 0,1 1-1 0 0,-1-1 0 0 0,0 1 1 0 0,0-1-1 0 0,1 1 1 0 0,-1-1-1 0 0,0 1 1 0 0,1-1-1 0 0,-1 1 1 0 0,0 0-1 0 0,1-1 0 0 0,-1 1 1 0 0,1 0-1 0 0,-1 0 1 0 0,1 0-1 0 0,0-1 1 0 0,-1 1-1 0 0,1 0 1 0 0,0 0-1 0 0,-1 0 0 0 0,1 0 1 0 0,0 0-1 0 0,0-1 1 0 0,0 1-1 0 0,0 1 1 0 0,-3 25-3 0 0,3-11 27 0 0,0 0 0 0 0,1 0 0 0 0,1 0 0 0 0,6 22 0 0 0,-7-34-47 0 0,0 0-1 0 0,0 0 1 0 0,1 0 0 0 0,-1 0-1 0 0,1 0 1 0 0,0 0-1 0 0,0 0 1 0 0,1-1 0 0 0,-1 1-1 0 0,1-1 1 0 0,0 0 0 0 0,0 0-1 0 0,0 0 1 0 0,0 0 0 0 0,0 0-1 0 0,1-1 1 0 0,-1 1 0 0 0,1-1-1 0 0,0 0 1 0 0,0 0-1 0 0,0-1 1 0 0,4 3 0 0 0,-2-3-330 0 0,1 0 1 0 0,-1 0 0 0 0,0 0-1 0 0,0-1 1 0 0,1 0-1 0 0,-1 0 1 0 0,0-1-1 0 0,1 0 1 0 0,-1 0 0 0 0,0 0-1 0 0,0-1 1 0 0,0 1-1 0 0,0-2 1 0 0,0 1 0 0 0,6-4-1 0 0,11-5-2968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7:31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1 18828 0 0,'-4'3'567'0'0,"0"1"0"0"0,1 0 0 0 0,-1 0 0 0 0,1 1 0 0 0,0-1-1 0 0,0 1 1 0 0,0-1 0 0 0,1 1 0 0 0,-4 8 0 0 0,3-5-92 0 0,-10 20 162 0 0,1 1-1 0 0,2 0 1 0 0,1 1-1 0 0,2 0 1 0 0,-8 62 0 0 0,9-14-130 0 0,4 94 0 0 0,3-142-506 0 0,8 48 0 0 0,-8-68-280 0 0,2 1-1 0 0,-1-1 1 0 0,2 0 0 0 0,-1 0-1 0 0,1 0 1 0 0,1-1 0 0 0,0 1-1 0 0,7 9 1 0 0,3 0-2154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7:40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378 122 4313 0 0,'-1'-4'218'0'0,"-2"1"-1"0"0,1-1 1 0 0,0 1 0 0 0,-1 0 0 0 0,1 0-1 0 0,-1 0 1 0 0,-5-5 0 0 0,-2-1 368 0 0,3 1-183 0 0,-13-13-152 0 0,14 17-110 0 0,-3 1 11 0 0,-11 3-18 0 0,20 0-134 0 0,-4 2 12 0 0,-6 1-232 0 0,9-3 299 0 0,1 0 0 0 0,-1 0-1 0 0,0 0 1 0 0,1 0 0 0 0,-1 0-1 0 0,1 0 1 0 0,-1 0 0 0 0,0 1-1 0 0,1-1 1 0 0,-1 0-1 0 0,1 0 1 0 0,-1 1 0 0 0,1-1-1 0 0,-1 0 1 0 0,1 1 0 0 0,-1-1-1 0 0,1 0 1 0 0,-1 1 0 0 0,-10 8 8032 0 0,-1-1-3641 0 0,-33 13-2864 0 0,14-7-66 0 0,18-6-1388 0 0,0 1 0 0 0,0 0 0 0 0,1 1 1 0 0,1 1-1 0 0,-1-1 0 0 0,1 2 0 0 0,1 0 0 0 0,0 0 0 0 0,-11 19 1 0 0,16-24-127 0 0,1 1 0 0 0,-1 0 0 0 0,2 0 1 0 0,-1 1-1 0 0,1-1 0 0 0,-3 10 1 0 0,6-15-20 0 0,-1-1 1 0 0,1 0-1 0 0,0 0 1 0 0,-1 1-1 0 0,1-1 1 0 0,0 0-1 0 0,0 1 1 0 0,1-1-1 0 0,-1 1 1 0 0,0-1-1 0 0,1 0 1 0 0,-1 0-1 0 0,1 1 1 0 0,0-1-1 0 0,0 0 1 0 0,0 0-1 0 0,0 0 1 0 0,0 0-1 0 0,0 0 0 0 0,1 0 1 0 0,-1 0-1 0 0,1 0 1 0 0,-1 0-1 0 0,1-1 1 0 0,0 1-1 0 0,0-1 1 0 0,-1 1-1 0 0,5 1 1 0 0,9 5 39 0 0,1-1 0 0 0,1 0 0 0 0,23 6 0 0 0,30 12 19 0 0,-64-22-62 0 0,0 0 0 0 0,1 0-1 0 0,-1 1 1 0 0,0 0 0 0 0,-1 1 0 0 0,1-1-1 0 0,9 11 1 0 0,-13-12 4 0 0,0 0 0 0 0,0 1-1 0 0,0-1 1 0 0,0 0 0 0 0,0 1-1 0 0,-1 0 1 0 0,0-1 0 0 0,1 1 0 0 0,-1 0-1 0 0,-1 0 1 0 0,1 0 0 0 0,-1-1 0 0 0,1 1-1 0 0,-1 0 1 0 0,0 0 0 0 0,0 0 0 0 0,-1 0-1 0 0,1 0 1 0 0,-1 0 0 0 0,0 0-1 0 0,0-1 1 0 0,0 1 0 0 0,-1 0 0 0 0,1-1-1 0 0,-1 1 1 0 0,-3 5 0 0 0,-3 4 32 0 0,0 0-1 0 0,-1-1 1 0 0,0 0 0 0 0,-1 0-1 0 0,-17 15 1 0 0,12-15 2 0 0,0 0 1 0 0,-2-1 0 0 0,1-1-1 0 0,-36 17 1 0 0,33-18-89 0 0,19-9-82 0 0,0-3-1196 0 0,1 0 1007 0 0,-1 1-1 0 0,1-1 1 0 0,0 0-1 0 0,0 0 1 0 0,0 0-1 0 0,0 0 1 0 0,1 1-1 0 0,-1-1 1 0 0,1 1-1 0 0,0-1 1 0 0,2-2-1 0 0,30-33-2901 0 0,-19 23 1701 0 0,62-69-5627 0 0,35-38 3685 0 0,-80 85 3183 0 0,-24 26 1723 0 0,12-22 3136 0 0,-19 31-4229 0 0,0 0 1 0 0,0 0-1 0 0,0 1 0 0 0,0-1 1 0 0,0 0-1 0 0,-1 0 0 0 0,1 0 1 0 0,-1 0-1 0 0,0 0 0 0 0,1 0 1 0 0,-1 0-1 0 0,0-1 0 0 0,0 1 1 0 0,0 0-1 0 0,-1 0 0 0 0,0-3 1504 0 0,-1 6-1303 0 0,0 2-420 0 0,-1-1-1 0 0,1 1 0 0 0,0-1 0 0 0,0 1 0 0 0,0-1 0 0 0,0 1 0 0 0,0 0 0 0 0,0 0 0 0 0,1 0 0 0 0,-1 0 1 0 0,1 1-1 0 0,0-1 0 0 0,0 0 0 0 0,0 0 0 0 0,0 1 0 0 0,0 4 0 0 0,-2 13 353 0 0,0 28 1 0 0,3-45-422 0 0,1 73 607 0 0,20 138 0 0 0,-16-191-620 0 0,-3-18 62 0 0,-1 0 0 0 0,0 0 1 0 0,0 0-1 0 0,0 8 0 0 0,-1-58 187 0 0,1 1 0 0 0,9-49-1 0 0,-4 57-307 0 0,1 1-1 0 0,1 0 0 0 0,2 1 1 0 0,2 0-1 0 0,27-56 0 0 0,-31 76-9 0 0,0 0 0 0 0,1 1 0 0 0,0 0 0 0 0,1 1 0 0 0,0 0 0 0 0,12-10-1 0 0,-17 16 5 0 0,0 1-1 0 0,0-1 0 0 0,1 1 0 0 0,0 1 0 0 0,0-1 0 0 0,0 1 1 0 0,0 0-1 0 0,0 0 0 0 0,1 1 0 0 0,-1 0 0 0 0,1 0 0 0 0,0 0 1 0 0,-1 1-1 0 0,1 0 0 0 0,8 0 0 0 0,-13 1 12 0 0,0 0-1 0 0,0 0 1 0 0,-1 1-1 0 0,1-1 1 0 0,0 0-1 0 0,0 1 1 0 0,-1-1-1 0 0,1 1 1 0 0,0 0 0 0 0,-1-1-1 0 0,1 1 1 0 0,-1 0-1 0 0,1 0 1 0 0,-1 0-1 0 0,0 0 1 0 0,1 0-1 0 0,-1 1 1 0 0,0-1 0 0 0,0 0-1 0 0,1 0 1 0 0,0 3-1 0 0,-1-1 5 0 0,1 0 0 0 0,-1 0 0 0 0,0 0 0 0 0,0 0 0 0 0,0 0 0 0 0,-1 0 0 0 0,1 0 0 0 0,-1 0 0 0 0,0 1 0 0 0,0-1 0 0 0,0 4 0 0 0,-1 1 11 0 0,0 1 1 0 0,0 0 0 0 0,-1-1-1 0 0,-1 1 1 0 0,1-1-1 0 0,-1 0 1 0 0,-7 14 0 0 0,0-6 17 0 0,0-1 1 0 0,-1 0-1 0 0,-1 0 0 0 0,0-1 1 0 0,0-1-1 0 0,-2 0 1 0 0,0-1-1 0 0,0-1 1 0 0,-1 0-1 0 0,0 0 0 0 0,-1-2 1 0 0,0 0-1 0 0,-19 7 1 0 0,33-15-41 0 0,1-1 0 0 0,0 1 1 0 0,-1-1-1 0 0,1 1 0 0 0,0-1 0 0 0,-1 0 1 0 0,1 0-1 0 0,-1 0 0 0 0,1 0 0 0 0,0 0 1 0 0,-1 0-1 0 0,1 0 0 0 0,-1 0 0 0 0,1-1 1 0 0,0 1-1 0 0,-1-1 0 0 0,-1 0 0 0 0,3 1-5 0 0,0 0 0 0 0,-1 0 0 0 0,1 0-1 0 0,0-1 1 0 0,0 1 0 0 0,0 0-1 0 0,-1 0 1 0 0,1-1 0 0 0,0 1 0 0 0,0 0-1 0 0,0 0 1 0 0,0 0 0 0 0,0-1 0 0 0,-1 1-1 0 0,1 0 1 0 0,0-1 0 0 0,0 1-1 0 0,0 0 1 0 0,0 0 0 0 0,0-1 0 0 0,0 1-1 0 0,0 0 1 0 0,0 0 0 0 0,0-1-1 0 0,0 1 1 0 0,0 0 0 0 0,0-1 0 0 0,0 1-1 0 0,0 0 1 0 0,1-1 0 0 0,10-11-544 0 0,11-3-24 0 0,0 2 0 0 0,0 0 0 0 0,2 2 0 0 0,27-11 0 0 0,105-26-114 0 0,-9 2 1252 0 0,-134 41-387 0 0,0 0-1 0 0,0 0 0 0 0,0-2 1 0 0,-1 0-1 0 0,0 0 0 0 0,17-13 1 0 0,-26 17-115 0 0,0 0 1 0 0,-1 0 0 0 0,1 0 0 0 0,0 0 0 0 0,-1 0 0 0 0,1-1 0 0 0,-1 1 0 0 0,0-1 0 0 0,0 1 0 0 0,-1-1-1 0 0,1 0 1 0 0,-1 0 0 0 0,0 0 0 0 0,0 0 0 0 0,0 0 0 0 0,0 0 0 0 0,-1 0 0 0 0,1 0 0 0 0,-1 0-1 0 0,0 0 1 0 0,-1 0 0 0 0,1 0 0 0 0,-1 0 0 0 0,1 0 0 0 0,-1 0 0 0 0,-3-7 0 0 0,4 8-32 0 0,-1 0 1 0 0,0 0 0 0 0,0 1-1 0 0,0-1 1 0 0,-1 0-1 0 0,1 1 1 0 0,-1-1-1 0 0,1 1 1 0 0,-1-1 0 0 0,0 1-1 0 0,0 0 1 0 0,0-1-1 0 0,0 1 1 0 0,0 0 0 0 0,0 1-1 0 0,-1-1 1 0 0,1 0-1 0 0,-1 0 1 0 0,1 1-1 0 0,-1 0 1 0 0,1-1 0 0 0,-1 1-1 0 0,0 0 1 0 0,0 0-1 0 0,0 1 1 0 0,0-1-1 0 0,1 1 1 0 0,-1-1 0 0 0,0 1-1 0 0,0 0 1 0 0,0 0-1 0 0,0 0 1 0 0,0 0 0 0 0,0 1-1 0 0,-3 0 1 0 0,-2 1-15 0 0,0 1 0 0 0,0 0 0 0 0,1 0-1 0 0,-1 0 1 0 0,1 1 0 0 0,-1 0 0 0 0,1 1 0 0 0,1-1 0 0 0,-1 1 0 0 0,1 1 0 0 0,-8 7 0 0 0,2 1 17 0 0,0 0 0 0 0,1 0 1 0 0,1 1-1 0 0,1 1 0 0 0,-13 25 0 0 0,17-30-16 0 0,0 1 0 0 0,1 1 0 0 0,0-1 0 0 0,1 0-1 0 0,0 1 1 0 0,1 0 0 0 0,1 0 0 0 0,-1 21-1 0 0,3-31-2 0 0,-1 0-1 0 0,0 1 0 0 0,1-1 0 0 0,-1 0 0 0 0,1 0 0 0 0,0 0 0 0 0,0 0 0 0 0,0 1 1 0 0,1-1-1 0 0,-1-1 0 0 0,1 1 0 0 0,-1 0 0 0 0,1 0 0 0 0,0 0 0 0 0,0-1 0 0 0,0 1 1 0 0,5 3-1 0 0,-5-5 2 0 0,0 0 1 0 0,-1 0 0 0 0,1 0-1 0 0,0 0 1 0 0,0-1-1 0 0,0 1 1 0 0,0 0 0 0 0,0-1-1 0 0,0 1 1 0 0,0-1-1 0 0,1 0 1 0 0,-1 0 0 0 0,0 0-1 0 0,0 0 1 0 0,0 0 0 0 0,0 0-1 0 0,0-1 1 0 0,0 1-1 0 0,0-1 1 0 0,0 1 0 0 0,0-1-1 0 0,0 0 1 0 0,0 0-1 0 0,0 0 1 0 0,0 0 0 0 0,0 0-1 0 0,-1 0 1 0 0,4-3-1 0 0,2-1 16 0 0,-1-1-1 0 0,0 0 1 0 0,0-1-1 0 0,0 0 0 0 0,-1 0 1 0 0,0 0-1 0 0,0 0 0 0 0,-1-1 1 0 0,0 0-1 0 0,0 0 1 0 0,3-11-1 0 0,-2 5 5 0 0,-1-1 0 0 0,0 1 0 0 0,-1-1 1 0 0,-1 0-1 0 0,2-27 0 0 0,-4 41-59 0 0,1 22-210 0 0,0-6 238 0 0,0-1 1 0 0,0 1-1 0 0,2-1 1 0 0,0 0-1 0 0,0 0 1 0 0,2 0-1 0 0,-1 0 1 0 0,11 20-1 0 0,-12-28 5 0 0,0-1 1 0 0,1 0-1 0 0,-1 0 0 0 0,1 0 1 0 0,0 0-1 0 0,0-1 0 0 0,0 0 0 0 0,1 0 1 0 0,0 0-1 0 0,5 4 0 0 0,-6-6 1 0 0,0 0 0 0 0,-1 0 0 0 0,1-1 0 0 0,0 0 0 0 0,0 1 0 0 0,0-1 0 0 0,0-1 0 0 0,0 1 0 0 0,0 0-1 0 0,0-1 1 0 0,0 0 0 0 0,0 0 0 0 0,0 0 0 0 0,0-1 0 0 0,0 1 0 0 0,7-3 0 0 0,-3 1 7 0 0,0-2 0 0 0,0 1 0 0 0,0-1 1 0 0,-1 0-1 0 0,1-1 0 0 0,-1 1 0 0 0,0-2 0 0 0,0 1 0 0 0,10-12 0 0 0,-3 4 10 0 0,-2-1-1 0 0,0-1 0 0 0,14-24 1 0 0,-16 22-4 0 0,-1-1 1 0 0,-1 0 0 0 0,0-1 0 0 0,8-34 0 0 0,9-80 33 0 0,-16 77-47 0 0,3-17-51 0 0,-12 72 20 0 0,-1 4-22 0 0,-1-1 40 0 0,1 0 1 0 0,0 1-1 0 0,0 0 0 0 0,0-1 0 0 0,0 1 0 0 0,1-1 1 0 0,-2 5-1 0 0,-9 48-5 0 0,-4 73 0 0 0,13-102 14 0 0,2 0 0 0 0,0 1 1 0 0,2-1-1 0 0,1 0 0 0 0,7 26 0 0 0,-9-48 2 0 0,0 0-1 0 0,0 0 1 0 0,0 0 0 0 0,1 0-1 0 0,-1-1 1 0 0,1 1 0 0 0,0 0-1 0 0,0-1 1 0 0,1 0 0 0 0,-1 1-1 0 0,1-1 1 0 0,-1 0-1 0 0,1 0 1 0 0,0 0 0 0 0,0-1-1 0 0,6 5 1 0 0,-6-6 4 0 0,0 0-1 0 0,0 0 1 0 0,0 0 0 0 0,0 0-1 0 0,0 0 1 0 0,0-1 0 0 0,1 1 0 0 0,-1-1-1 0 0,0 0 1 0 0,0 0 0 0 0,0 0-1 0 0,0 0 1 0 0,0-1 0 0 0,1 1-1 0 0,-1-1 1 0 0,0 0 0 0 0,0 0-1 0 0,0 0 1 0 0,0 0 0 0 0,0 0 0 0 0,-1-1-1 0 0,4-1 1 0 0,2-2 8 0 0,0-1 0 0 0,0 0 1 0 0,-1 0-1 0 0,1-1 0 0 0,-1 1 0 0 0,-1-2 1 0 0,11-13-1 0 0,36-66 15 0 0,-16 25-27 0 0,-37 61-8 0 0,12 22-17 0 0,-10-5 42 0 0,1 0 0 0 0,1-1 0 0 0,0 1 0 0 0,1-1 0 0 0,1 0 0 0 0,13 26 0 0 0,-16-36-44 0 0,-1-1 0 0 0,1 0 1 0 0,0 0-1 0 0,0 0 1 0 0,1 0-1 0 0,-1-1 0 0 0,1 1 1 0 0,0-1-1 0 0,-1 0 0 0 0,2 0 1 0 0,-1 0-1 0 0,0-1 0 0 0,0 0 1 0 0,1 1-1 0 0,-1-1 0 0 0,1-1 1 0 0,0 1-1 0 0,0-1 0 0 0,-1 0 1 0 0,1 0-1 0 0,0 0 0 0 0,0 0 1 0 0,0-1-1 0 0,0 0 0 0 0,0 0 1 0 0,6-1-1 0 0,-8 0-220 0 0,0 1-1 0 0,0-1 1 0 0,0 0-1 0 0,0 0 1 0 0,0-1-1 0 0,0 1 1 0 0,0 0-1 0 0,0-1 1 0 0,-1 0-1 0 0,1 1 1 0 0,-1-1-1 0 0,1 0 1 0 0,-1 0 0 0 0,0-1-1 0 0,2-2 1 0 0,5-6-1613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7:41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476 11 15859 0 0,'-10'-5'1065'0'0,"5"3"-97"0"0,0 2 8 0 0,-2-1-184 0 0,1-1-152 0 0,2 2 24 0 0,1 0-263 0 0,0 2-153 0 0,-1-1-56 0 0,1 1-16 0 0,0 1-184 0 0,1 2-256 0 0,0 0-176 0 0,-1 0-73 0 0,1 2-343 0 0,-1-2-2576 0 0</inkml:trace>
  <inkml:trace contextRef="#ctx0" brushRef="#br0" timeOffset="1">1 209 16187 0 0,'40'-3'6840'0'0,"26"-11"-6258"0"0,-20 5-311 0 0,-30 6-216 0 0,112-16-3340 0 0,-99 17 1431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7:41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195 411 10706 0 0,'7'-12'1381'0'0,"-5"8"-720"0"0,1 0 1 0 0,0 0-1 0 0,-1-1 1 0 0,0 1 0 0 0,0-1-1 0 0,-1 1 1 0 0,1-1-1 0 0,-1 1 1 0 0,0-1 0 0 0,1-9-1 0 0,-3 13-556 0 0,1 0-1 0 0,-1 0 1 0 0,0 0-1 0 0,0 0 0 0 0,0 0 1 0 0,0 0-1 0 0,0 0 1 0 0,0 0-1 0 0,0 0 1 0 0,0 1-1 0 0,0-1 1 0 0,0 0-1 0 0,0 1 1 0 0,0-1-1 0 0,0 1 0 0 0,-1-1 1 0 0,1 1-1 0 0,0-1 1 0 0,0 1-1 0 0,-1 0 1 0 0,1 0-1 0 0,0-1 1 0 0,-1 1-1 0 0,1 0 1 0 0,0 0-1 0 0,-1 0 1 0 0,-1 1-1 0 0,-2-1 120 0 0,-1 1 0 0 0,1-1 1 0 0,-1 1-1 0 0,1 0 0 0 0,-7 3 0 0 0,3-1-147 0 0,1 0 0 0 0,-1 0 0 0 0,1 1 0 0 0,0 1 0 0 0,0 0 0 0 0,0 0 0 0 0,0 0 0 0 0,1 1 0 0 0,0 0 0 0 0,0 0 0 0 0,1 1 0 0 0,0 0 0 0 0,0 0 0 0 0,0 0 0 0 0,1 1 0 0 0,0 0 0 0 0,1 0 0 0 0,-1 0 0 0 0,2 0 0 0 0,-1 1 0 0 0,-2 9 0 0 0,4-7-69 0 0,0 1-1 0 0,0 0 1 0 0,1 0-1 0 0,0 0 1 0 0,1 0-1 0 0,3 20 1 0 0,-3-27-1 0 0,1 0 0 0 0,0-1 0 0 0,1 1 0 0 0,-1-1 1 0 0,1 1-1 0 0,0-1 0 0 0,0 1 0 0 0,5 6 0 0 0,-5-9 2 0 0,0 0 0 0 0,0 0-1 0 0,-1 0 1 0 0,2 0-1 0 0,-1 0 1 0 0,0 0-1 0 0,0-1 1 0 0,1 1-1 0 0,-1-1 1 0 0,1 1 0 0 0,-1-1-1 0 0,1 0 1 0 0,-1 0-1 0 0,1 0 1 0 0,0-1-1 0 0,2 1 1 0 0,-1 0 8 0 0,-1-2 0 0 0,0 1 1 0 0,1 0-1 0 0,-1-1 0 0 0,0 1 0 0 0,1-1 1 0 0,-1 0-1 0 0,0 0 0 0 0,0 0 0 0 0,0-1 1 0 0,0 1-1 0 0,0-1 0 0 0,0 1 0 0 0,0-1 1 0 0,-1 0-1 0 0,1 0 0 0 0,0-1 0 0 0,-1 1 1 0 0,0 0-1 0 0,1-1 0 0 0,-1 1 0 0 0,0-1 1 0 0,3-5-1 0 0,0 0 24 0 0,0-1 0 0 0,0 1-1 0 0,-1-1 1 0 0,0 0 0 0 0,-1 0 0 0 0,6-19 0 0 0,-7 14-22 0 0,0 1 0 0 0,0-1 0 0 0,-1 1 0 0 0,-1-1 0 0 0,0 1 0 0 0,-1-1 0 0 0,-3-17 0 0 0,4 30-63 0 0,-1 3-112 0 0,0 6 144 0 0,1 1 0 0 0,-1 0 0 0 0,2-1 0 0 0,-1 1 0 0 0,1 0 0 0 0,0-1 0 0 0,1 1 0 0 0,-1-1 0 0 0,2 0 0 0 0,-1 1 0 0 0,1-1 0 0 0,1 0 0 0 0,0 0 0 0 0,4 7 0 0 0,-4-9 14 0 0,1 0 0 0 0,0 0-1 0 0,0-1 1 0 0,0 0-1 0 0,0 0 1 0 0,1 0 0 0 0,0 0-1 0 0,0-1 1 0 0,0 0 0 0 0,0 0-1 0 0,1-1 1 0 0,0 1-1 0 0,-1-2 1 0 0,1 1 0 0 0,0-1-1 0 0,14 3 1 0 0,-3-2 14 0 0,0-2 0 0 0,0 0-1 0 0,0-1 1 0 0,0-1 0 0 0,0 0 0 0 0,0-2 0 0 0,-1 0-1 0 0,31-9 1 0 0,-28 6 17 0 0,-1-1 0 0 0,0-1 0 0 0,0-1 0 0 0,-1-1 0 0 0,0 0 0 0 0,-1-1-1 0 0,22-18 1 0 0,-31 22-2 0 0,0-2 0 0 0,0 1 0 0 0,0-1-1 0 0,-1 0 1 0 0,-1-1 0 0 0,0 0 0 0 0,0 0 0 0 0,-1 0-1 0 0,0-1 1 0 0,0 1 0 0 0,-1-1 0 0 0,-1 0-1 0 0,0 0 1 0 0,-1-1 0 0 0,0 1 0 0 0,0-1 0 0 0,-1-22-1 0 0,-2-2 16 0 0,-2 1-1 0 0,-2-1 1 0 0,-1 1-1 0 0,-16-52 1 0 0,20 80-42 0 0,-10-32 15 0 0,11 36-21 0 0,0 1 0 0 0,0-1 0 0 0,0 0-1 0 0,-1 1 1 0 0,1-1 0 0 0,-1 1-1 0 0,0 0 1 0 0,1 0 0 0 0,-1-1-1 0 0,0 1 1 0 0,-3-2 0 0 0,5 4 0 0 0,-1 0 1 0 0,1 0-1 0 0,-1 0 0 0 0,0 0 1 0 0,1 0-1 0 0,-1 0 0 0 0,1 0 1 0 0,-1 0-1 0 0,1 0 1 0 0,-1 0-1 0 0,1 0 0 0 0,-1 0 1 0 0,0 0-1 0 0,1 0 0 0 0,-1 0 1 0 0,1 1-1 0 0,-1-1 1 0 0,1 0-1 0 0,-1 0 0 0 0,1 1 1 0 0,-1-1-1 0 0,1 0 0 0 0,-1 1 1 0 0,1-1-1 0 0,0 0 0 0 0,-1 1 1 0 0,1-1-1 0 0,-1 1 1 0 0,1-1-1 0 0,0 0 0 0 0,-1 1 1 0 0,1-1-1 0 0,0 1 0 0 0,0-1 1 0 0,-1 1-1 0 0,1-1 1 0 0,0 1-1 0 0,0 0 0 0 0,-10 23-9 0 0,10-24 11 0 0,-13 45 196 0 0,2 0-1 0 0,2 1 1 0 0,1 0 0 0 0,3 0-1 0 0,2 1 1 0 0,2-1-1 0 0,1 1 1 0 0,11 64 0 0 0,-9-98-126 0 0,0-1 1 0 0,1 0 0 0 0,1 1-1 0 0,0-1 1 0 0,0-1 0 0 0,1 1-1 0 0,1-1 1 0 0,9 15 0 0 0,-11-21-245 0 0,-1 0 0 0 0,1 0 1 0 0,1 0-1 0 0,-1-1 0 0 0,1 0 1 0 0,0 0-1 0 0,0 0 0 0 0,0 0 1 0 0,0-1-1 0 0,0 0 0 0 0,1 0 1 0 0,0 0-1 0 0,-1-1 1 0 0,1 0-1 0 0,0 0 0 0 0,0 0 1 0 0,1-1-1 0 0,10 1 0 0 0,7 0-3797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7:45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96 283 7786 0 0,'0'-4'6602'0'0,"0"3"-6291"0"0,-1 0 147 0 0,0-1-13 0 0,0 0 186 0 0,0 0-146 0 0,-1-3 467 0 0,0 2-527 0 0,-8-25 1269 0 0,18 50-811 0 0,11 64 700 0 0,13 148 1 0 0,-30-215-1478 0 0,-1-10-63 0 0,6 46 262 0 0,-3 0-1 0 0,-4 61 0 0 0,0-116-279 0 0,0 1-1 0 0,0-1 0 0 0,0 1 0 0 0,0-1 0 0 0,0 1 1 0 0,0-1-1 0 0,0 1 0 0 0,0-1 0 0 0,0 1 0 0 0,0-1 1 0 0,0 1-1 0 0,0-1 0 0 0,0 1 0 0 0,-1-1 0 0 0,1 1 1 0 0,0-1-1 0 0,0 1 0 0 0,-1-1 0 0 0,1 0 0 0 0,0 1 1 0 0,-1-1-1 0 0,1 1 0 0 0,0-1 0 0 0,-1 0 0 0 0,1 1 1 0 0,0-1-1 0 0,-1 0 0 0 0,1 1 0 0 0,-1-1 0 0 0,1 0 1 0 0,-1 1-1 0 0,0-2-7 0 0,0 1 0 0 0,0 0-1 0 0,0 0 1 0 0,0-1 0 0 0,0 1 0 0 0,1-1 0 0 0,-1 1 0 0 0,0-1-1 0 0,0 1 1 0 0,0-1 0 0 0,1 1 0 0 0,-1-1 0 0 0,0 1 0 0 0,1-1 0 0 0,-2-1-1 0 0,-20-29 129 0 0,2-10-112 0 0,3-1 0 0 0,1-1 1 0 0,2 0-1 0 0,-15-77 1 0 0,24 89-48 0 0,1 1 1 0 0,2-1 0 0 0,1 0-1 0 0,2 0 1 0 0,0 1-1 0 0,2-1 1 0 0,14-57 0 0 0,-11 69-5 0 0,0 0 0 0 0,2 0 1 0 0,0 0-1 0 0,12-18 0 0 0,-14 26-1 0 0,2 0 1 0 0,-1 1-1 0 0,1 0 0 0 0,0 0 0 0 0,1 1 0 0 0,0 0 1 0 0,17-13-1 0 0,-25 22 15 0 0,0-1-1 0 0,-1 0 1 0 0,1 0 0 0 0,0 1 0 0 0,0-1-1 0 0,0 1 1 0 0,0-1 0 0 0,0 1 0 0 0,0-1 0 0 0,0 1-1 0 0,0 0 1 0 0,0-1 0 0 0,0 1 0 0 0,0 0-1 0 0,0 0 1 0 0,0 0 0 0 0,0 0 0 0 0,0 0-1 0 0,0 0 1 0 0,0 0 0 0 0,1 0 0 0 0,-1 0-1 0 0,0 0 1 0 0,0 1 0 0 0,1-1 0 0 0,-1 1 2 0 0,0 0 1 0 0,0 0-1 0 0,0 0 1 0 0,-1 0-1 0 0,1 0 1 0 0,0 0-1 0 0,-1 1 0 0 0,1-1 1 0 0,0 0-1 0 0,-1 0 1 0 0,1 0-1 0 0,-1 1 1 0 0,0-1-1 0 0,1 0 1 0 0,-1 1-1 0 0,0-1 1 0 0,0 2-1 0 0,1 5 18 0 0,-1 0 0 0 0,-1 0 0 0 0,1 0 0 0 0,-1 0 0 0 0,-4 14 1 0 0,0-7-68 0 0,-1-1 0 0 0,0 1 0 0 0,-1-1 0 0 0,-1 0 1 0 0,0-1-1 0 0,-1 0 0 0 0,0 0 0 0 0,-1-1 0 0 0,-1 0 1 0 0,-22 20-1 0 0,15-17-1742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7:46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86 7042 0 0,'-17'-8'1253'0'0,"-13"-5"1994"0"0,9 9 2096 0 0,20 5-5225 0 0,-1 1 0 0 0,1-1 0 0 0,0 0 0 0 0,0 0-1 0 0,0 1 1 0 0,0-1 0 0 0,0 0 0 0 0,0 1 0 0 0,0 1 0 0 0,-1 1 33 0 0,1 1 0 0 0,-1-1 1 0 0,1 0-1 0 0,1 0 0 0 0,-1 1 0 0 0,0-1 0 0 0,1 1 1 0 0,0-1-1 0 0,0 0 0 0 0,1 1 0 0 0,-1-1 0 0 0,1 1 1 0 0,0-1-1 0 0,0 0 0 0 0,2 7 0 0 0,0 0 154 0 0,0 6 25 0 0,2-1-1 0 0,-1 1 1 0 0,2-1-1 0 0,9 19 0 0 0,-15-35-310 0 0,0 1-1 0 0,0-1 0 0 0,0 0 0 0 0,0 0 0 0 0,0 0 0 0 0,0 0 0 0 0,0 0 0 0 0,0 0 0 0 0,0 0 0 0 0,0 0 0 0 0,0 0 0 0 0,0 0 0 0 0,0 1 0 0 0,0-1 0 0 0,0 0 0 0 0,0 0 0 0 0,0 0 0 0 0,0 0 0 0 0,0 0 1 0 0,0 0-1 0 0,0 0 0 0 0,0 0 0 0 0,0 0 0 0 0,0 0 0 0 0,0 0 0 0 0,0 0 0 0 0,0 0 0 0 0,0 0 0 0 0,0 1 0 0 0,1-1 0 0 0,-1 0 0 0 0,0 0 0 0 0,0 0 0 0 0,0 0 0 0 0,0 0 0 0 0,0 0 0 0 0,0 0 0 0 0,0 0 0 0 0,0 0 1 0 0,0 0-1 0 0,0 0 0 0 0,1 0 0 0 0,-1 0 0 0 0,0 0 0 0 0,0 0 0 0 0,0 0 0 0 0,0 0 0 0 0,0 0 0 0 0,0 0 0 0 0,0 0 0 0 0,0 0 0 0 0,0 0 0 0 0,0 0 0 0 0,0-1 0 0 0,0 1 0 0 0,1 0 0 0 0,-1 0 0 0 0,0 0 1 0 0,0 0-1 0 0,0 0 0 0 0,0 0 0 0 0,0 0 0 0 0,0 0 0 0 0,0 0 0 0 0,0 0 0 0 0,0 0 0 0 0,0 0 0 0 0,0 0 0 0 0,0-1 0 0 0,2-10 458 0 0,-2-23-521 0 0,-1 23 167 0 0,-1-56-30 0 0,1 28-274 0 0,3-48 0 0 0,-2 87 84 0 0,0-1-1 0 0,0 0 1 0 0,0 1 0 0 0,0-1 0 0 0,0 1 0 0 0,0-1-1 0 0,0 0 1 0 0,0 1 0 0 0,1-1 0 0 0,-1 1 0 0 0,0-1-1 0 0,0 0 1 0 0,1 1 0 0 0,-1-1 0 0 0,0 1 0 0 0,1-1-1 0 0,-1 1 1 0 0,0-1 0 0 0,1 1 0 0 0,-1-1 0 0 0,1 1 0 0 0,-1-1-1 0 0,1 1 1 0 0,-1 0 0 0 0,1-1 0 0 0,-1 1 0 0 0,1 0-1 0 0,-1-1 1 0 0,1 1 0 0 0,0 0 0 0 0,-1 0 0 0 0,1 0-1 0 0,-1-1 1 0 0,1 1 0 0 0,0 0 0 0 0,-1 0 0 0 0,2 0-1 0 0,24 8-4114 0 0,-25-7 4023 0 0,12 5-2404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7:46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62 7426 0 0,'0'0'6641'0'0,"0"-4"-4034"0"0,0 3-2485 0 0,-1 0 0 0 0,1 0 0 0 0,0-1 0 0 0,-1 1 0 0 0,1 0 0 0 0,-1 0 0 0 0,1 0-1 0 0,-1 0 1 0 0,1 0 0 0 0,-1 0 0 0 0,0 0 0 0 0,0 0 0 0 0,1 0 0 0 0,-1 0 0 0 0,0 0 0 0 0,0 1 0 0 0,0-1 0 0 0,0 0-1 0 0,0 1 1 0 0,0-1 0 0 0,0 0 0 0 0,0 1 0 0 0,0-1 0 0 0,0 1 0 0 0,0 0 0 0 0,-1-1 0 0 0,1 1 0 0 0,0 0-1 0 0,0 0 1 0 0,0 0 0 0 0,-1-1 0 0 0,1 1 0 0 0,0 1 0 0 0,-1-1 0 0 0,-1 0 52 0 0,0 0 0 0 0,-1 0 0 0 0,1 1 1 0 0,0-1-1 0 0,0 1 0 0 0,1 0 0 0 0,-1 0 0 0 0,0 0 1 0 0,0 0-1 0 0,0 1 0 0 0,0-1 0 0 0,1 1 0 0 0,-4 2 1 0 0,2-1-124 0 0,0 1-1 0 0,1 0 1 0 0,0 0 0 0 0,-1 1 0 0 0,1-1 0 0 0,1 1 0 0 0,-1-1 0 0 0,1 1 0 0 0,-1 0-1 0 0,2 0 1 0 0,-1 0 0 0 0,0 0 0 0 0,1 0 0 0 0,0 1 0 0 0,0-1 0 0 0,1 0 0 0 0,-1 1 0 0 0,1-1-1 0 0,0 0 1 0 0,0 1 0 0 0,1-1 0 0 0,0 0 0 0 0,0 1 0 0 0,0-1 0 0 0,1 0 0 0 0,-1 0-1 0 0,1 0 1 0 0,0 0 0 0 0,4 6 0 0 0,-2-4-35 0 0,-1 0 0 0 0,1-1-1 0 0,0 0 1 0 0,1 1 0 0 0,0-1 0 0 0,0-1 0 0 0,0 1-1 0 0,0-1 1 0 0,1 0 0 0 0,0 0 0 0 0,0-1-1 0 0,1 1 1 0 0,-1-1 0 0 0,1-1 0 0 0,0 1 0 0 0,-1-1-1 0 0,2-1 1 0 0,-1 1 0 0 0,0-1 0 0 0,10 2-1 0 0,-12-4 8 0 0,0 1 0 0 0,1-1-1 0 0,-1 0 1 0 0,0 0-1 0 0,0-1 1 0 0,1 1 0 0 0,-1-1-1 0 0,0 0 1 0 0,0-1-1 0 0,0 1 1 0 0,0-1 0 0 0,0 0-1 0 0,0 0 1 0 0,0-1-1 0 0,-1 1 1 0 0,1-1 0 0 0,-1 0-1 0 0,0 0 1 0 0,0-1 0 0 0,0 1-1 0 0,0-1 1 0 0,0 0-1 0 0,-1 0 1 0 0,0 0 0 0 0,0-1-1 0 0,0 1 1 0 0,0-1-1 0 0,-1 1 1 0 0,1-1 0 0 0,-1 0-1 0 0,0 0 1 0 0,-1 0-1 0 0,1 0 1 0 0,-1 0 0 0 0,0 0-1 0 0,-1-1 1 0 0,1 1-1 0 0,-1 0 1 0 0,0-1 0 0 0,-1-7-1 0 0,0 5-7 0 0,-1 0 0 0 0,1 0 0 0 0,-2 1 0 0 0,1-1 0 0 0,-1 0 0 0 0,0 1 0 0 0,-1-1 0 0 0,0 1 0 0 0,0 0 0 0 0,-1 0 0 0 0,1 1 0 0 0,-1-1 0 0 0,-1 1 0 0 0,1 0 0 0 0,-1 1 0 0 0,0-1 0 0 0,-1 1 0 0 0,1 0 1 0 0,-9-4-1 0 0,9 5-93 0 0,0 0 0 0 0,0 1 1 0 0,-1 0-1 0 0,0 0 0 0 0,1 1 1 0 0,-1 0-1 0 0,0 0 0 0 0,0 0 1 0 0,0 1-1 0 0,0 0 0 0 0,0 1 1 0 0,-1-1-1 0 0,1 1 0 0 0,0 1 1 0 0,0-1-1 0 0,0 1 0 0 0,0 1 1 0 0,0-1-1 0 0,0 1 0 0 0,0 0 1 0 0,-13 6-1 0 0,19-7-91 0 0,-1 0 0 0 0,1 0 0 0 0,-1 0 0 0 0,1 0 1 0 0,-1 0-1 0 0,1 0 0 0 0,0 1 0 0 0,0-1 0 0 0,0 0 0 0 0,-1 1 0 0 0,1-1 1 0 0,0 1-1 0 0,1-1 0 0 0,-1 1 0 0 0,0-1 0 0 0,0 1 0 0 0,1 0 0 0 0,-1-1 0 0 0,1 1 1 0 0,-1 0-1 0 0,1 0 0 0 0,0-1 0 0 0,0 3 0 0 0,2 5-1762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7:46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43 11282 0 0,'1'-2'545'0'0,"-1"-1"-1"0"0,0 1 1 0 0,-1-1-1 0 0,1 0 0 0 0,0 1 1 0 0,-1-1-1 0 0,1 1 1 0 0,-1-1-1 0 0,0 1 0 0 0,0 0 1 0 0,-2-4-1 0 0,3 5-394 0 0,-1 0-1 0 0,0 0 1 0 0,0 1-1 0 0,0-1 1 0 0,0 0-1 0 0,0 1 1 0 0,0-1-1 0 0,0 0 1 0 0,0 1 0 0 0,0-1-1 0 0,0 1 1 0 0,-1-1-1 0 0,1 1 1 0 0,0 0-1 0 0,0 0 1 0 0,0-1-1 0 0,0 1 1 0 0,-1 0-1 0 0,1 0 1 0 0,0 0-1 0 0,0 0 1 0 0,0 0 0 0 0,-1 1-1 0 0,1-1 1 0 0,0 0-1 0 0,-2 1 1 0 0,0 0-65 0 0,1 0 0 0 0,0 0 0 0 0,0 1 0 0 0,0-1 0 0 0,0 0 0 0 0,0 1 0 0 0,0 0 0 0 0,0-1 0 0 0,0 1 0 0 0,0 0 0 0 0,1 0 0 0 0,-1 0 0 0 0,1 0 0 0 0,0 0 0 0 0,-1 0 0 0 0,1 1 0 0 0,0-1-1 0 0,-1 5 1 0 0,-14 44 480 0 0,14-39-513 0 0,0 0 1 0 0,1 0-1 0 0,0 0 1 0 0,1 0-1 0 0,0 1 0 0 0,1-1 1 0 0,0 0-1 0 0,1 0 1 0 0,0 0-1 0 0,1-1 1 0 0,0 1-1 0 0,1-1 0 0 0,7 16 1 0 0,-8-21-37 0 0,1 1 1 0 0,0-1-1 0 0,0 0 0 0 0,0 0 1 0 0,1-1-1 0 0,0 1 0 0 0,0-1 1 0 0,0 0-1 0 0,1 0 1 0 0,0-1-1 0 0,0 1 0 0 0,0-1 1 0 0,0-1-1 0 0,0 1 0 0 0,1-1 1 0 0,0 0-1 0 0,0 0 0 0 0,0-1 1 0 0,0 0-1 0 0,0-1 1 0 0,0 1-1 0 0,0-1 0 0 0,10 0 1 0 0,-8-1 13 0 0,0 0 1 0 0,0-1-1 0 0,0 0 1 0 0,0-1-1 0 0,0 0 1 0 0,0 0-1 0 0,0-1 1 0 0,-1 0-1 0 0,1 0 1 0 0,-1-1-1 0 0,0-1 0 0 0,0 1 1 0 0,0-1-1 0 0,-1 0 1 0 0,1-1-1 0 0,-1 0 1 0 0,0 0-1 0 0,-1 0 1 0 0,9-11-1 0 0,-11 12-10 0 0,0-1-1 0 0,-1 1 1 0 0,1-1 0 0 0,-1 0-1 0 0,0 0 1 0 0,0 0-1 0 0,-1 0 1 0 0,0 0-1 0 0,0-1 1 0 0,-1 1 0 0 0,1-1-1 0 0,-1 1 1 0 0,-1-1-1 0 0,1 0 1 0 0,-1 1-1 0 0,0-1 1 0 0,-1 0 0 0 0,1 1-1 0 0,-1-1 1 0 0,-1 1-1 0 0,1-1 1 0 0,-1 1-1 0 0,0 0 1 0 0,-1-1 0 0 0,1 1-1 0 0,-1 0 1 0 0,-5-6-1 0 0,6 8-15 0 0,0 1 0 0 0,0 0-1 0 0,-1 0 1 0 0,1 0-1 0 0,-1 0 1 0 0,0 0 0 0 0,0 1-1 0 0,0-1 1 0 0,0 1 0 0 0,-1 0-1 0 0,1 0 1 0 0,0 0-1 0 0,-1 0 1 0 0,0 1 0 0 0,1-1-1 0 0,-1 1 1 0 0,0 0 0 0 0,0 0-1 0 0,1 0 1 0 0,-5 0-1 0 0,5 1-6 0 0,-1 0-1 0 0,1 0 0 0 0,0 1 0 0 0,0-1 0 0 0,0 1 0 0 0,0 0 0 0 0,0 0 0 0 0,0 0 0 0 0,0 0 0 0 0,0 0 0 0 0,0 1 0 0 0,1-1 0 0 0,-1 1 0 0 0,0 0 0 0 0,1 0 0 0 0,-1 0 0 0 0,1 0 0 0 0,0 0 0 0 0,0 0 0 0 0,-1 1 0 0 0,2-1 1 0 0,-1 1-1 0 0,0-1 0 0 0,-2 6 0 0 0,1-3-9 0 0,1 0-1 0 0,0 0 1 0 0,0 0 0 0 0,1 1 0 0 0,-1-1 0 0 0,1 1 0 0 0,0-1 0 0 0,1 1 0 0 0,-1-1 0 0 0,1 1 0 0 0,0-1 0 0 0,1 1 0 0 0,1 8 0 0 0,-1-6 40 0 0,2 0 0 0 0,-1 0 0 0 0,1 0 0 0 0,0 0 0 0 0,1-1 0 0 0,0 1 0 0 0,0-1 0 0 0,9 11 0 0 0,-8-11-284 0 0,0 0-1 0 0,1 0 1 0 0,0-1 0 0 0,0 0 0 0 0,1 0 0 0 0,0-1 0 0 0,0 0 0 0 0,0 0 0 0 0,1 0 0 0 0,-1-1-1 0 0,1 0 1 0 0,0-1 0 0 0,1 0 0 0 0,-1 0 0 0 0,0 0 0 0 0,1-1 0 0 0,-1-1 0 0 0,12 2 0 0 0,-4-4-990 0 0,0 0-227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7:47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97 11466 0 0,'-2'-7'421'0'0,"-3"-7"750"0"0,-1 1 0 0 0,-7-15-1 0 0,12 26-877 0 0,0-1 0 0 0,-1 1-1 0 0,1 0 1 0 0,-1 0-1 0 0,1-1 1 0 0,-1 1-1 0 0,0 0 1 0 0,0 1-1 0 0,1-1 1 0 0,-2 0-1 0 0,1 0 1 0 0,0 1 0 0 0,0-1-1 0 0,0 1 1 0 0,-1 0-1 0 0,1 0 1 0 0,-1 0-1 0 0,-3-1 1 0 0,3 2-194 0 0,1 0 0 0 0,0 0 0 0 0,0 0 0 0 0,0 0 0 0 0,0 1 0 0 0,0-1 0 0 0,0 1 0 0 0,0 0 0 0 0,1-1 1 0 0,-1 1-1 0 0,0 0 0 0 0,0 0 0 0 0,0 0 0 0 0,1 0 0 0 0,-1 1 0 0 0,0-1 0 0 0,1 0 0 0 0,-1 1 0 0 0,1-1 0 0 0,0 1 0 0 0,-1 0 0 0 0,1-1 0 0 0,0 1 1 0 0,0 0-1 0 0,-1 2 0 0 0,-1 0-18 0 0,1 1-1 0 0,0 0 1 0 0,0 1 0 0 0,0-1 0 0 0,0 0 0 0 0,1 1 0 0 0,0-1-1 0 0,-1 7 1 0 0,2 5-14 0 0,0 0 0 0 0,1 0 0 0 0,1 0 0 0 0,0 0 0 0 0,1-1 0 0 0,1 1 0 0 0,1-1 0 0 0,0 0 0 0 0,1 0 0 0 0,1 0 0 0 0,0-1 0 0 0,13 18 0 0 0,-11-19 25 0 0,2 1 0 0 0,21 21 0 0 0,-20-23 11 0 0,0 0 0 0 0,13 21 1 0 0,-25-34-100 0 0,0 1 1 0 0,1-1-1 0 0,-1 0 1 0 0,0 1 0 0 0,0-1-1 0 0,0 0 1 0 0,1 1 0 0 0,-1-1-1 0 0,0 0 1 0 0,0 1 0 0 0,0-1-1 0 0,0 1 1 0 0,0-1 0 0 0,0 0-1 0 0,0 1 1 0 0,0-1-1 0 0,0 1 1 0 0,0-1 0 0 0,0 0-1 0 0,0 1 1 0 0,0-1 0 0 0,0 1-1 0 0,0-1 1 0 0,0 0 0 0 0,0 1-1 0 0,-1-1 1 0 0,1 0 0 0 0,0 1-1 0 0,0-1 1 0 0,0 1-1 0 0,-1-1 1 0 0,1 0 0 0 0,0 0-1 0 0,-1 1 1 0 0,-15 6-161 0 0,-22-6-680 0 0,37-1 764 0 0,-34-5-1513 0 0,33 5 1324 0 0,0 0-1 0 0,1-1 1 0 0,-1 1 0 0 0,0-1 0 0 0,1 0-1 0 0,-1 0 1 0 0,1 1 0 0 0,0-1-1 0 0,-1 0 1 0 0,1 0 0 0 0,0 0 0 0 0,-1 0-1 0 0,1-1 1 0 0,0 1 0 0 0,0 0-1 0 0,0 0 1 0 0,0-1 0 0 0,-1-2 0 0 0,-1-2-1659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7:47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56 9986 0 0,'1'-4'520'0'0,"-1"0"1"0"0,1 0-1 0 0,-1-1 0 0 0,0 1 0 0 0,0 0 0 0 0,0 0 1 0 0,-1-4-1 0 0,1 7-355 0 0,0 0 0 0 0,-1 0 0 0 0,1 0 1 0 0,-1 0-1 0 0,1 0 0 0 0,-1 0 0 0 0,0 0 1 0 0,1 0-1 0 0,-1 0 0 0 0,0 0 0 0 0,1 0 0 0 0,-1 1 1 0 0,0-1-1 0 0,0 0 0 0 0,0 1 0 0 0,0-1 1 0 0,0 1-1 0 0,0-1 0 0 0,0 1 0 0 0,0-1 0 0 0,0 1 1 0 0,0-1-1 0 0,0 1 0 0 0,0 0 0 0 0,0 0 1 0 0,0-1-1 0 0,0 1 0 0 0,0 0 0 0 0,0 0 0 0 0,0 0 1 0 0,-2 1-1 0 0,-2-1 135 0 0,0 0 1 0 0,0 1-1 0 0,0-1 1 0 0,0 1-1 0 0,0 0 1 0 0,0 1-1 0 0,0-1 0 0 0,1 1 1 0 0,-1 0-1 0 0,1 0 1 0 0,-1 1-1 0 0,1-1 1 0 0,-7 6-1 0 0,10-7-253 0 0,-1 1 0 0 0,0 0 0 0 0,0-1 0 0 0,1 1 0 0 0,-1 0 0 0 0,1 0-1 0 0,0 0 1 0 0,-1 0 0 0 0,1 1 0 0 0,0-1 0 0 0,0 0 0 0 0,1 0 0 0 0,-1 1 0 0 0,0-1 0 0 0,1 0-1 0 0,-1 1 1 0 0,1-1 0 0 0,0 0 0 0 0,0 1 0 0 0,0-1 0 0 0,0 1 0 0 0,0-1 0 0 0,0 1-1 0 0,1-1 1 0 0,-1 0 0 0 0,1 1 0 0 0,0-1 0 0 0,-1 0 0 0 0,1 0 0 0 0,2 3 0 0 0,5 10 129 0 0,1-1 1 0 0,1 0-1 0 0,0 0 0 0 0,22 21 1 0 0,-17-18 23 0 0,0-1 1 0 0,17 28 0 0 0,-29-38-159 0 0,0-1 1 0 0,0 1 0 0 0,0 0-1 0 0,-1 0 1 0 0,0 0 0 0 0,0 0 0 0 0,0 0-1 0 0,-1 1 1 0 0,0-1 0 0 0,0 0-1 0 0,-1 1 1 0 0,0 11 0 0 0,0-15-20 0 0,-1 0 1 0 0,0 0-1 0 0,0-1 1 0 0,0 1 0 0 0,0 0-1 0 0,-1 0 1 0 0,1-1-1 0 0,-1 1 1 0 0,0-1-1 0 0,1 1 1 0 0,-1-1 0 0 0,0 0-1 0 0,0 1 1 0 0,-1-1-1 0 0,1 0 1 0 0,0 0-1 0 0,-1-1 1 0 0,1 1-1 0 0,-1 0 1 0 0,0-1 0 0 0,1 0-1 0 0,-1 0 1 0 0,-4 2-1 0 0,-5 1-233 0 0,0 0 0 0 0,0 0 0 0 0,-1-2 0 0 0,-15 3-1 0 0,23-5-1610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8:11.5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30 4513 0 0,'0'-1'6917'0'0,"-1"0"-6094"0"0,0 0-304 0 0,0 0 272 0 0,-2-4 2131 0 0,0-15 6971 0 0,3 21-9873 0 0,0 0 1 0 0,1 0-1 0 0,-1 0 1 0 0,0 0 0 0 0,1 0-1 0 0,-1 0 1 0 0,1 0-1 0 0,-1 0 1 0 0,1 0-1 0 0,0 0 1 0 0,-1 0 0 0 0,1-1-1 0 0,0 1 1 0 0,-1 0-1 0 0,1 0 1 0 0,0-1-1 0 0,0 1 1 0 0,0 0 0 0 0,0-1-1 0 0,1 2 1 0 0,2-1 46 0 0,-1 0-1 0 0,1 0 1 0 0,-1 0 0 0 0,1 0 0 0 0,-1-1 0 0 0,7 1 0 0 0,43 1 402 0 0,0-2 0 0 0,102-15 0 0 0,-92 8-316 0 0,-63 7 191 0 0,-18 0-295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8:14.5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76 11690 0 0,'0'0'193'0'0,"-1"-1"0"0"0,1 1-1 0 0,-1-1 1 0 0,1 1-1 0 0,-1-1 1 0 0,0 0-1 0 0,1 1 1 0 0,-1 0-1 0 0,1-1 1 0 0,-1 1-1 0 0,0-1 1 0 0,1 1 0 0 0,-1 0-1 0 0,0 0 1 0 0,0-1-1 0 0,1 1 1 0 0,-1 0-1 0 0,0 0 1 0 0,0 0-1 0 0,-1 0 1 0 0,1 15 3833 0 0,1-4-4338 0 0,1 35 1690 0 0,3-1 0 0 0,16 86-1 0 0,41 83 257 0 0,19 52-563 0 0,-78-258-607 0 0,-6-16-299 0 0,-4-20-90 0 0,4-5-54 0 0,1-1 0 0 0,2-63 1 0 0,1 85-26 0 0,2-1 0 0 0,0 0 0 0 0,0 1 0 0 0,1 0 0 0 0,0-1 0 0 0,1 1 1 0 0,1 0-1 0 0,0 1 0 0 0,0-1 0 0 0,14-19 0 0 0,-16 27-5 0 0,0 0 0 0 0,1 0 0 0 0,0 0 0 0 0,0 0 0 0 0,0 1 0 0 0,0 0 0 0 0,8-5-1 0 0,-11 8 9 0 0,-1-1-1 0 0,1 0 0 0 0,0 1 0 0 0,0 0 1 0 0,0-1-1 0 0,0 1 0 0 0,1-1 0 0 0,-1 1 1 0 0,0 0-1 0 0,0 0 0 0 0,0 0 0 0 0,0-1 1 0 0,0 1-1 0 0,0 0 0 0 0,0 0 0 0 0,0 1 1 0 0,0-1-1 0 0,1 0 0 0 0,-1 0 0 0 0,0 0 1 0 0,0 1-1 0 0,0-1 0 0 0,0 1 0 0 0,0-1 1 0 0,0 1-1 0 0,0-1 0 0 0,0 1 0 0 0,-1-1 1 0 0,1 1-1 0 0,0 0 0 0 0,0 0 0 0 0,0-1 1 0 0,0 1-1 0 0,-1 0 0 0 0,1 0 0 0 0,0 0 1 0 0,-1 0-1 0 0,1 0 0 0 0,-1 0 0 0 0,1 0 1 0 0,-1 0-1 0 0,1 1 0 0 0,7 20 4 0 0,7 30 0 0 0,-11-34-4 0 0,1 0 1 0 0,1-1 0 0 0,10 24 0 0 0,-8-27 1 0 0,1 0 0 0 0,0-1 0 0 0,1 0 0 0 0,1 0 0 0 0,0-1 0 0 0,0 0 0 0 0,1-1 0 0 0,22 16 0 0 0,-27-22 4 0 0,-1 0-1 0 0,2-1 0 0 0,-1 0 1 0 0,0 0-1 0 0,1 0 1 0 0,0-1-1 0 0,0 0 0 0 0,0-1 1 0 0,0 0-1 0 0,0 0 1 0 0,0 0-1 0 0,1-1 1 0 0,-1-1-1 0 0,1 1 0 0 0,-1-1 1 0 0,0-1-1 0 0,1 0 1 0 0,10-2-1 0 0,-12 1-3 0 0,-1-1 0 0 0,0 0-1 0 0,0 0 1 0 0,0-1 0 0 0,0 0 0 0 0,-1 1 0 0 0,0-2-1 0 0,0 1 1 0 0,0-1 0 0 0,0 0 0 0 0,0 0 0 0 0,-1 0-1 0 0,0 0 1 0 0,0-1 0 0 0,-1 0 0 0 0,1 0 0 0 0,-1 0-1 0 0,-1 0 1 0 0,1 0 0 0 0,2-9 0 0 0,0-5-42 0 0,0 0-1 0 0,0 0 1 0 0,-2-1 0 0 0,-1 1 0 0 0,0-30 0 0 0,-2 44 30 0 0,0-1 0 0 0,0 0-1 0 0,-1 1 1 0 0,0-1 0 0 0,-1 1 0 0 0,1-1 0 0 0,-1 1 0 0 0,-1-1 0 0 0,1 1 0 0 0,-1 0 0 0 0,0 0 0 0 0,0 1-1 0 0,-1-1 1 0 0,-5-6 0 0 0,7 9 8 0 0,-1 0 0 0 0,0 1-1 0 0,0-1 1 0 0,0 1-1 0 0,0 0 1 0 0,-1-1 0 0 0,1 2-1 0 0,0-1 1 0 0,-1 0 0 0 0,1 1-1 0 0,-1-1 1 0 0,0 1 0 0 0,0 0-1 0 0,1 0 1 0 0,-1 1 0 0 0,0-1-1 0 0,0 1 1 0 0,0 0-1 0 0,0 0 1 0 0,0 0 0 0 0,1 0-1 0 0,-1 1 1 0 0,0 0 0 0 0,0 0-1 0 0,-6 2 1 0 0,-4 1 0 0 0,0 2 0 0 0,1 0 1 0 0,0 0-1 0 0,0 1 0 0 0,0 1 0 0 0,1 0 1 0 0,0 0-1 0 0,1 1 0 0 0,0 1 0 0 0,0 0 1 0 0,-11 14-1 0 0,15-15 5 0 0,0 1 0 0 0,0-1 0 0 0,1 1 1 0 0,0 1-1 0 0,1-1 0 0 0,0 1 0 0 0,1-1 1 0 0,0 1-1 0 0,1 1 0 0 0,0-1 0 0 0,1 0 1 0 0,0 1-1 0 0,1-1 0 0 0,0 20 0 0 0,1-26 2 0 0,0 0 0 0 0,1 0 0 0 0,-1-1 0 0 0,1 1 0 0 0,1 0 0 0 0,-1-1 1 0 0,1 1-1 0 0,-1-1 0 0 0,1 0 0 0 0,0 1 0 0 0,1-1 0 0 0,-1 0 0 0 0,1 0 0 0 0,0-1 0 0 0,0 1 0 0 0,0 0 0 0 0,0-1 0 0 0,1 0 0 0 0,0 0 0 0 0,-1 0 0 0 0,1 0 0 0 0,0 0 0 0 0,0-1 0 0 0,0 0 0 0 0,1 0 0 0 0,-1 0 0 0 0,1 0 0 0 0,-1-1 0 0 0,6 2 0 0 0,-1-1 6 0 0,-1-1-1 0 0,1 1 0 0 0,-1-2 1 0 0,1 1-1 0 0,-1-1 0 0 0,1-1 1 0 0,-1 1-1 0 0,1-1 0 0 0,-1-1 0 0 0,0 0 1 0 0,1 0-1 0 0,-1 0 0 0 0,0-1 1 0 0,0 0-1 0 0,12-8 0 0 0,-11 5 1 0 0,1-1 0 0 0,-1 0 0 0 0,0-1 0 0 0,-1 0 0 0 0,1-1 0 0 0,-2 1 0 0 0,1-2 0 0 0,-1 1 0 0 0,-1-1 0 0 0,0 0 0 0 0,9-20 0 0 0,-11 23-5 0 0,-1-1 1 0 0,-1 0-1 0 0,1 0 0 0 0,-2 0 1 0 0,1 0-1 0 0,-1 0 0 0 0,0 0 1 0 0,0 0-1 0 0,-1 0 0 0 0,0 0 1 0 0,-1 0-1 0 0,0-1 0 0 0,0 1 0 0 0,-1 0 1 0 0,0 0-1 0 0,0 1 0 0 0,-7-16 1 0 0,8 21-5 0 0,0 0 0 0 0,0 0 0 0 0,-1 0 0 0 0,1 0 0 0 0,0 0 0 0 0,-1 0 0 0 0,0 0 0 0 0,1 1 0 0 0,-1-1 0 0 0,0 0 1 0 0,-3-1-1 0 0,5 3-1 0 0,-1-1 0 0 0,1 1 0 0 0,0 0 0 0 0,-1 0-1 0 0,1 0 1 0 0,-1 0 0 0 0,1 0 0 0 0,-1 0 0 0 0,1 0 0 0 0,0 0 0 0 0,-1 0 0 0 0,1 0 0 0 0,-1 0 0 0 0,1 0 0 0 0,-1 0 0 0 0,1 0 0 0 0,0 0 0 0 0,-1 0 0 0 0,1 0 0 0 0,-1 0 0 0 0,1 1 0 0 0,0-1 0 0 0,-1 0 0 0 0,0 1 0 0 0,0-1-2 0 0,1 1 0 0 0,-1 0 1 0 0,0 0-1 0 0,0 0 0 0 0,1 0 0 0 0,-1 0 0 0 0,1 1 1 0 0,-1-1-1 0 0,1 0 0 0 0,-1 0 0 0 0,1 0 0 0 0,0 0 1 0 0,-1 2-1 0 0,-1 13-3 0 0,0-1 1 0 0,1 1 0 0 0,1 0 0 0 0,0 0 0 0 0,1-1-1 0 0,1 1 1 0 0,1 0 0 0 0,0-1 0 0 0,1 1-1 0 0,0-1 1 0 0,1 0 0 0 0,1-1 0 0 0,13 26-1 0 0,-15-35 10 0 0,-1 1-1 0 0,1 0 0 0 0,0-1 1 0 0,1 0-1 0 0,-1 0 0 0 0,1 0 0 0 0,0-1 1 0 0,0 0-1 0 0,1 0 0 0 0,-1 0 1 0 0,1 0-1 0 0,12 5 0 0 0,-16-8 0 0 0,1 0 0 0 0,0 0-1 0 0,0 0 1 0 0,0 0 0 0 0,0-1 0 0 0,0 1 0 0 0,0-1-1 0 0,0 1 1 0 0,0-1 0 0 0,0 0 0 0 0,0-1 0 0 0,0 1-1 0 0,0 0 1 0 0,0-1 0 0 0,0 1 0 0 0,0-1 0 0 0,0 0-1 0 0,0 0 1 0 0,0-1 0 0 0,-1 1 0 0 0,1 0 0 0 0,0-1-1 0 0,-1 1 1 0 0,1-1 0 0 0,-1 0 0 0 0,0 0 0 0 0,1 0-1 0 0,-1 0 1 0 0,0-1 0 0 0,2-3 0 0 0,3-4 5 0 0,-1 0 0 0 0,0-1 0 0 0,-1-1 0 0 0,0 1 1 0 0,0 0-1 0 0,-2-1 0 0 0,1 0 0 0 0,1-14 0 0 0,9-102 1 0 0,-12 106-17 0 0,3-59-13 0 0,-5 80 1 0 0,10 18-45 0 0,5 79 271 0 0,-14-75-132 0 0,2 0 0 0 0,0-1 0 0 0,1 1 0 0 0,2-1 0 0 0,14 37 1 0 0,-17-50-57 0 0,0-1 0 0 0,1 0 0 0 0,0 0 0 0 0,0 0 0 0 0,0-1 0 0 0,1 1 0 0 0,-1-1 0 0 0,2 0 0 0 0,6 6 0 0 0,-10-10-54 0 0,-1 0 0 0 0,1 0-1 0 0,-1 0 1 0 0,1 0 0 0 0,0-1 0 0 0,-1 1-1 0 0,1 0 1 0 0,0-1 0 0 0,0 1-1 0 0,-1-1 1 0 0,1 0 0 0 0,0 0-1 0 0,0 1 1 0 0,0-1 0 0 0,-1 0-1 0 0,1-1 1 0 0,0 1 0 0 0,0 0-1 0 0,0 0 1 0 0,-1-1 0 0 0,1 1-1 0 0,0-1 1 0 0,-1 1 0 0 0,1-1-1 0 0,0 0 1 0 0,-1 0 0 0 0,1 0-1 0 0,-1 0 1 0 0,1 0 0 0 0,-1 0-1 0 0,1 0 1 0 0,-1 0 0 0 0,0-1-1 0 0,0 1 1 0 0,1 0 0 0 0,-1-1-1 0 0,0 1 1 0 0,0-1 0 0 0,0 0 0 0 0,0-1-1 0 0,4-5-594 0 0,-2 1 0 0 0,1 0 0 0 0,-1-1 0 0 0,0 0 0 0 0,0 0 0 0 0,-1 0 0 0 0,0 0 0 0 0,1-15 0 0 0,-1-4-1517 0 0,-3-38 0 0 0,-1 41 2319 0 0,2 0 1 0 0,3-28 0 0 0,-2 48 425 0 0,1-15 210 0 0,2 12 3316 0 0,-4 7-4067 0 0,1 0-1 0 0,-1 1 1 0 0,1-1-1 0 0,-1 0 1 0 0,1 1-1 0 0,-1-1 0 0 0,1 0 1 0 0,-1 1-1 0 0,1-1 1 0 0,-1 1-1 0 0,0-1 1 0 0,1 1-1 0 0,-1-1 1 0 0,0 1-1 0 0,1-1 0 0 0,-1 1 1 0 0,0-1-1 0 0,0 1 1 0 0,0-1-1 0 0,1 1 1 0 0,-1-1-1 0 0,0 1 0 0 0,0 0 1 0 0,0-1-1 0 0,0 2 1 0 0,3 15 695 0 0,-1 25 206 0 0,-1-8-452 0 0,2-1-1 0 0,8 42 1 0 0,-9-66-469 0 0,0 0 1 0 0,1 0-1 0 0,0 0 0 0 0,1-1 1 0 0,0 1-1 0 0,0-1 0 0 0,0 0 1 0 0,1 0-1 0 0,1 0 0 0 0,-1-1 1 0 0,1 1-1 0 0,13 11 0 0 0,-17-17-30 0 0,0-1-1 0 0,-1 1 0 0 0,1-1 1 0 0,0 1-1 0 0,0-1 0 0 0,1 0 1 0 0,-1 0-1 0 0,0 0 0 0 0,0 0 1 0 0,0 0-1 0 0,1-1 0 0 0,-1 1 1 0 0,0-1-1 0 0,1 1 0 0 0,-1-1 1 0 0,1 0-1 0 0,-1 0 0 0 0,0 0 1 0 0,1 0-1 0 0,-1 0 0 0 0,1-1 1 0 0,-1 1-1 0 0,0-1 0 0 0,1 1 1 0 0,-1-1-1 0 0,0 0 0 0 0,0 0 1 0 0,1 0-1 0 0,-1 0 0 0 0,0 0 1 0 0,0-1-1 0 0,0 1 0 0 0,0-1 1 0 0,-1 1-1 0 0,1-1 0 0 0,0 0 1 0 0,-1 1-1 0 0,1-1 0 0 0,-1 0 1 0 0,1 0-1 0 0,-1 0 0 0 0,0 0 1 0 0,0-1-1 0 0,1-2 0 0 0,7-14-1 0 0,-2 1 0 0 0,0-1-1 0 0,-1 0 1 0 0,5-31 0 0 0,4-78-62 0 0,-3 20-56 0 0,-12 107 113 0 0,0 1 1 0 0,0 0-1 0 0,0 0 0 0 0,0 0 1 0 0,0-1-1 0 0,0 1 0 0 0,0 0 1 0 0,0 0-1 0 0,0 0 0 0 0,0-1 1 0 0,0 1-1 0 0,0 0 0 0 0,0 0 1 0 0,0 0-1 0 0,0-1 0 0 0,1 1 1 0 0,-1 0-1 0 0,0 0 0 0 0,0 0 1 0 0,0-1-1 0 0,0 1 0 0 0,0 0 1 0 0,0 0-1 0 0,1 0 0 0 0,-1 0 1 0 0,0 0-1 0 0,0-1 0 0 0,0 1 1 0 0,0 0-1 0 0,1 0 1 0 0,-1 0-1 0 0,0 0 0 0 0,0 0 1 0 0,0 0-1 0 0,1 0 0 0 0,-1 0 1 0 0,0 0-1 0 0,0 0 0 0 0,1 0 1 0 0,-1 0-1 0 0,9 7-51 0 0,12 28-61 0 0,-10-17 81 0 0,-7-14 34 0 0,1 1 0 0 0,-1-1 0 0 0,1 0 0 0 0,0 0 0 0 0,-1-1 0 0 0,2 1 0 0 0,-1-1 0 0 0,0 0 0 0 0,1-1 0 0 0,-1 1 0 0 0,1-1 0 0 0,0 0 0 0 0,0-1 0 0 0,0 1 0 0 0,0-1 0 0 0,0 0 0 0 0,0-1 0 0 0,0 1 0 0 0,0-1-1 0 0,8-1 1 0 0,-7 1 1 0 0,0-1 0 0 0,1 0-1 0 0,-1 0 1 0 0,0 0 0 0 0,-1-1-1 0 0,1 0 1 0 0,0 0 0 0 0,0-1-1 0 0,-1 1 1 0 0,0-2 0 0 0,1 1-1 0 0,-1-1 1 0 0,0 0 0 0 0,-1 0-1 0 0,1 0 1 0 0,-1-1 0 0 0,7-7-1 0 0,-10 8 2 0 0,1 1 0 0 0,-1-1 0 0 0,0 0 0 0 0,0 0 0 0 0,0-1 0 0 0,-1 1 0 0 0,1 0-1 0 0,-1 0 1 0 0,0-1 0 0 0,-1 1 0 0 0,1-1 0 0 0,-1 1 0 0 0,1-1 0 0 0,-2 1 0 0 0,1-1 0 0 0,0 1 0 0 0,-1-1 0 0 0,0 1-1 0 0,0-1 1 0 0,0 1 0 0 0,-3-9 0 0 0,2 11-3 0 0,1-1-1 0 0,0 0 1 0 0,-1 1-1 0 0,0-1 1 0 0,0 1-1 0 0,1 0 1 0 0,-1-1-1 0 0,0 1 1 0 0,-1 0-1 0 0,1 0 1 0 0,0 0-1 0 0,-1 1 1 0 0,1-1-1 0 0,-1 1 1 0 0,1-1-1 0 0,-1 1 1 0 0,0 0-1 0 0,0 0 0 0 0,1 0 1 0 0,-1 0-1 0 0,0 0 1 0 0,0 1-1 0 0,0-1 1 0 0,0 1-1 0 0,0 0 1 0 0,0 0-1 0 0,0 0 1 0 0,0 0-1 0 0,0 0 1 0 0,0 1-1 0 0,0-1 1 0 0,0 1-1 0 0,-4 2 1 0 0,0-1-3 0 0,0 1 0 0 0,0 1 0 0 0,0-1 0 0 0,1 1 0 0 0,0 1 0 0 0,0-1 1 0 0,0 1-1 0 0,0 0 0 0 0,1 0 0 0 0,0 0 0 0 0,0 1 0 0 0,0 0 0 0 0,-7 11 0 0 0,3-2 4 0 0,1 0-1 0 0,1 0 1 0 0,0 1-1 0 0,1 0 1 0 0,-4 17-1 0 0,8-23 7 0 0,0 0-1 0 0,0 0 1 0 0,1 0-1 0 0,1 0 1 0 0,-1 0-1 0 0,2 0 1 0 0,-1 0-1 0 0,1 0 0 0 0,1 0 1 0 0,0 0-1 0 0,0 0 1 0 0,1-1-1 0 0,0 1 1 0 0,1-1-1 0 0,0 0 0 0 0,0 0 1 0 0,1 0-1 0 0,1 0 1 0 0,-1-1-1 0 0,1 0 1 0 0,0 0-1 0 0,1 0 0 0 0,0-1 1 0 0,0 0-1 0 0,1-1 1 0 0,0 1-1 0 0,0-1 1 0 0,0-1-1 0 0,1 1 0 0 0,0-2 1 0 0,0 1-1 0 0,0-1 1 0 0,0-1-1 0 0,12 4 1 0 0,-13-5-1 0 0,-1-1 0 0 0,0 0 0 0 0,0-1 1 0 0,0 1-1 0 0,1-1 0 0 0,-1-1 1 0 0,0 1-1 0 0,0-1 0 0 0,0-1 0 0 0,0 1 1 0 0,0-1-1 0 0,0 0 0 0 0,0-1 1 0 0,0 0-1 0 0,-1 0 0 0 0,1 0 0 0 0,-1-1 1 0 0,0 0-1 0 0,0 0 0 0 0,0 0 1 0 0,-1-1-1 0 0,1 0 0 0 0,-1 0 1 0 0,5-7-1 0 0,-2 2 1 0 0,-1-1 0 0 0,0 0 0 0 0,0 0 0 0 0,-1 0 0 0 0,-1-1 0 0 0,0 0 0 0 0,-1 0 0 0 0,0 0 0 0 0,0-1 0 0 0,-2 0 0 0 0,1 1 0 0 0,0-26 0 0 0,-4 5-2 0 0,-5-37-1 0 0,0-20-49 0 0,6 89 23 0 0,2 1 1 0 0,1 1 14 0 0,0 0 0 0 0,-1 0 0 0 0,1 0 0 0 0,-1 0 0 0 0,0 1-1 0 0,1-1 1 0 0,-1 0 0 0 0,0 1 0 0 0,0 0 0 0 0,3 2 0 0 0,24 26 3 0 0,-9-9 3 0 0,36 27 41 0 0,-22-20-18 0 0,41 44 0 0 0,-66-63-17 0 0,-1 1-1 0 0,0 1 1 0 0,0-1 0 0 0,-1 2-1 0 0,-1-1 1 0 0,0 1-1 0 0,0-1 1 0 0,-1 2-1 0 0,3 12 1 0 0,-6-20 0 0 0,-1-1 0 0 0,0 1 1 0 0,-1-1-1 0 0,1 1 0 0 0,-1 0 0 0 0,0-1 1 0 0,0 1-1 0 0,0 0 0 0 0,-1-1 0 0 0,1 1 1 0 0,-1-1-1 0 0,-1 1 0 0 0,1-1 0 0 0,-3 7 1 0 0,2-8-2 0 0,0 0 1 0 0,0 0 0 0 0,0 0-1 0 0,0 0 1 0 0,-1 0-1 0 0,1-1 1 0 0,-1 1 0 0 0,1-1-1 0 0,-1 0 1 0 0,0 0 0 0 0,0 0-1 0 0,0 0 1 0 0,-1 0 0 0 0,1-1-1 0 0,0 1 1 0 0,-1-1 0 0 0,1 0-1 0 0,-1 0 1 0 0,-3 1 0 0 0,-13 1 2 0 0,-1 0 1 0 0,1-1 0 0 0,0-1 0 0 0,-1-1 0 0 0,1 0-1 0 0,-1-2 1 0 0,1-1 0 0 0,0 0 0 0 0,-35-11 0 0 0,53 13-12 0 0,-1 0 0 0 0,1 0 0 0 0,-1 0 0 0 0,1 0 0 0 0,-1 0 0 0 0,1-1 0 0 0,0 1 0 0 0,0-1 0 0 0,-1 1 0 0 0,1-1 1 0 0,1 0-1 0 0,-1 0 0 0 0,0 0 0 0 0,0 0 0 0 0,1 0 0 0 0,-1 0 0 0 0,1-1 0 0 0,-3-3 0 0 0,4 4-1 0 0,0 0-1 0 0,-1-1 1 0 0,1 1-1 0 0,0 0 1 0 0,0 0 0 0 0,0-1-1 0 0,0 1 1 0 0,1 0-1 0 0,-1 0 1 0 0,1-1-1 0 0,-1 1 1 0 0,1 0 0 0 0,0 0-1 0 0,-1 0 1 0 0,1 0-1 0 0,0 0 1 0 0,1 0-1 0 0,-1 0 1 0 0,0 0 0 0 0,0 1-1 0 0,1-1 1 0 0,2-2-1 0 0,14-14-31 0 0,0 1 0 0 0,2 1-1 0 0,0 1 1 0 0,27-16-1 0 0,21-14-29 0 0,-40 24 62 0 0,150-125-26 0 0,-161 129 28 0 0,0 0 1 0 0,-1-2-1 0 0,-1 0 0 0 0,0 0 0 0 0,-2-1 0 0 0,0-1 0 0 0,13-30 0 0 0,-21 38 4 0 0,0 0 1 0 0,-1 0-1 0 0,4-27 1 0 0,-7 34-2 0 0,0-1 0 0 0,-1 1 1 0 0,0-1-1 0 0,0 1 0 0 0,-1-1 1 0 0,1 1-1 0 0,-1 0 0 0 0,-1-1 0 0 0,1 1 1 0 0,-5-11-1 0 0,6 16 0 0 0,-1 0-1 0 0,0-1 1 0 0,1 1 0 0 0,-1 0 0 0 0,0 0 0 0 0,0 0-1 0 0,0-1 1 0 0,0 1 0 0 0,0 0 0 0 0,0 0-1 0 0,0 0 1 0 0,-2-1 0 0 0,3 2-1 0 0,-1 0 0 0 0,1 0-1 0 0,-1-1 1 0 0,1 1 0 0 0,-1 0 0 0 0,1 0-1 0 0,-1 0 1 0 0,1 0 0 0 0,-1 0 0 0 0,1 0-1 0 0,-1 0 1 0 0,1 0 0 0 0,-1 0 0 0 0,1 0-1 0 0,-1 0 1 0 0,1 0 0 0 0,-1 0 0 0 0,1 0-1 0 0,-1 1 1 0 0,1-1 0 0 0,-1 0 0 0 0,1 0-1 0 0,-1 1 1 0 0,-1 0-1 0 0,1 0 0 0 0,0 1 0 0 0,-1-1-1 0 0,1 1 1 0 0,0-1 0 0 0,0 1 0 0 0,0-1 0 0 0,0 1-1 0 0,0 0 1 0 0,0-1 0 0 0,1 1 0 0 0,-1 0 0 0 0,0 0 0 0 0,1 0-1 0 0,0 0 1 0 0,-1 2 0 0 0,-1 24 46 0 0,2-1 1 0 0,1 1-1 0 0,1-1 1 0 0,11 51-1 0 0,-2-6 160 0 0,39 230 691 0 0,-47-292-878 0 0,-1-1-1 0 0,2 1 1 0 0,-1 0-1 0 0,1-1 0 0 0,0 0 1 0 0,8 11-1 0 0,-11-18-58 0 0,0 0-1 0 0,0-1 1 0 0,1 1 0 0 0,-1-1-1 0 0,0 1 1 0 0,1-1-1 0 0,-1 1 1 0 0,1-1-1 0 0,0 0 1 0 0,-1 0 0 0 0,1 0-1 0 0,0 0 1 0 0,0 0-1 0 0,-1 0 1 0 0,1 0-1 0 0,0-1 1 0 0,0 1 0 0 0,0-1-1 0 0,0 1 1 0 0,0-1-1 0 0,0 0 1 0 0,0 1-1 0 0,0-1 1 0 0,0 0 0 0 0,0-1-1 0 0,0 1 1 0 0,0 0-1 0 0,0 0 1 0 0,0-1-1 0 0,0 1 1 0 0,0-1 0 0 0,0 0-1 0 0,0 0 1 0 0,0 0-1 0 0,-1 1 1 0 0,1-2-1 0 0,0 1 1 0 0,2-2 0 0 0,-1 1-384 0 0,-1 0 1 0 0,1 0-1 0 0,-1 0 1 0 0,1 0 0 0 0,-1-1-1 0 0,0 1 1 0 0,1-1-1 0 0,-1 0 1 0 0,-1 0 0 0 0,1 1-1 0 0,0-1 1 0 0,1-5-1 0 0,2-4-3206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8:14.8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79 18244 0 0,'4'-5'1832'0'0,"9"-2"-1784"0"0,2 2 808 0 0,2-1 329 0 0,6-3-273 0 0,2 3 32 0 0,5-1-304 0 0,0 2 24 0 0,0-2 33 0 0,0 1-377 0 0,0 1-112 0 0,-2 1-136 0 0,-1 1-80 0 0,0 1-176 0 0,-6 1-945 0 0,-1 1-847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8:15.6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47 8066 0 0,'-10'0'9325'0'0,"13"-4"-6021"0"0,13-3-721 0 0,23-1-1406 0 0,-36 7-647 0 0,60-10 451 0 0,121-4-1 0 0,-182 15-1180 0 0,0 0-1 0 0,0 0 1 0 0,-1 0 0 0 0,1 0 0 0 0,0 1 0 0 0,-1-1 0 0 0,1 1 0 0 0,0-1 0 0 0,-1 1-1 0 0,1-1 1 0 0,0 1 0 0 0,-1 0 0 0 0,1 0 0 0 0,0 1 0 0 0,1 1-1267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8:16.5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1 465 10770 0 0,'0'0'3641'0'0,"7"1"-888"0"0,-3-1-2562 0 0,-1 0 0 0 0,1 0 0 0 0,-1 0 0 0 0,1 0 0 0 0,-1-1 1 0 0,1 1-1 0 0,-1-1 0 0 0,0 0 0 0 0,1 0 0 0 0,-1 0 0 0 0,0 0 0 0 0,0-1 1 0 0,1 0-1 0 0,-1 1 0 0 0,0-1 0 0 0,-1 0 0 0 0,6-4 0 0 0,27-19 894 0 0,7-4-27 0 0,46-42 0 0 0,-77 61-981 0 0,0-1-1 0 0,-1 0 0 0 0,0-1 0 0 0,-1 0 0 0 0,0 0 0 0 0,-1-1 0 0 0,-1 0 0 0 0,11-25 1 0 0,-16 33-62 0 0,0-1 0 0 0,-1 0 0 0 0,0 0 0 0 0,0-1 0 0 0,0 1 0 0 0,-1 0 0 0 0,0 0 0 0 0,0 0 0 0 0,-1 0 0 0 0,1-1 0 0 0,-1 1 1 0 0,0 0-1 0 0,-1 0 0 0 0,0 0 0 0 0,0 1 0 0 0,0-1 0 0 0,-1 0 0 0 0,1 1 0 0 0,-1-1 0 0 0,-1 1 0 0 0,1 0 0 0 0,-1 0 0 0 0,0 0 0 0 0,0 1 1 0 0,-8-7-1 0 0,8 7-9 0 0,0 1 0 0 0,0-1 0 0 0,-1 1 0 0 0,1 0 0 0 0,-1 1 0 0 0,0-1 0 0 0,0 1 0 0 0,0 0 0 0 0,0 0 0 0 0,0 1 0 0 0,0-1 0 0 0,-1 1 0 0 0,1 0 0 0 0,0 1 0 0 0,-1-1 0 0 0,1 1 0 0 0,-1 0 0 0 0,1 1 0 0 0,-1-1 0 0 0,1 1 0 0 0,0 0 0 0 0,0 0 0 0 0,-1 1 0 0 0,1-1 0 0 0,0 1 0 0 0,0 0 0 0 0,0 1 0 0 0,0-1 0 0 0,-5 5 0 0 0,3-2 5 0 0,0 0 0 0 0,0 1 1 0 0,1 0-1 0 0,0 0 0 0 0,0 0 0 0 0,1 1 1 0 0,-1 0-1 0 0,1 0 0 0 0,1 0 1 0 0,-8 16-1 0 0,7-11 17 0 0,1 1-1 0 0,0 0 1 0 0,1 0 0 0 0,0 0 0 0 0,1 0 0 0 0,0 19-1 0 0,2 8 106 0 0,3 0 0 0 0,1-1 0 0 0,15 67-1 0 0,29 80 263 0 0,-3-12-179 0 0,-36-130-181 0 0,7 87 1 0 0,-15-115-70 0 0,-1 0 1 0 0,-3 26-1 0 0,2-37 9 0 0,0 0-1 0 0,0-1 0 0 0,0 1 1 0 0,-1-1-1 0 0,1 1 1 0 0,-1-1-1 0 0,0 0 0 0 0,0 1 1 0 0,0-1-1 0 0,-1 0 1 0 0,0 0-1 0 0,0-1 1 0 0,-4 5-1 0 0,7-7 17 0 0,-1 0 0 0 0,0 0 0 0 0,0 0-1 0 0,1-1 1 0 0,-1 1 0 0 0,0 0 0 0 0,0-1 0 0 0,0 1 0 0 0,0-1 0 0 0,0 1 0 0 0,1-1-1 0 0,-1 0 1 0 0,0 1 0 0 0,0-1 0 0 0,0 0 0 0 0,0 1 0 0 0,0-1 0 0 0,0 0 0 0 0,0 0-1 0 0,-1 0 1 0 0,1 0 0 0 0,0 0 0 0 0,0 0 0 0 0,0 0 0 0 0,0 0 0 0 0,0-1-1 0 0,0 1 1 0 0,0 0 0 0 0,0-1 0 0 0,0 1 0 0 0,0-1 0 0 0,1 1 0 0 0,-1-1 0 0 0,0 1-1 0 0,0-1 1 0 0,0 1 0 0 0,0-1 0 0 0,1 0 0 0 0,-1 1 0 0 0,0-1 0 0 0,1 0 0 0 0,-1 0-1 0 0,0 0 1 0 0,1 0 0 0 0,-1 0 0 0 0,1 1 0 0 0,-1-1 0 0 0,1-2 0 0 0,-4-3-21 0 0,1-1 0 0 0,1-1 0 0 0,-1 1 0 0 0,1 0 0 0 0,-1-9 0 0 0,0-7 19 0 0,1 0 0 0 0,1-1-1 0 0,1 1 1 0 0,1-1 0 0 0,1 1 0 0 0,1 0-1 0 0,1 0 1 0 0,2 0 0 0 0,0 0 0 0 0,1 1 0 0 0,10-22-1 0 0,11-18 4 0 0,3 2 0 0 0,58-88 0 0 0,-78 133 11 0 0,-3 0 38 0 0,1 1 1 0 0,1 1-1 0 0,0 0 0 0 0,1 0 0 0 0,0 1 0 0 0,14-12 0 0 0,-24 24-24 0 0,-1-1-1 0 0,1 1 1 0 0,-1 0-1 0 0,1-1 1 0 0,0 1-1 0 0,-1 0 1 0 0,1-1-1 0 0,-1 1 1 0 0,1 0 0 0 0,0 0-1 0 0,-1-1 1 0 0,1 1-1 0 0,0 0 1 0 0,-1 0-1 0 0,1 0 1 0 0,0 0-1 0 0,-1 0 1 0 0,1 0-1 0 0,0 0 1 0 0,-1 0 0 0 0,1 0-1 0 0,0 0 1 0 0,-1 0-1 0 0,1 1 1 0 0,0-1-1 0 0,0 1 1 0 0,0-1 7 0 0,0 1 0 0 0,0 0-1 0 0,0 0 1 0 0,0 0 0 0 0,0 0 0 0 0,-1 0 0 0 0,1 0 0 0 0,0 0 0 0 0,-1 0 0 0 0,1 1-1 0 0,-1-1 1 0 0,1 0 0 0 0,0 2 0 0 0,1 7 81 0 0,0 0-1 0 0,-1 1 1 0 0,1 10 0 0 0,-1-8-14 0 0,3 17 97 0 0,10 39 1 0 0,-12-60-205 0 0,1 0 0 0 0,0 0 0 0 0,0-1 0 0 0,1 1 0 0 0,0-1 0 0 0,1 1 0 0 0,0-2 0 0 0,10 13 0 0 0,-14-18-40 0 0,-1-1-1 0 0,2 0 0 0 0,-1 0 0 0 0,0 0 0 0 0,0 0 0 0 0,0 0 0 0 0,0 0 0 0 0,1 0 0 0 0,-1 0 0 0 0,0-1 0 0 0,1 1 0 0 0,-1-1 0 0 0,1 1 0 0 0,-1-1 1 0 0,1 1-1 0 0,-1-1 0 0 0,1 0 0 0 0,-1 1 0 0 0,1-1 0 0 0,-1 0 0 0 0,1 0 0 0 0,-1 0 0 0 0,1 0 0 0 0,1-1 0 0 0,0 0-208 0 0,-1 0 0 0 0,1 0-1 0 0,-1 0 1 0 0,0-1 0 0 0,1 1 0 0 0,-1-1-1 0 0,0 1 1 0 0,0-1 0 0 0,0 0 0 0 0,0 0-1 0 0,0 0 1 0 0,3-4 0 0 0,6-7-2064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8:17.1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54 12763 0 0,'-2'-1'4504'0'0,"3"5"-1696"0"0,5 17-739 0 0,9 29-1281 0 0,40 100 444 0 0,-27-77-1035 0 0,-32-88-147 0 0,0 0-1 0 0,1-1 0 0 0,1 1 1 0 0,0 0-1 0 0,1-1 1 0 0,2-30-1 0 0,-1 37-55 0 0,1-1 0 0 0,0 1-1 0 0,1 0 1 0 0,0 0 0 0 0,0-1 0 0 0,1 1 0 0 0,0 0 0 0 0,1 1 0 0 0,-1-1-1 0 0,2 1 1 0 0,-1-1 0 0 0,1 1 0 0 0,1 1 0 0 0,10-13 0 0 0,-14 18 11 0 0,0 0 1 0 0,0 0 0 0 0,1 0 0 0 0,-1 0 0 0 0,0 1-1 0 0,1-1 1 0 0,0 1 0 0 0,-1 0 0 0 0,1 0 0 0 0,0 0-1 0 0,-1 0 1 0 0,1 0 0 0 0,0 0 0 0 0,0 1 0 0 0,0-1-1 0 0,0 1 1 0 0,-1 0 0 0 0,1 0 0 0 0,0 0 0 0 0,0 0 0 0 0,0 1-1 0 0,0-1 1 0 0,0 1 0 0 0,0 0 0 0 0,-1-1 0 0 0,4 3-1 0 0,5 2 114 0 0,-1 1-1 0 0,1 0 1 0 0,-1 1-1 0 0,-1 0 0 0 0,11 10 1 0 0,-10-8 54 0 0,-1-1-1 0 0,1-1 1 0 0,17 10-1 0 0,-23-15-143 0 0,0 0-1 0 0,0-1 1 0 0,1 1-1 0 0,-1-1 1 0 0,1 0-1 0 0,-1 0 1 0 0,1 0-1 0 0,0 0 1 0 0,-1-1-1 0 0,1 0 1 0 0,0 0-1 0 0,-1 0 1 0 0,1-1-1 0 0,0 1 0 0 0,-1-1 1 0 0,1 0-1 0 0,-1 0 1 0 0,1-1-1 0 0,-1 0 1 0 0,1 1-1 0 0,-1-1 1 0 0,0-1-1 0 0,0 1 1 0 0,0-1-1 0 0,0 1 1 0 0,-1-1-1 0 0,1 0 1 0 0,-1 0-1 0 0,1-1 1 0 0,-1 1-1 0 0,0-1 1 0 0,0 0-1 0 0,-1 0 1 0 0,1 1-1 0 0,-1-2 1 0 0,0 1-1 0 0,0 0 0 0 0,0 0 1 0 0,-1-1-1 0 0,1 1 1 0 0,-1-1-1 0 0,0 1 1 0 0,0-1-1 0 0,0-8 1 0 0,-1 11-19 0 0,0 0 1 0 0,0-1-1 0 0,0 1 1 0 0,-1 0-1 0 0,1 0 1 0 0,0-1-1 0 0,-1 1 1 0 0,0 0-1 0 0,1 0 1 0 0,-1 0-1 0 0,0 0 1 0 0,0-1-1 0 0,0 1 1 0 0,-1 1-1 0 0,1-1 1 0 0,-3-4-1 0 0,3 5-2 0 0,-1 0-1 0 0,1 0 1 0 0,-1 0-1 0 0,0 0 0 0 0,1 0 1 0 0,-1 1-1 0 0,1-1 1 0 0,-1 0-1 0 0,0 1 0 0 0,0-1 1 0 0,0 1-1 0 0,1-1 1 0 0,-1 1-1 0 0,0 0 0 0 0,0 0 1 0 0,-3 0-1 0 0,1 1 9 0 0,0-1 0 0 0,0 1 0 0 0,0 0 0 0 0,0 0 0 0 0,0 1 0 0 0,0-1 0 0 0,0 1-1 0 0,1 0 1 0 0,-1 0 0 0 0,1 0 0 0 0,-1 0 0 0 0,1 1 0 0 0,0 0 0 0 0,0-1 0 0 0,0 1 0 0 0,0 0 0 0 0,-4 5 0 0 0,2 1 63 0 0,0-1 0 0 0,1 0 0 0 0,0 1 0 0 0,0 0 0 0 0,1 0 0 0 0,0 0 0 0 0,0 1 0 0 0,1-1 0 0 0,1 1 0 0 0,-1-1-1 0 0,2 1 1 0 0,-1-1 0 0 0,1 1 0 0 0,1 0 0 0 0,-1-1 0 0 0,2 1 0 0 0,3 16 0 0 0,-3-20-36 0 0,1 1 0 0 0,-1 0 0 0 0,1-1 0 0 0,0 1-1 0 0,1-1 1 0 0,0 0 0 0 0,0 0 0 0 0,0 0-1 0 0,0-1 1 0 0,1 0 0 0 0,0 1 0 0 0,0-2 0 0 0,1 1-1 0 0,-1-1 1 0 0,1 1 0 0 0,0-1 0 0 0,0-1-1 0 0,1 1 1 0 0,-1-1 0 0 0,0-1 0 0 0,1 1 0 0 0,0-1-1 0 0,0 0 1 0 0,11 2 0 0 0,-5-3-32 0 0,0 1-1 0 0,1-2 1 0 0,-1 0 0 0 0,0-1-1 0 0,1 0 1 0 0,-1-1 0 0 0,0 0-1 0 0,0-1 1 0 0,18-7 0 0 0,-20 6-469 0 0,0 0 1 0 0,-1-1-1 0 0,0-1 1 0 0,0 0-1 0 0,0 0 1 0 0,15-14 0 0 0,-16 12-957 0 0,-4-1-968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8:17.4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69 20924 0 0,'0'-15'1489'0'0,"3"2"-921"0"0,-3 1-264 0 0,0 0 560 0 0,2 4-240 0 0,-1 0 809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8:17.9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29 14827 0 0,'1'-1'417'0'0,"0"-1"-1"0"0,0 1 1 0 0,1 0-1 0 0,-1 0 1 0 0,0 0 0 0 0,1-1-1 0 0,-1 1 1 0 0,1 0-1 0 0,-1 1 1 0 0,1-1-1 0 0,0 0 1 0 0,2 0 0 0 0,2-3 874 0 0,-8-5-986 0 0,2 9-286 0 0,0 0 0 0 0,0 0-1 0 0,0 0 1 0 0,0 0 0 0 0,0 1-1 0 0,0-1 1 0 0,1 0 0 0 0,-1 0-1 0 0,0 0 1 0 0,0 0 0 0 0,0 0-1 0 0,0 0 1 0 0,0 0 0 0 0,0 0 0 0 0,0 0-1 0 0,0 0 1 0 0,0 0 0 0 0,0 0-1 0 0,0 0 1 0 0,0 0 0 0 0,0 0-1 0 0,0 0 1 0 0,1 0 0 0 0,-1-1-1 0 0,0 1 1 0 0,0 0 0 0 0,0 0-1 0 0,0 0 1 0 0,0 0 0 0 0,0 0 0 0 0,0 0-1 0 0,0 0 1 0 0,0 0 0 0 0,0 0-1 0 0,0 0 1 0 0,0 0 0 0 0,0 0-1 0 0,0 0 1 0 0,0 0 0 0 0,0 0-1 0 0,0 0 1 0 0,0 0 0 0 0,0 0-1 0 0,0 0 1 0 0,0-1 0 0 0,1 1-1 0 0,-1 0 1 0 0,0 0 0 0 0,0 0 0 0 0,0 0-1 0 0,0 0 1 0 0,0 0 0 0 0,0 0-1 0 0,15 4 851 0 0,24 7 156 0 0,-27-7-1170 0 0,0-1 0 0 0,1 0-1 0 0,-1-1 1 0 0,23 1 0 0 0,-26-3-545 0 0,0 0 1 0 0,0-1-1 0 0,13-3 1 0 0,-4 1-1189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8:26.2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64 170 5257 0 0,'-2'-4'567'0'0,"1"0"1"0"0,0 0-1 0 0,1 0 0 0 0,-1 0 1 0 0,1 0-1 0 0,-1 1 0 0 0,1-7 2349 0 0,-8 3 1108 0 0,3 4-2369 0 0,-2 1-36 0 0,6 2-1529 0 0,-1 0 1 0 0,0 0-1 0 0,1 0 0 0 0,-1 0 1 0 0,1 0-1 0 0,-1 0 1 0 0,1 0-1 0 0,-1 1 0 0 0,1-1 1 0 0,-1 0-1 0 0,-2 2 1 0 0,0 0-68 0 0,3-1 21 0 0,0 1 1 0 0,-1-1-1 0 0,1 0 1 0 0,0 1 0 0 0,0-1-1 0 0,0 1 1 0 0,1-1-1 0 0,-1 1 1 0 0,0 0-1 0 0,1-1 1 0 0,-1 1 0 0 0,1 0-1 0 0,-1-1 1 0 0,1 1-1 0 0,0 0 1 0 0,0 0-1 0 0,0-1 1 0 0,0 1 0 0 0,0 0-1 0 0,0 0 1 0 0,1 3-1 0 0,-1 0 49 0 0,0 29 349 0 0,5 36 0 0 0,-3-57-388 0 0,0-1 0 0 0,1 1 0 0 0,0-1 0 0 0,1 0 0 0 0,1 0 0 0 0,6 14 0 0 0,-10-24-46 0 0,0 0 0 0 0,0 0 0 0 0,0 0 0 0 0,1 0 0 0 0,-1 0 0 0 0,0 0 0 0 0,1-1 0 0 0,-1 1 0 0 0,1 0 0 0 0,0-1 0 0 0,-1 1 1 0 0,1-1-1 0 0,0 0 0 0 0,0 0 0 0 0,0 0 0 0 0,0 0 0 0 0,0 0 0 0 0,0 0 0 0 0,0 0 0 0 0,4 0 0 0 0,-3-1 6 0 0,0 0-1 0 0,0 0 1 0 0,-1 0-1 0 0,1-1 1 0 0,0 1 0 0 0,0-1-1 0 0,0 1 1 0 0,0-1-1 0 0,-1 0 1 0 0,1 0 0 0 0,0-1-1 0 0,-1 1 1 0 0,5-4 0 0 0,4-2 15 0 0,-2-1 0 0 0,1-1 0 0 0,-1 0 0 0 0,0 0 1 0 0,-1-1-1 0 0,8-11 0 0 0,2-6-7 0 0,-2 0-1 0 0,-1-2 1 0 0,-1 0 0 0 0,-1 0-1 0 0,-1-1 1 0 0,-2-1-1 0 0,-2 0 1 0 0,9-54 0 0 0,-18 85 11 0 0,-4 7 15 0 0,-3 13 16 0 0,5-1-45 0 0,1 1 0 0 0,1-1-1 0 0,1 1 1 0 0,1-1 0 0 0,1 1 0 0 0,0-1 0 0 0,1 0-1 0 0,1 0 1 0 0,1 0 0 0 0,1 0 0 0 0,10 22-1 0 0,-14-38-8 0 0,0 1-1 0 0,0-1 1 0 0,0 0-1 0 0,0 0 1 0 0,0 0-1 0 0,1 0 0 0 0,-1 0 1 0 0,1 0-1 0 0,0 0 1 0 0,0-1-1 0 0,0 0 1 0 0,0 1-1 0 0,1-1 0 0 0,-1-1 1 0 0,0 1-1 0 0,1 0 1 0 0,-1-1-1 0 0,1 1 0 0 0,0-1 1 0 0,-1 0-1 0 0,5 0 1 0 0,-3 0 9 0 0,-1-1-1 0 0,1 0 1 0 0,0 0 0 0 0,0-1 0 0 0,-1 0-1 0 0,1 1 1 0 0,-1-1 0 0 0,1-1 0 0 0,-1 1 0 0 0,1-1-1 0 0,-1 0 1 0 0,0 0 0 0 0,0 0 0 0 0,0 0 0 0 0,0-1-1 0 0,7-5 1 0 0,-4 1 7 0 0,1 0 0 0 0,-1-1-1 0 0,0 0 1 0 0,-1 0 0 0 0,0-1 0 0 0,0 1 0 0 0,-1-2-1 0 0,0 1 1 0 0,-1 0 0 0 0,1-1 0 0 0,3-16-1 0 0,-3 9-13 0 0,-2 0-1 0 0,0 0 0 0 0,-1-1 0 0 0,0 1 1 0 0,-2-1-1 0 0,-1-20 0 0 0,1 36-89 0 0,0 0 0 0 0,-1 1 0 0 0,1-1 0 0 0,0 0 0 0 0,-1 1 0 0 0,1-1 0 0 0,-1 0 0 0 0,0 1 0 0 0,1-1 0 0 0,-1 1-1 0 0,-2-3 1 0 0,3 3 25 0 0,0 1 0 0 0,0 0 0 0 0,0 0 0 0 0,0 0 0 0 0,0 0 0 0 0,0 0 0 0 0,0 0 0 0 0,-1 0 0 0 0,1 0 0 0 0,0 0 0 0 0,0 0 0 0 0,0 0 0 0 0,0-1 0 0 0,0 1-1 0 0,0 0 1 0 0,0 0 0 0 0,-1 0 0 0 0,1 0 0 0 0,0 0 0 0 0,0 0 0 0 0,0 0 0 0 0,0 0 0 0 0,0 0 0 0 0,0 0 0 0 0,0 0 0 0 0,-1 0 0 0 0,1 0 0 0 0,0 0 0 0 0,0 0 0 0 0,0 0 0 0 0,0 0-1 0 0,0 0 1 0 0,0 0 0 0 0,0 1 0 0 0,-1-1 0 0 0,1 0 0 0 0,0 0 0 0 0,0 0 0 0 0,0 0 0 0 0,0 0 0 0 0,0 0 0 0 0,0 0 0 0 0,0 0 0 0 0,0 0 0 0 0,0 0 0 0 0,0 0 0 0 0,-1 1 0 0 0,-1 12-2934 0 0,2-4 483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8:26.6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11787 0 0,'0'0'8629'0'0,"3"10"-7756"0"0,2 12-354 0 0,0 1 1 0 0,-2 0-1 0 0,1 24 1 0 0,5 34-146 0 0,6-33-402 0 0,-8-28-1227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8:27.4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0 361 11378 0 0,'4'-16'6944'0'0,"-4"16"-6887"0"0,10 21 4405 0 0,-4-6-5457 0 0,15 35 1129 0 0,15 55 1 0 0,-22-58-74 0 0,35 76 0 0 0,-40-111 294 0 0,-6-22-173 0 0,-7-34-80 0 0,3 33-72 0 0,-1-15-10 0 0,1-1 0 0 0,1 0 0 0 0,8-52 0 0 0,-5 66-20 0 0,-1-1-1 0 0,2 1 1 0 0,0 0 0 0 0,0 0-1 0 0,2 0 1 0 0,-1 1-1 0 0,2-1 1 0 0,-1 1 0 0 0,14-17-1 0 0,-19 28 0 0 0,-1 0 0 0 0,1 0 0 0 0,0 0 0 0 0,0 0-1 0 0,0 0 1 0 0,-1 0 0 0 0,1 1 0 0 0,0-1 0 0 0,0 0-1 0 0,0 0 1 0 0,0 1 0 0 0,0-1 0 0 0,0 1 0 0 0,1-1-1 0 0,-1 1 1 0 0,0-1 0 0 0,0 1 0 0 0,0-1 0 0 0,2 1 0 0 0,-2 0 1 0 0,0 0 1 0 0,0 1 0 0 0,-1-1 0 0 0,1 0 0 0 0,0 1 0 0 0,-1-1-1 0 0,1 1 1 0 0,0-1 0 0 0,-1 1 0 0 0,1-1 0 0 0,-1 1 0 0 0,1-1-1 0 0,-1 1 1 0 0,1 0 0 0 0,-1-1 0 0 0,1 1 0 0 0,-1 0 0 0 0,1-1 0 0 0,-1 1-1 0 0,0 0 1 0 0,0-1 0 0 0,1 2 0 0 0,2 8 19 0 0,-1-1 1 0 0,-1 1-1 0 0,2 17 0 0 0,-2-17-7 0 0,0 3 4 0 0,1 10 2 0 0,0 1-1 0 0,2 0 1 0 0,1-1 0 0 0,10 32-1 0 0,-13-50-16 0 0,0-1 0 0 0,0 1 0 0 0,0 0-1 0 0,0 0 1 0 0,1-1 0 0 0,0 0-1 0 0,0 1 1 0 0,0-1 0 0 0,0 0 0 0 0,1-1-1 0 0,-1 1 1 0 0,1-1 0 0 0,0 1 0 0 0,0-1-1 0 0,1 0 1 0 0,-1 0 0 0 0,0-1-1 0 0,1 0 1 0 0,0 1 0 0 0,-1-1 0 0 0,1-1-1 0 0,0 1 1 0 0,0-1 0 0 0,0 0 0 0 0,0 0-1 0 0,9 0 1 0 0,-1-1-1 0 0,1-1 0 0 0,0-1 1 0 0,-1 0-1 0 0,1 0 0 0 0,-1-2 0 0 0,0 0 1 0 0,0 0-1 0 0,0-1 0 0 0,-1-1 0 0 0,1 0 0 0 0,11-8 1 0 0,7-6-30 0 0,-1-2 0 0 0,52-48 0 0 0,-67 56 22 0 0,0-2 1 0 0,-1 0-1 0 0,-1 0 1 0 0,19-31-1 0 0,-28 39 9 0 0,0 1 0 0 0,0-1-1 0 0,0 0 1 0 0,-1 0 0 0 0,0 0-1 0 0,-1 0 1 0 0,0-1 0 0 0,0 1 0 0 0,-1 0-1 0 0,0-1 1 0 0,0 0 0 0 0,-1 1 0 0 0,0-1-1 0 0,-2-11 1 0 0,2 18-1 0 0,0 0 0 0 0,-1 0 0 0 0,1 0 0 0 0,-1 0 0 0 0,0-1 0 0 0,0 1 0 0 0,0 0 0 0 0,0 0 0 0 0,0 1 0 0 0,0-1 1 0 0,0 0-1 0 0,-1 0 0 0 0,1 0 0 0 0,-1 1 0 0 0,1-1 0 0 0,-1 1 0 0 0,0-1 0 0 0,1 1 0 0 0,-1 0 0 0 0,-3-2 0 0 0,1 1 1 0 0,1 2 0 0 0,0-1 0 0 0,0 0 0 0 0,0 0 0 0 0,-1 1 0 0 0,1 0 0 0 0,0 0 0 0 0,0 0 1 0 0,-1 0-1 0 0,1 0 0 0 0,0 1 0 0 0,-6 1 0 0 0,0 0 5 0 0,-1 2-1 0 0,0-1 1 0 0,1 1 0 0 0,0 1 0 0 0,0 0 0 0 0,0 0-1 0 0,-15 13 1 0 0,15-10-1 0 0,1 0 0 0 0,-1 1 0 0 0,2 0 0 0 0,-1 1 0 0 0,2 0 0 0 0,-1 0 0 0 0,1 0 0 0 0,1 1 0 0 0,0 0 0 0 0,0 0 0 0 0,-5 19 0 0 0,8-21 7 0 0,0 0 0 0 0,0 0 0 0 0,1 0-1 0 0,1 0 1 0 0,-1 0 0 0 0,1 1 0 0 0,1-1-1 0 0,0 0 1 0 0,0 0 0 0 0,1 0 0 0 0,0 0-1 0 0,0 0 1 0 0,1-1 0 0 0,0 1 0 0 0,8 15-1 0 0,-8-20 4 0 0,0 0-1 0 0,0 0 1 0 0,0 0-1 0 0,0 0 0 0 0,0-1 1 0 0,1 1-1 0 0,0-1 1 0 0,-1 0-1 0 0,1 0 1 0 0,0 0-1 0 0,1 0 0 0 0,-1-1 1 0 0,0 0-1 0 0,1 0 1 0 0,0 0-1 0 0,-1 0 0 0 0,1-1 1 0 0,0 1-1 0 0,8 0 1 0 0,-9-2-3 0 0,0 0-1 0 0,1 0 1 0 0,-1 0 0 0 0,0 0 0 0 0,0-1 0 0 0,0 1-1 0 0,0-1 1 0 0,0 0 0 0 0,-1-1 0 0 0,1 1 0 0 0,0-1 0 0 0,0 1-1 0 0,-1-1 1 0 0,1 0 0 0 0,-1 0 0 0 0,1-1 0 0 0,-1 1 0 0 0,0-1-1 0 0,0 0 1 0 0,0 0 0 0 0,-1 0 0 0 0,1 0 0 0 0,4-6 0 0 0,2-8 8 0 0,0 0 0 0 0,-1 0 0 0 0,-1-1 0 0 0,-1 0 0 0 0,0 0 0 0 0,-1 0 1 0 0,-1-1-1 0 0,-1 1 0 0 0,0-1 0 0 0,-2 0 0 0 0,-1-33 0 0 0,-5-14-4 0 0,-3 0-1 0 0,-18-69 0 0 0,16 84-1 0 0,9 91 250 0 0,0-16-131 0 0,3 33 691 0 0,16 101 1 0 0,25 55 558 0 0,-33-170-1193 0 0,-6-23-130 0 0,18 65 182 0 0,-19-76-261 0 0,0-1 0 0 0,0 0 0 0 0,1 0-1 0 0,0 0 1 0 0,0 0 0 0 0,1-1 0 0 0,8 11-1 0 0,-11-16-91 0 0,0-1 0 0 0,-1 0 0 0 0,1 1 0 0 0,0-1 0 0 0,0 0 0 0 0,0 0 0 0 0,0 0 0 0 0,0 0 0 0 0,0 0 0 0 0,0 0 0 0 0,0 0 0 0 0,0-1 0 0 0,1 1 0 0 0,-1-1 0 0 0,0 0 0 0 0,0 1 0 0 0,0-1 0 0 0,1 0 0 0 0,-1 0 0 0 0,0-1 0 0 0,0 1 0 0 0,1 0 0 0 0,-1-1 0 0 0,0 1 0 0 0,0-1 0 0 0,0 0 0 0 0,0 0 0 0 0,0 0 0 0 0,3-1 0 0 0,10-8-2631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8:27.8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329 1 27374 0 0,'-37'8'2120'0'0,"1"2"-2056"0"0,6-2 96 0 0,0 2 208 0 0,0-1-48 0 0,3-1-295 0 0,4 2-1 0 0,1 0-8 0 0,2 0-8 0 0,5 0 0 0 0,0-2-185 0 0,0 1-207 0 0,5-3-104 0 0,2 1-296 0 0,-2 0-3865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6:43.2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285 280 9394 0 0,'5'-20'1197'0'0,"-1"0"1"0"0,-1-1-1 0 0,0-37 0 0 0,-3 43-725 0 0,-2-3-52 0 0,-10-17 200 0 0,6 20-190 0 0,1 3 9 0 0,4 9-305 0 0,-1-1 0 0 0,1 0 0 0 0,-1 0 1 0 0,0 1-1 0 0,0-1 0 0 0,0 1 0 0 0,-1 0 1 0 0,1 0-1 0 0,-1-1 0 0 0,1 1 0 0 0,-1 1 1 0 0,0-1-1 0 0,0 0 0 0 0,-1 1 0 0 0,1 0 1 0 0,0-1-1 0 0,-1 2 0 0 0,0-1 0 0 0,1 0 1 0 0,-1 0-1 0 0,0 1 0 0 0,0 0 0 0 0,0 0 1 0 0,0 0-1 0 0,0 0 0 0 0,0 1 0 0 0,0 0 1 0 0,-5 0-1 0 0,2 0-48 0 0,0 1 1 0 0,1 0 0 0 0,-1 1-1 0 0,0 0 1 0 0,1 0-1 0 0,-1 0 1 0 0,1 1-1 0 0,-1 0 1 0 0,1 0 0 0 0,0 0-1 0 0,0 1 1 0 0,1 0-1 0 0,-1 0 1 0 0,1 1-1 0 0,-9 8 1 0 0,6-2-24 0 0,0 0-1 0 0,0 0 1 0 0,1 0 0 0 0,1 1-1 0 0,0 0 1 0 0,0 0 0 0 0,1 0-1 0 0,1 1 1 0 0,0 0 0 0 0,1 0 0 0 0,0 0-1 0 0,1 0 1 0 0,0 0 0 0 0,1 1-1 0 0,1-1 1 0 0,0 1 0 0 0,1-1-1 0 0,0 0 1 0 0,1 1 0 0 0,6 22-1 0 0,-4-24-2 0 0,0 0-1 0 0,0 0 1 0 0,1-1-1 0 0,1 1 0 0 0,0-1 1 0 0,0 0-1 0 0,1-1 1 0 0,1 0-1 0 0,15 17 0 0 0,-15-20-4 0 0,-1 0-1 0 0,1 0 1 0 0,1-1-1 0 0,-1 0 1 0 0,1-1-1 0 0,0 0 1 0 0,0 0 0 0 0,1-1-1 0 0,-1-1 1 0 0,1 1-1 0 0,0-1 1 0 0,19 3-1 0 0,-18-5-3 0 0,0 0-1 0 0,0-1 1 0 0,1 0-1 0 0,-1-1 1 0 0,0 0-1 0 0,0-1 1 0 0,0 0-1 0 0,0-1 1 0 0,0 0-1 0 0,0 0 1 0 0,-1-1-1 0 0,0-1 1 0 0,1 0-1 0 0,-2 0 0 0 0,1-1 1 0 0,11-9-1 0 0,-10 7-20 0 0,-2-1-1 0 0,1 0 0 0 0,-1 0 0 0 0,-1-1 0 0 0,1 0 1 0 0,-2 0-1 0 0,1-1 0 0 0,-2 0 0 0 0,1 0 0 0 0,-2-1 1 0 0,1 0-1 0 0,-2 0 0 0 0,1 0 0 0 0,2-14 0 0 0,-6 19-23 0 0,0-1 0 0 0,0 1-1 0 0,0-1 1 0 0,-1 1-1 0 0,0-1 1 0 0,0 0-1 0 0,-1 1 1 0 0,0-1-1 0 0,-1 1 1 0 0,0-1-1 0 0,0 1 1 0 0,0 0-1 0 0,-1 0 1 0 0,-6-12-1 0 0,4 10-2 0 0,-1 0 0 0 0,0 1 0 0 0,0 0-1 0 0,-1 0 1 0 0,0 0 0 0 0,-1 1-1 0 0,0 0 1 0 0,0 1 0 0 0,0 0-1 0 0,-11-6 1 0 0,9 5-63 0 0,-1 2 0 0 0,0-1-1 0 0,0 1 1 0 0,-1 1 0 0 0,0 0 0 0 0,0 1 0 0 0,0 0 0 0 0,0 0-1 0 0,0 2 1 0 0,0-1 0 0 0,0 2 0 0 0,-1-1 0 0 0,1 2 0 0 0,0 0-1 0 0,-1 0 1 0 0,1 1 0 0 0,0 0 0 0 0,-20 8 0 0 0,27-8-86 0 0,0 0 0 0 0,0 1 1 0 0,1 0-1 0 0,-1 0 0 0 0,1 0 1 0 0,0 0-1 0 0,0 1 0 0 0,0-1 1 0 0,-4 6-1 0 0,6-7-70 0 0,1 0 0 0 0,0 0 1 0 0,-1 0-1 0 0,1 0 0 0 0,0 0 0 0 0,0 0 1 0 0,0 0-1 0 0,1 0 0 0 0,-1 1 0 0 0,0-1 1 0 0,1 0-1 0 0,0 0 0 0 0,-1 1 0 0 0,1-1 0 0 0,0 0 1 0 0,0 1-1 0 0,0-1 0 0 0,0 0 0 0 0,1 1 1 0 0,-1-1-1 0 0,1 0 0 0 0,-1 0 0 0 0,1 1 1 0 0,1 1-1 0 0,7 14-2441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6:43.6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130 31 14531 0 0,'-7'-1'520'0'0,"0"0"0"0"0,0 1 0 0 0,0-1 0 0 0,-1 2 0 0 0,1-1 0 0 0,0 1 0 0 0,0 0 0 0 0,0 1 0 0 0,-8 2 0 0 0,12-3-425 0 0,0 0 1 0 0,0 1 0 0 0,0 0 0 0 0,0-1 0 0 0,1 1 0 0 0,-1 0 0 0 0,0 0 0 0 0,1 1 0 0 0,0-1 0 0 0,-1 0 0 0 0,1 1 0 0 0,0 0 0 0 0,1-1 0 0 0,-1 1 0 0 0,0 0 0 0 0,1 0 0 0 0,-1 0 0 0 0,1 0 0 0 0,0 0 0 0 0,0 0 0 0 0,0 0 0 0 0,0 6 0 0 0,-1 4-10 0 0,1-1 1 0 0,1 1-1 0 0,0-1 0 0 0,1 1 1 0 0,0-1-1 0 0,1 1 0 0 0,0-1 1 0 0,1 0-1 0 0,1 1 0 0 0,0-1 0 0 0,0-1 1 0 0,1 1-1 0 0,1-1 0 0 0,11 18 1 0 0,-8-14-22 0 0,1-2 1 0 0,0 1 0 0 0,1-1 0 0 0,1-1-1 0 0,0 0 1 0 0,0-1 0 0 0,1 0 0 0 0,1-1-1 0 0,0 0 1 0 0,23 12 0 0 0,-33-20-41 0 0,1 0 0 0 0,-1 0 0 0 0,1 0 0 0 0,0 0 1 0 0,0-1-1 0 0,0 1 0 0 0,0-1 0 0 0,0-1 0 0 0,0 1 0 0 0,0-1 0 0 0,0 0 1 0 0,0 0-1 0 0,0 0 0 0 0,0 0 0 0 0,0-1 0 0 0,0 0 0 0 0,0 0 0 0 0,0-1 1 0 0,0 1-1 0 0,-1-1 0 0 0,1 0 0 0 0,-1 0 0 0 0,1-1 0 0 0,-1 1 0 0 0,1-1 1 0 0,-1 0-1 0 0,0 0 0 0 0,-1-1 0 0 0,1 1 0 0 0,0-1 0 0 0,-1 0 1 0 0,0 0-1 0 0,0 0 0 0 0,5-8 0 0 0,0-3 25 0 0,-1 0-1 0 0,-1 0 1 0 0,0-1-1 0 0,0 0 1 0 0,-2 0-1 0 0,0-1 1 0 0,-1 1-1 0 0,-1-1 1 0 0,1-20-1 0 0,-3 24-68 0 0,0-1 0 0 0,-1 1 0 0 0,0-1 0 0 0,-1 1 0 0 0,0 0-1 0 0,-1 0 1 0 0,-1 0 0 0 0,0 0 0 0 0,-1 0 0 0 0,0 1 0 0 0,-14-23-1 0 0,17 32-95 0 0,-1-1 0 0 0,1 1 0 0 0,-1 1-1 0 0,0-1 1 0 0,0 0 0 0 0,0 1 0 0 0,0-1-1 0 0,0 1 1 0 0,-1 0 0 0 0,-3-2 0 0 0,5 3-76 0 0,1 0 0 0 0,-1 1 0 0 0,1-1 1 0 0,-1 1-1 0 0,1-1 0 0 0,-1 1 1 0 0,0 0-1 0 0,1-1 0 0 0,-1 1 0 0 0,0 0 1 0 0,1 0-1 0 0,-1 0 0 0 0,0 0 0 0 0,1 1 1 0 0,-1-1-1 0 0,1 0 0 0 0,-1 1 1 0 0,0-1-1 0 0,1 1 0 0 0,-1-1 0 0 0,1 1 1 0 0,-1 0-1 0 0,1 0 0 0 0,0 0 0 0 0,-1 0 1 0 0,1 0-1 0 0,-2 1 0 0 0,-2 4-1530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6:43.9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26 10130 0 0,'6'-8'-145'0'0,"3"-9"8701"0"0,-16 28-6542 0 0,4-3-1792 0 0,-1 0 1 0 0,1 1-1 0 0,1-1 1 0 0,-1 1-1 0 0,1 0 0 0 0,1 0 1 0 0,0 0-1 0 0,0-1 1 0 0,1 19-1 0 0,2 0-50 0 0,1-1 0 0 0,7 28 1 0 0,-3-23-61 0 0,12 33 0 0 0,-16-55-429 0 0,0 0 1 0 0,1 0 0 0 0,1 0 0 0 0,0-1 0 0 0,0 0 0 0 0,0 0 0 0 0,13 14 0 0 0,-17-20-600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6:44.3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74 15027 0 0,'-1'-1'119'0'0,"0"1"-1"0"0,0-1 0 0 0,0 1 1 0 0,0-1-1 0 0,0 0 0 0 0,1 0 1 0 0,-1 1-1 0 0,0-1 0 0 0,0 0 1 0 0,1 0-1 0 0,-1 0 1 0 0,1 0-1 0 0,-1 0 0 0 0,1 0 1 0 0,-1 0-1 0 0,1 0 0 0 0,-1 0 1 0 0,1 0-1 0 0,0 0 0 0 0,0 0 1 0 0,0 0-1 0 0,-1 0 0 0 0,1 0 1 0 0,0 0-1 0 0,0 0 1 0 0,0 0-1 0 0,1-1 0 0 0,0 0 33 0 0,0 1-1 0 0,-1-1 1 0 0,1 1-1 0 0,1 0 1 0 0,-1 0-1 0 0,0-1 0 0 0,0 1 1 0 0,0 0-1 0 0,1 0 1 0 0,-1 0-1 0 0,0 0 1 0 0,1 0-1 0 0,-1 1 1 0 0,1-1-1 0 0,2 0 1 0 0,8-4 407 0 0,1 1 0 0 0,0 1 1 0 0,16-3-1 0 0,-27 6-531 0 0,65-7-121 0 0,1 2 1 0 0,132 9-1 0 0,-102 1-3609 0 0,-72-5 2148 0 0,-2-2-288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6:44.6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74 142 6209 0 0,'0'0'5463'0'0,"-9"-1"-261"0"0,8 1-5129 0 0,0 0 0 0 0,0-1 0 0 0,0 1 0 0 0,0 0-1 0 0,0 0 1 0 0,0 0 0 0 0,0-1 0 0 0,0 1 0 0 0,0 1 0 0 0,0-1-1 0 0,-1 0 1 0 0,1 0 0 0 0,0 0 0 0 0,0 0 0 0 0,0 1 0 0 0,0-1 0 0 0,0 0-1 0 0,0 1 1 0 0,0-1 0 0 0,0 1 0 0 0,0-1 0 0 0,-1 2 0 0 0,-1 1 136 0 0,1 0 1 0 0,0 0 0 0 0,0 0 0 0 0,0 0 0 0 0,1 0 0 0 0,-1 0-1 0 0,-1 5 1 0 0,-2 7 98 0 0,1-1-1 0 0,0 1 1 0 0,1 0-1 0 0,0-1 0 0 0,0 22 1 0 0,3 78 523 0 0,0-107-774 0 0,2 19 76 0 0,2-1 0 0 0,1 0 0 0 0,0 0 0 0 0,2 0 1 0 0,16 37-1 0 0,-19-54 267 0 0,-2-8-124 0 0,-1-17-1 0 0,-5-29-149 0 0,-15-84-40 0 0,14 85-70 0 0,2 24-27 0 0,2 1 1 0 0,0-1 0 0 0,1 0 0 0 0,1 0 0 0 0,1 0 0 0 0,1 0-1 0 0,1 0 1 0 0,1 1 0 0 0,8-23 0 0 0,-10 35 8 0 0,0 1 0 0 0,0-1 0 0 0,1 1 1 0 0,0-1-1 0 0,1 1 0 0 0,-1 1 0 0 0,1-1 1 0 0,1 0-1 0 0,-1 1 0 0 0,1 0 0 0 0,0 1 0 0 0,1-1 1 0 0,-1 1-1 0 0,1 0 0 0 0,0 1 0 0 0,0-1 1 0 0,0 2-1 0 0,1-1 0 0 0,0 1 0 0 0,-1 0 0 0 0,1 0 1 0 0,0 1-1 0 0,0 0 0 0 0,1 1 0 0 0,12-2 1 0 0,-13 3 9 0 0,0 0 1 0 0,0 0-1 0 0,0 1 1 0 0,0 0-1 0 0,1 0 1 0 0,-1 0-1 0 0,-1 1 1 0 0,1 1-1 0 0,0 0 1 0 0,0 0-1 0 0,-1 0 1 0 0,0 1-1 0 0,0 0 1 0 0,0 0-1 0 0,13 10 1 0 0,-16-10-7 0 0,0 1 0 0 0,1-1 1 0 0,-1 1-1 0 0,-1 0 1 0 0,1 0-1 0 0,-1 0 1 0 0,0 1-1 0 0,0-1 1 0 0,0 1-1 0 0,-1-1 1 0 0,0 1-1 0 0,0 0 1 0 0,-1 0-1 0 0,1 0 1 0 0,-1 0-1 0 0,-1 0 1 0 0,1 0-1 0 0,-1 1 1 0 0,0-1-1 0 0,0 0 1 0 0,-2 11-1 0 0,-1-6 5 0 0,0 1 0 0 0,-1-1-1 0 0,0 0 1 0 0,0 0 0 0 0,-1 0-1 0 0,-1 0 1 0 0,0-1 0 0 0,0 0-1 0 0,-1 0 1 0 0,0-1 0 0 0,-1 1 0 0 0,0-2-1 0 0,0 1 1 0 0,-13 9 0 0 0,6-6 4 0 0,-1 0 1 0 0,-1-2-1 0 0,0 0 0 0 0,0 0 1 0 0,-1-2-1 0 0,0 0 1 0 0,-37 11-1 0 0,48-18-76 0 0,0 1-1 0 0,0-1 1 0 0,0-1-1 0 0,-1 1 1 0 0,-9-1-1 0 0,16 0-81 0 0,-1 0-1 0 0,0 0 1 0 0,1 0-1 0 0,-1-1 1 0 0,0 1 0 0 0,1 0-1 0 0,-1-1 1 0 0,1 1-1 0 0,-1-1 1 0 0,1 1-1 0 0,-1-1 1 0 0,1 0 0 0 0,-1 1-1 0 0,1-1 1 0 0,-1 0-1 0 0,1 0 1 0 0,0 0 0 0 0,0 0-1 0 0,-1 0 1 0 0,1-1-1 0 0,0 1 1 0 0,0 0 0 0 0,0 0-1 0 0,0-1 1 0 0,1 1-1 0 0,-1-1 1 0 0,0 1-1 0 0,0-1 1 0 0,0-1 0 0 0,0-6-2911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6:45.0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 0 16187 0 0,'-27'95'7011'0'0,"21"-66"-5964"0"0,-4 43 1 0 0,9-56-993 0 0,0-1 0 0 0,1 1 0 0 0,0 0 1 0 0,2-1-1 0 0,0 1 0 0 0,0-1 0 0 0,2 0 0 0 0,0 1 0 0 0,0-1 0 0 0,13 26 0 0 0,-14-35-22 0 0,0 0-1 0 0,1 0 1 0 0,0-1 0 0 0,0 1 0 0 0,0-1-1 0 0,1 0 1 0 0,0 0 0 0 0,0 0 0 0 0,0-1-1 0 0,1 0 1 0 0,-1 0 0 0 0,1 0 0 0 0,0-1-1 0 0,0 1 1 0 0,0-1 0 0 0,1-1 0 0 0,-1 1-1 0 0,1-1 1 0 0,-1-1 0 0 0,1 1-1 0 0,0-1 1 0 0,0 0 0 0 0,0 0 0 0 0,-1-1-1 0 0,1 0 1 0 0,7-1 0 0 0,-2 0 5 0 0,0-1 0 0 0,0 0 0 0 0,-1-1-1 0 0,1-1 1 0 0,-1 1 0 0 0,0-2 0 0 0,0 0 0 0 0,0 0 0 0 0,-1-1 0 0 0,0 0 0 0 0,0-1 0 0 0,0 0-1 0 0,-1 0 1 0 0,12-12 0 0 0,-15 11-17 0 0,0 1-1 0 0,0-1 0 0 0,0 0 1 0 0,-1 0-1 0 0,-1 0 0 0 0,1-1 1 0 0,-1 0-1 0 0,0 0 1 0 0,-1 0-1 0 0,0 0 0 0 0,-1 0 1 0 0,0-1-1 0 0,0 1 1 0 0,-1-1-1 0 0,0 0 0 0 0,-1 1 1 0 0,0-1-1 0 0,0 0 1 0 0,-1 1-1 0 0,-4-17 0 0 0,2 13-13 0 0,0 0 0 0 0,-1-1 0 0 0,-1 1 0 0 0,0 0 0 0 0,-1 1-1 0 0,-7-13 1 0 0,8 18-85 0 0,1 1 0 0 0,-1-1 0 0 0,0 1 0 0 0,-1 0 0 0 0,1 0 0 0 0,-1 0 0 0 0,-1 1 0 0 0,1 0 0 0 0,-1 0 0 0 0,1 1 0 0 0,-12-6 0 0 0,17 10-43 0 0,-1-1 0 0 0,1 1 0 0 0,-1-1-1 0 0,0 1 1 0 0,1-1 0 0 0,-1 1 0 0 0,0 0 0 0 0,1 0 0 0 0,-1 0 0 0 0,0 0-1 0 0,1 0 1 0 0,-4 1 0 0 0,5-1-4 0 0,-1 0 1 0 0,0 0-1 0 0,1 1 0 0 0,-1-1 0 0 0,0 0 1 0 0,1 0-1 0 0,-1 1 0 0 0,1-1 0 0 0,-1 0 1 0 0,0 1-1 0 0,1-1 0 0 0,-1 1 0 0 0,1-1 1 0 0,-1 1-1 0 0,1-1 0 0 0,-1 1 0 0 0,1-1 0 0 0,0 1 1 0 0,-1-1-1 0 0,1 1 0 0 0,0-1 0 0 0,-1 1 1 0 0,1 0-1 0 0,0-1 0 0 0,-1 1 0 0 0,1 0 1 0 0,0-1-1 0 0,0 1 0 0 0,0 0 0 0 0,0 1 1 0 0,0 7-1553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6:45.4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304 44 15315 0 0,'3'30'8059'0'0,"10"28"-6888"0"0,0 5-1093 0 0,51 214 687 0 0,-55-239-1110 0 0,-9-37 125 0 0,2-13-5583 0 0</inkml:trace>
  <inkml:trace contextRef="#ctx0" brushRef="#br0" timeOffset="1">4 22 17532 0 0,'0'0'54'0'0,"0"0"0"0"0,-1 0 0 0 0,1 0-1 0 0,0 0 1 0 0,0 0 0 0 0,0 0 0 0 0,-1 0 0 0 0,1-1 0 0 0,0 1 0 0 0,0 0 0 0 0,0 0 0 0 0,0 0 0 0 0,-1 0 0 0 0,1-1 0 0 0,0 1 0 0 0,0 0 0 0 0,0 0 0 0 0,0 0 0 0 0,0-1-1 0 0,0 1 1 0 0,-1 0 0 0 0,1 0 0 0 0,0-1 0 0 0,0 1 0 0 0,0 0 0 0 0,0 0 0 0 0,0-1 0 0 0,0 1 0 0 0,0 0 0 0 0,0 0 0 0 0,0-1 0 0 0,0 1 0 0 0,0 0 0 0 0,0 0 0 0 0,0 0-1 0 0,1-1 1 0 0,-1 1 0 0 0,0 0 0 0 0,0 0 0 0 0,0-1 0 0 0,11-4 1776 0 0,19 0-106 0 0,329 2 2419 0 0,-350 3-4102 0 0,38 1-1415 0 0,55 10 0 0 0,-78-7-1642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6:46.9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1036 19 13531 0 0,'8'-12'1651'0'0,"-8"12"-1450"0"0,0-1 0 0 0,0 1 0 0 0,1 0 0 0 0,-1-1 0 0 0,0 1 0 0 0,0 0 0 0 0,1-1 0 0 0,-1 1 0 0 0,0 0 0 0 0,1-1 0 0 0,-1 1 0 0 0,1 0 0 0 0,-1-1 0 0 0,0 1 0 0 0,1 0 0 0 0,-1 0 0 0 0,1-1 0 0 0,-1 1 0 0 0,0 0 0 0 0,1 0 0 0 0,-1 0-1 0 0,1 0 1 0 0,-1 0 0 0 0,1 0 0 0 0,-1 0 0 0 0,1 0 0 0 0,0 3 206 0 0,0 4-192 0 0,0-1-1 0 0,-1 1 1 0 0,1 0 0 0 0,-2-1-1 0 0,1 1 1 0 0,-1 0-1 0 0,0-1 1 0 0,-3 12 0 0 0,-3 23 539 0 0,6 230 1486 0 0,4-128-1550 0 0,1-15-44 0 0,-1 51 48 0 0,-4-160-627 0 0,0-11-33 0 0,0 1 1 0 0,1 0-1 0 0,0 0 1 0 0,0 0-1 0 0,1-1 1 0 0,3 13-1 0 0,-4-20-21 0 0,0 0 0 0 0,0 0 0 0 0,0 0-1 0 0,0 0 1 0 0,-1 0 0 0 0,1 0-1 0 0,0 0 1 0 0,0-1 0 0 0,-1 1-1 0 0,1 0 1 0 0,0 0 0 0 0,-1 0 0 0 0,1 0-1 0 0,-1 0 1 0 0,1-1 0 0 0,-1 1-1 0 0,1 0 1 0 0,-1-1 0 0 0,0 1 0 0 0,1 0-1 0 0,-1-1 1 0 0,0 1 0 0 0,0 0-1 0 0,1-1 1 0 0,-3 1 0 0 0,-25 14-17 0 0,-45 4 12 0 0,-1-2-1 0 0,-124 10 0 0 0,166-23-5 0 0,-136 10 17 0 0,99-9-14 0 0,29 2-1 0 0,30-5-4 0 0,-1 0 1 0 0,1 0 0 0 0,-17 0 0 0 0,26-2-9 0 0,1-1-51 0 0,0 1 51 0 0,0-1 0 0 0,-1 1 1 0 0,1 0-1 0 0,0-1 0 0 0,0 1 0 0 0,0-1 0 0 0,0 1 0 0 0,-1-1 0 0 0,1 1 0 0 0,0 0 0 0 0,0-1 1 0 0,-1 1-1 0 0,1 0 0 0 0,0-1 0 0 0,0 1 0 0 0,-1 0 0 0 0,1-1 0 0 0,0 1 0 0 0,-1 0 0 0 0,1-1 1 0 0,-1 1-1 0 0,0 0 5 0 0,1-1 1 0 0,-1 1-1 0 0,1 0 1 0 0,-1-1-1 0 0,1 1 1 0 0,-1-1-1 0 0,1 1 1 0 0,0 0-1 0 0,-1-1 1 0 0,1 1-1 0 0,0-1 0 0 0,-1 1 1 0 0,1-1-1 0 0,0 1 1 0 0,-1-1-1 0 0,1 0 1 0 0,0 1-1 0 0,0-1 1 0 0,0 1-1 0 0,0-1 1 0 0,0 0-1 0 0,-1 1 1 0 0,1-1-1 0 0,0 1 1 0 0,0-1-1 0 0,0 0 1 0 0,1 0-1 0 0,2-16-85 0 0,1-1 0 0 0,1 1 0 0 0,1 0 0 0 0,0 0 0 0 0,1 1 0 0 0,1 0 0 0 0,17-27 0 0 0,-17 29 57 0 0,-8 14 33 0 0,1 0 0 0 0,-1-1 1 0 0,0 1-1 0 0,1 0 0 0 0,-1 0 0 0 0,0-1 0 0 0,0 1 0 0 0,0 0 0 0 0,1-1 0 0 0,-1 1 1 0 0,0 0-1 0 0,0-1 0 0 0,0 1 0 0 0,0-1 0 0 0,0 1 0 0 0,1 0 0 0 0,-1-1 0 0 0,0 1 1 0 0,0 0-1 0 0,0-1 0 0 0,0 1 0 0 0,0-1 0 0 0,0 1 0 0 0,0 0 0 0 0,0-1 0 0 0,-1 1 1 0 0,1 0-1 0 0,0-1 0 0 0,0 1 0 0 0,0-1 0 0 0,0 1 0 0 0,0 0 0 0 0,-1-1 0 0 0,1 1 1 0 0,0 0-1 0 0,0-1 0 0 0,-1 1 0 0 0,1 0 0 0 0,0 0 0 0 0,-1-1 0 0 0,-14 0 66 0 0,12 1-88 0 0,0 1 24 0 0,1 0 0 0 0,-1 0 0 0 0,1 0 1 0 0,-1 0-1 0 0,1 1 0 0 0,-1-1 0 0 0,1 0 0 0 0,0 1 0 0 0,0 0 1 0 0,0 0-1 0 0,0 0 0 0 0,0 0 0 0 0,0 0 0 0 0,0 0 0 0 0,-1 3 0 0 0,-5 4 18 0 0,-16 13 65 0 0,0-1 1 0 0,-46 30-1 0 0,-60 27 76 0 0,125-76-154 0 0,0 1 5 0 0,0-1 1 0 0,0 1 0 0 0,0 1 0 0 0,1-1 0 0 0,-1 1-1 0 0,1-1 1 0 0,-6 7 0 0 0,10-9 53 0 0,0 0-57 0 0,1 1 0 0 0,-1 0 0 0 0,1-1 0 0 0,-1 1 0 0 0,1-1 0 0 0,0 0 0 0 0,0 1 0 0 0,0-1 0 0 0,0 1 0 0 0,0-1 0 0 0,0 0 0 0 0,0 0 0 0 0,0 0-1 0 0,1 0 1 0 0,-1 0 0 0 0,0 0 0 0 0,1 0 0 0 0,-1 0 0 0 0,1 0 0 0 0,-1 0 0 0 0,2 0 0 0 0,41 16 269 0 0,-34-13-195 0 0,12 4 50 0 0,1-2 0 0 0,0 0 1 0 0,0-1-1 0 0,0-2 1 0 0,0 0-1 0 0,0-1 1 0 0,31-2-1 0 0,-19-3-406 0 0,-2-1 0 0 0,1-1 0 0 0,0-2 0 0 0,44-15-1 0 0,-58 13-3718 0 0,-15 8 850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8:33.5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73 7426 0 0,'-1'0'6478'0'0,"1"0"-6136"0"0,-1-1 130 0 0,0 1-105 0 0,0-1 179 0 0,-1-8 1067 0 0,1 7-1545 0 0,1 1 0 0 0,0-1 1 0 0,0 1-1 0 0,0-1 0 0 0,0 1 0 0 0,0-1 1 0 0,0 1-1 0 0,0-1 0 0 0,0 1 0 0 0,0-1 1 0 0,1-1-1 0 0,1 1 82 0 0,-1 0 0 0 0,0 0 0 0 0,0 1 0 0 0,1-1 0 0 0,-1 0 0 0 0,1 1 0 0 0,0 0 0 0 0,-1-1 0 0 0,1 1 1 0 0,3-2-1 0 0,0 0-32 0 0,1 0 1 0 0,-1 0 0 0 0,1 0-1 0 0,-1 1 1 0 0,1 0 0 0 0,0 0-1 0 0,-1 0 1 0 0,1 1 0 0 0,7-1-1 0 0,-12 2-68 0 0,5 1-132 0 0,44 2-1730 0 0,-38-2 456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8:35.0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3 356 9538 0 0,'0'0'4257'0'0,"-1"2"-3936"0"0,0 1-233 0 0,1-1 0 0 0,-1 1 0 0 0,1 0 0 0 0,0 0-1 0 0,0 0 1 0 0,0 0 0 0 0,0 0 0 0 0,1-1-1 0 0,-1 1 1 0 0,1 0 0 0 0,1 4 0 0 0,14 36 630 0 0,-8-21-463 0 0,10 23 204 0 0,-12-33-235 0 0,0 1 0 0 0,-2 0 0 0 0,1 0 0 0 0,-1 0-1 0 0,-1 1 1 0 0,2 24 0 0 0,-5-113 514 0 0,1-83 22 0 0,-1 146-659 0 0,1 0-1 0 0,0-1 1 0 0,6-21 0 0 0,-7 33-55 0 0,3 2-63 0 0,0-1 13 0 0,-1 1 1 0 0,1 0-1 0 0,-1 0 1 0 0,1 0-1 0 0,-1 1 1 0 0,1-1-1 0 0,-1 1 0 0 0,0-1 1 0 0,0 1-1 0 0,0 0 1 0 0,0-1-1 0 0,0 1 1 0 0,0 0-1 0 0,-1 0 0 0 0,1 1 1 0 0,1 2-1 0 0,28 47 25 0 0,-21-33-10 0 0,6 7 19 0 0,-2 1 0 0 0,-1 0 0 0 0,-1 1 1 0 0,-1 1-1 0 0,10 45 0 0 0,-17-58 67 0 0,-3-19 205 0 0,-2-27 323 0 0,1 14-650 0 0,3-110 171 0 0,-1 104-164 0 0,1-1 0 0 0,1 1-1 0 0,10-33 1 0 0,-14 54 15 0 0,0 0 0 0 0,0 1-1 0 0,0-1 1 0 0,0 1-1 0 0,0-1 1 0 0,0 0 0 0 0,1 1-1 0 0,-1-1 1 0 0,0 1 0 0 0,0-1-1 0 0,1 1 1 0 0,-1-1 0 0 0,1 1-1 0 0,-1-1 1 0 0,0 1 0 0 0,1-1-1 0 0,-1 1 1 0 0,1 0-1 0 0,-1-1 1 0 0,1 1 0 0 0,-1-1-1 0 0,1 1 1 0 0,-1 0 0 0 0,1 0-1 0 0,-1-1 1 0 0,1 1 0 0 0,-1 0-1 0 0,1 0 1 0 0,0 0 0 0 0,-1 0-1 0 0,1-1 1 0 0,0 1 0 0 0,1 1-12 0 0,-1-1 0 0 0,0 1 0 0 0,1 0 0 0 0,-1-1 0 0 0,0 1 0 0 0,0 0 0 0 0,1 0 0 0 0,-1 0 0 0 0,0 0 0 0 0,0 0 0 0 0,0 0 0 0 0,0 0 0 0 0,1 1 0 0 0,4 6-59 0 0,-1 0 1 0 0,0 0-1 0 0,4 10 0 0 0,4 6 93 0 0,-2 1-1 0 0,-1 0 1 0 0,-2 1-1 0 0,0 0 1 0 0,-1 0-1 0 0,3 30 1 0 0,-7-44 63 0 0,0-19 163 0 0,1-19-71 0 0,-2-11-157 0 0,2 1-1 0 0,1 0 0 0 0,13-45 1 0 0,-13 63-63 0 0,1 1 1 0 0,14-27 0 0 0,-20 43-25 0 0,2 1-2 0 0,0 0 66 0 0,-1 1 1 0 0,1-1-1 0 0,0 1 1 0 0,-1-1-1 0 0,1 1 0 0 0,-1 0 1 0 0,1-1-1 0 0,-1 1 1 0 0,1 0-1 0 0,-1 0 1 0 0,1 0-1 0 0,-1 0 0 0 0,0 1 1 0 0,0-1-1 0 0,1 0 1 0 0,-1 0-1 0 0,0 1 1 0 0,0-1-1 0 0,0 1 0 0 0,0-1 1 0 0,-1 1-1 0 0,1-1 1 0 0,1 4-1 0 0,2 6-47 0 0,0 0-1 0 0,4 19 0 0 0,-3-9 26 0 0,6 13 38 0 0,-3-5 32 0 0,19 43 0 0 0,-24-65-35 0 0,1 0 0 0 0,0 0 0 0 0,0 0 0 0 0,0 0 0 0 0,1-1 0 0 0,0 0 0 0 0,1 0 0 0 0,-1 0 0 0 0,1-1 0 0 0,12 9 0 0 0,-17-13 6 0 0,1 0-1 0 0,-1 0 1 0 0,1 0-1 0 0,-1 0 1 0 0,1 0-1 0 0,0-1 1 0 0,-1 1-1 0 0,1-1 1 0 0,0 1-1 0 0,-1-1 1 0 0,1 0-1 0 0,0 0 1 0 0,-1 0-1 0 0,1 0 1 0 0,0 0-1 0 0,0 0 1 0 0,-1 0-1 0 0,1 0 1 0 0,0-1-1 0 0,-1 1 1 0 0,3-1-1 0 0,-1-1 6 0 0,-1 1 0 0 0,1-1-1 0 0,-1 1 1 0 0,1-1 0 0 0,-1 0-1 0 0,0 0 1 0 0,0 0-1 0 0,0 0 1 0 0,0-1 0 0 0,0 1-1 0 0,2-5 1 0 0,1-3 24 0 0,1 0 1 0 0,-2-1-1 0 0,0 1 1 0 0,0-1-1 0 0,3-16 1 0 0,-3 2 74 0 0,-1 0 0 0 0,-1 0 0 0 0,-3-48 0 0 0,0 12 263 0 0,1 60-375 0 0,-2 27-218 0 0,2 0 198 0 0,1 0 0 0 0,1 0 0 0 0,11 48 0 0 0,-11-67 23 0 0,0 1 0 0 0,0-1 0 0 0,1 1 1 0 0,0-1-1 0 0,0 0 0 0 0,1 0 0 0 0,-1-1 0 0 0,1 1 1 0 0,1-1-1 0 0,0 1 0 0 0,0-1 0 0 0,0-1 1 0 0,0 1-1 0 0,1-1 0 0 0,0 0 0 0 0,0 0 1 0 0,11 6-1 0 0,-15-10 3 0 0,0 0 0 0 0,0 0 0 0 0,0 0 0 0 0,0 0 0 0 0,1-1 0 0 0,-1 1 0 0 0,0-1 0 0 0,1 1 0 0 0,-1-1 0 0 0,0 0 0 0 0,1 0 1 0 0,-1 0-1 0 0,0 0 0 0 0,1 0 0 0 0,-1 0 0 0 0,1-1 0 0 0,-1 1 0 0 0,0-1 0 0 0,4-1 0 0 0,-3 0 5 0 0,0 0 0 0 0,1 0 1 0 0,-2-1-1 0 0,1 1 0 0 0,0 0 0 0 0,0-1 0 0 0,-1 0 0 0 0,1 0 1 0 0,-1 0-1 0 0,0 0 0 0 0,3-4 0 0 0,1-6 23 0 0,0-1 1 0 0,0 0-1 0 0,-1 1 0 0 0,-1-2 0 0 0,3-16 1 0 0,-3 10-6 0 0,-1-1 1 0 0,0 1-1 0 0,-2-1 0 0 0,0 0 1 0 0,-5-41-1 0 0,-2 47-30 0 0,6 15-46 0 0,1 21-97 0 0,2-1 89 0 0,0 0 0 0 0,12 35 0 0 0,-13-46 39 0 0,1 3 16 0 0,1 0 0 0 0,0-1 0 0 0,0 1 0 0 0,1-1 0 0 0,0 0 0 0 0,1-1 0 0 0,0 1 0 0 0,13 15 0 0 0,-14-21 4 0 0,-1 1 0 0 0,1-1 0 0 0,0 0 0 0 0,1 0 1 0 0,-1 0-1 0 0,1-1 0 0 0,-1 0 0 0 0,1 0 0 0 0,0 0 1 0 0,0-1-1 0 0,1 0 0 0 0,-1 0 0 0 0,0 0 0 0 0,1-1 1 0 0,-1 0-1 0 0,9 0 0 0 0,-7-1 7 0 0,0 0-1 0 0,0 0 1 0 0,0-1 0 0 0,0-1 0 0 0,-1 1-1 0 0,1-1 1 0 0,0 0 0 0 0,-1-1 0 0 0,0 0-1 0 0,1 0 1 0 0,-1 0 0 0 0,0-1-1 0 0,-1 0 1 0 0,1-1 0 0 0,-1 1 0 0 0,0-1-1 0 0,11-11 1 0 0,-8 6 6 0 0,-1 0 1 0 0,0-1-1 0 0,-1 0 0 0 0,0 0 0 0 0,-1 0 1 0 0,0-1-1 0 0,0 0 0 0 0,-2 0 1 0 0,1 0-1 0 0,2-14 0 0 0,0-9 30 0 0,-1 0 1 0 0,3-63-1 0 0,-9 78-35 0 0,0 0 1 0 0,-1 0-1 0 0,-2 1 1 0 0,0-1-1 0 0,-1 1 0 0 0,-10-30 1 0 0,14 47-20 0 0,-1 0-1 0 0,1 0 1 0 0,-1 1 0 0 0,0-1 0 0 0,1 0-1 0 0,-1 1 1 0 0,0-1 0 0 0,0 1-1 0 0,-1-1 1 0 0,1 1 0 0 0,0 0 0 0 0,0-1-1 0 0,-1 1 1 0 0,1 0 0 0 0,0 0 0 0 0,-1 0-1 0 0,1 0 1 0 0,-1 0 0 0 0,0 0 0 0 0,-3-1-1 0 0,4 2-6 0 0,0 0 0 0 0,-1 0 0 0 0,1 0 1 0 0,-1 0-1 0 0,1 1 0 0 0,-1-1 0 0 0,1 0 0 0 0,0 1 0 0 0,-1-1 0 0 0,1 1 0 0 0,0 0 0 0 0,0-1 0 0 0,-1 1 0 0 0,1 0 0 0 0,0 0 0 0 0,0 0 0 0 0,0-1 0 0 0,0 1 0 0 0,0 1 0 0 0,0-1 0 0 0,0 0 0 0 0,0 0 0 0 0,0 0 0 0 0,1 0 0 0 0,-1 1 0 0 0,-1 1 0 0 0,-3 8 1 0 0,0 1-1 0 0,0 0 0 0 0,1-1 1 0 0,0 1-1 0 0,1 0 1 0 0,1 1-1 0 0,0-1 0 0 0,1 1 1 0 0,0 22-1 0 0,2 11 61 0 0,11 59 0 0 0,-9-86-43 0 0,3 30-73 0 0,2 0-1 0 0,18 55 1 0 0,-15-80-792 0 0,-10-23 713 0 0,-1-1 0 0 0,1 1 0 0 0,0 0 0 0 0,-1-1 0 0 0,1 1 0 0 0,0-1-1 0 0,0 1 1 0 0,0-1 0 0 0,0 1 0 0 0,-1-1 0 0 0,1 1 0 0 0,0-1 0 0 0,0 0 0 0 0,0 1 0 0 0,0-1 0 0 0,0 0 0 0 0,0 0 0 0 0,0 0 0 0 0,0 0-1 0 0,0 0 1 0 0,0 0 0 0 0,0 0 0 0 0,0 0 0 0 0,0 0 0 0 0,1-1 0 0 0,6-1-1481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8:35.5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 14307 0 0,'-3'88'6439'0'0,"1"79"-5358"0"0,4-105-881 0 0,-1-29-75 0 0,1-1 1 0 0,9 51-1 0 0,-11-83-106 0 0,0 1-1 0 0,0 0 0 0 0,0-1 0 0 0,1 1 0 0 0,-1 0 0 0 0,0 0 0 0 0,0-1 0 0 0,0 1 0 0 0,0-1 0 0 0,1 1 0 0 0,-1 0 1 0 0,0-1-1 0 0,1 1 0 0 0,-1 0 0 0 0,0-1 0 0 0,1 1 0 0 0,-1-1 0 0 0,1 1 0 0 0,-1-1 0 0 0,1 1 0 0 0,-1-1 0 0 0,1 1 0 0 0,-1-1 1 0 0,1 0-1 0 0,0 1 0 0 0,0-1-7 0 0,0-1 1 0 0,-1 1 0 0 0,1 0-1 0 0,0-1 1 0 0,-1 1 0 0 0,1-1-1 0 0,-1 1 1 0 0,1-1 0 0 0,0 1-1 0 0,-1-1 1 0 0,1 0-1 0 0,-1 1 1 0 0,0-1 0 0 0,1 0-1 0 0,-1 1 1 0 0,0-1 0 0 0,1 0-1 0 0,-1 0 1 0 0,17-48 90 0 0,-15 41-69 0 0,11-39 30 0 0,-10 31-65 0 0,1 0 1 0 0,1 1 0 0 0,1-1 0 0 0,9-19-1 0 0,-14 34 1 0 0,0-1 0 0 0,0 1 0 0 0,-1-1 0 0 0,1 1 0 0 0,0 0 0 0 0,0 0 0 0 0,1-1 0 0 0,-1 1 1 0 0,0 0-1 0 0,0 0 0 0 0,0 0 0 0 0,1 0 0 0 0,-1 0 0 0 0,1 0 0 0 0,-1 1 0 0 0,0-1 0 0 0,1 0 0 0 0,0 1 0 0 0,-1-1 0 0 0,1 1 0 0 0,-1-1 0 0 0,4 1 0 0 0,-3 0 6 0 0,-1 0-1 0 0,1 1 1 0 0,0-1 0 0 0,0 1 0 0 0,-1-1 0 0 0,1 1 0 0 0,0 0-1 0 0,-1 0 1 0 0,1 0 0 0 0,0 0 0 0 0,-1 0 0 0 0,0 0-1 0 0,1 0 1 0 0,-1 0 0 0 0,0 1 0 0 0,1-1 0 0 0,-1 0 0 0 0,0 1-1 0 0,0-1 1 0 0,1 3 0 0 0,13 20 97 0 0,-2 2 1 0 0,15 37-1 0 0,-16-34-256 0 0,28 50 0 0 0,-39-78-7 0 0,0 1 0 0 0,1 0 0 0 0,-1-1 0 0 0,1 1-1 0 0,-1-1 1 0 0,1 1 0 0 0,-1-1 0 0 0,1 1 0 0 0,0-1 0 0 0,0 0 0 0 0,0 0 0 0 0,-1 0 0 0 0,1 0 0 0 0,0 0 0 0 0,4 0 0 0 0,4 0-1686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8:35.8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48 15483 0 0,'-4'-9'953'0'0,"3"3"-145"0"0,-1-1-8 0 0,-1 0-192 0 0,-1 1-184 0 0,3 1 40 0 0,-1 1-280 0 0,-1 1-72 0 0,13 5-928 0 0,-4 3 272 0 0,4 0-240 0 0,2 5-1721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8:36.1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0 259 7298 0 0,'14'51'3573'0'0,"-2"-6"-631"0"0,1-2 1 0 0,28 62-1 0 0,-29-89-1794 0 0,-12-16-1110 0 0,0 0 1 0 0,0 0 0 0 0,0 0 0 0 0,1 0-1 0 0,-1 0 1 0 0,0 0 0 0 0,0 0 0 0 0,0 0 0 0 0,1 0-1 0 0,-1 0 1 0 0,0 0 0 0 0,0 0 0 0 0,0 0 0 0 0,1 0-1 0 0,-1 0 1 0 0,0 0 0 0 0,0 0 0 0 0,0-1-1 0 0,1 1 1 0 0,-1 0 0 0 0,0 0 0 0 0,0 0 0 0 0,0 0-1 0 0,0 0 1 0 0,0-1 0 0 0,1 1 0 0 0,-1 0 0 0 0,0 0-1 0 0,0 0 1 0 0,0 0 0 0 0,0-1 0 0 0,0 1 0 0 0,0 0-1 0 0,0 0 1 0 0,0 0 0 0 0,0-1 0 0 0,0 1-1 0 0,0 0 1 0 0,0 0 0 0 0,0-1 0 0 0,0 1 0 0 0,1-5 156 0 0,-1 0 1 0 0,0 1-1 0 0,0-1 1 0 0,0 0-1 0 0,-1-8 1 0 0,-25-95 508 0 0,-3-22-303 0 0,27 114-374 0 0,0-1-1 0 0,1 0 1 0 0,1 0-1 0 0,0 0 1 0 0,5-28-1 0 0,-3 38-31 0 0,-1 1 1 0 0,1 0-1 0 0,0 0 1 0 0,1 0-1 0 0,0 0 1 0 0,-1 0-1 0 0,2 0 0 0 0,-1 1 1 0 0,1-1-1 0 0,0 1 1 0 0,0 0-1 0 0,0 0 1 0 0,1 1-1 0 0,6-6 0 0 0,-8 7-1 0 0,0 1-1 0 0,0 0 1 0 0,1 0-1 0 0,-1 0 0 0 0,1 0 1 0 0,-1 1-1 0 0,1-1 1 0 0,0 1-1 0 0,0 0 0 0 0,-1 0 1 0 0,1 1-1 0 0,0-1 1 0 0,0 1-1 0 0,0-1 1 0 0,0 1-1 0 0,0 1 0 0 0,0-1 1 0 0,0 0-1 0 0,0 1 1 0 0,0 0-1 0 0,-1 0 0 0 0,1 0 1 0 0,0 0-1 0 0,6 4 1 0 0,-6-3 6 0 0,0 1 0 0 0,-1 0 0 0 0,0 0 1 0 0,1 0-1 0 0,-1 0 0 0 0,0 0 1 0 0,0 1-1 0 0,-1-1 0 0 0,1 1 0 0 0,-1 0 1 0 0,0 0-1 0 0,0 0 0 0 0,0 0 0 0 0,0 0 1 0 0,-1 0-1 0 0,1 1 0 0 0,-1-1 0 0 0,0 0 1 0 0,-1 1-1 0 0,1 5 0 0 0,0-1 8 0 0,0 0 0 0 0,-1 0 0 0 0,0 0 0 0 0,-1 0 0 0 0,0 0 0 0 0,0-1 0 0 0,-1 1 0 0 0,0 0 0 0 0,-4 11 0 0 0,1-12-124 0 0,1-1-1 0 0,-1 1 1 0 0,0-1 0 0 0,-1 0-1 0 0,1 0 1 0 0,-1 0 0 0 0,-1-1-1 0 0,1 0 1 0 0,-1 0 0 0 0,0 0-1 0 0,-1-1 1 0 0,1 0 0 0 0,-1-1-1 0 0,0 0 1 0 0,0 0 0 0 0,0-1-1 0 0,-1 0 1 0 0,1 0 0 0 0,-1-1-1 0 0,0 0 1 0 0,0 0 0 0 0,0-1-1 0 0,1 0 1 0 0,-1-1 0 0 0,-13 0-1 0 0,22 0 48 0 0,0 0 0 0 0,-1 0 0 0 0,1 0 0 0 0,-1-1-1 0 0,1 1 1 0 0,-1 0 0 0 0,1 0 0 0 0,-1 0 0 0 0,1 0-1 0 0,0 0 1 0 0,-1-1 0 0 0,1 1 0 0 0,-1 0 0 0 0,1 0-1 0 0,0-1 1 0 0,-1 1 0 0 0,1 0 0 0 0,0 0 0 0 0,-1-1-1 0 0,1 1 1 0 0,0 0 0 0 0,-1-1 0 0 0,1 1 0 0 0,0-1-1 0 0,0 1 1 0 0,0 0 0 0 0,-1-1 0 0 0,1 1 0 0 0,0-1-1 0 0,0 1 1 0 0,0-1 0 0 0,0 1 0 0 0,0 0 0 0 0,0-1-1 0 0,0 1 1 0 0,0-1 0 0 0,0 1 0 0 0,0-1 0 0 0,0 1-1 0 0,0-1 1 0 0,0 1 0 0 0,0-1 0 0 0,0 1 0 0 0,1-1-1 0 0,9-20-3078 0 0,-1 10 978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8:36.6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44 451 11018 0 0,'15'-13'1482'0'0,"-1"0"0"0"0,-1-1 1 0 0,0-1-1 0 0,18-26 0 0 0,-24 30-1157 0 0,-1 0-1 0 0,-1-1 1 0 0,1 1 0 0 0,-2-1 0 0 0,0 0 0 0 0,0 0 0 0 0,-1-1 0 0 0,1-14 0 0 0,0 4-100 0 0,-2 0 1 0 0,-1 0-1 0 0,-1-1 1 0 0,-1 1 0 0 0,-6-37-1 0 0,6 56-217 0 0,0 0-1 0 0,0 1 0 0 0,-1-1 0 0 0,0 0 1 0 0,1 1-1 0 0,-1-1 0 0 0,0 1 1 0 0,-1-1-1 0 0,1 1 0 0 0,-1 0 1 0 0,-3-4-1 0 0,5 6-10 0 0,0 0 1 0 0,-1 0-1 0 0,1 0 0 0 0,0 0 1 0 0,0 0-1 0 0,0 0 0 0 0,-1 1 1 0 0,1-1-1 0 0,0 0 0 0 0,-1 1 1 0 0,1-1-1 0 0,0 1 0 0 0,-1 0 1 0 0,1-1-1 0 0,-1 1 0 0 0,1 0 1 0 0,-1 0-1 0 0,1 0 0 0 0,-1 0 1 0 0,1 0-1 0 0,0 0 0 0 0,-1 1 1 0 0,1-1-1 0 0,-1 0 0 0 0,1 1 1 0 0,-1-1-1 0 0,1 1 0 0 0,0-1 1 0 0,-1 1-1 0 0,1 0 0 0 0,0-1 1 0 0,0 1-1 0 0,0 0 1 0 0,-2 1-1 0 0,-6 7 19 0 0,0 0 1 0 0,1 0-1 0 0,0 0 1 0 0,1 1 0 0 0,0 1-1 0 0,0-1 1 0 0,1 1-1 0 0,1 0 1 0 0,0 0-1 0 0,0 1 1 0 0,1 0-1 0 0,1-1 1 0 0,0 1-1 0 0,-3 22 1 0 0,3-9 40 0 0,1 0 0 0 0,2 0 0 0 0,0 0 0 0 0,2-1 0 0 0,0 1 0 0 0,9 33 0 0 0,-3-21 22 0 0,2 0-1 0 0,18 41 1 0 0,-24-67-41 0 0,1-1 0 0 0,0 1 0 0 0,1-1 1 0 0,1 0-1 0 0,-1 0 0 0 0,2 0 0 0 0,-1-1 0 0 0,1 0 0 0 0,0-1 0 0 0,1 0 0 0 0,12 8 0 0 0,-18-13-10 0 0,1-1 0 0 0,0 0-1 0 0,1-1 1 0 0,-1 1 0 0 0,0-1-1 0 0,0 0 1 0 0,1 0 0 0 0,-1 0-1 0 0,0-1 1 0 0,1 1 0 0 0,-1-1 0 0 0,1 0-1 0 0,-1 0 1 0 0,0-1 0 0 0,1 1-1 0 0,-1-1 1 0 0,1 0 0 0 0,-1 0 0 0 0,0-1-1 0 0,0 1 1 0 0,8-5 0 0 0,6-3 39 0 0,-1-1 0 0 0,1-1 0 0 0,22-19 0 0 0,-28 20-53 0 0,-2 2 3 0 0,-1 0 0 0 0,-1-1 0 0 0,0 0-1 0 0,0 0 1 0 0,-1-1 0 0 0,0 0 0 0 0,0 0 0 0 0,-1-1-1 0 0,-1 0 1 0 0,0 0 0 0 0,0 0 0 0 0,-1-1 0 0 0,0 0-1 0 0,-1 1 1 0 0,-1-1 0 0 0,2-19 0 0 0,-4 29-18 0 0,1 1 0 0 0,-1 0 0 0 0,0 0 1 0 0,0 0-1 0 0,0 0 0 0 0,-1 0 0 0 0,1 0 1 0 0,0 0-1 0 0,0 0 0 0 0,0 0 0 0 0,-1 0 0 0 0,1 0 1 0 0,0 0-1 0 0,-1 0 0 0 0,1 0 0 0 0,-1 1 1 0 0,0-1-1 0 0,1 0 0 0 0,-1 0 0 0 0,1 0 0 0 0,-1 0 1 0 0,0 1-1 0 0,0-1 0 0 0,1 0 0 0 0,-2 0 1 0 0,0 1-9 0 0,1-1 0 0 0,0 1 1 0 0,-1 0-1 0 0,1 0 0 0 0,-1 0 1 0 0,1 0-1 0 0,0 0 0 0 0,-1 0 1 0 0,1 0-1 0 0,-1 0 0 0 0,1 1 1 0 0,0-1-1 0 0,-1 0 0 0 0,1 1 1 0 0,-3 1-1 0 0,-3 1-21 0 0,0 1-1 0 0,1 0 1 0 0,-1 0-1 0 0,1 1 1 0 0,-9 8-1 0 0,11-9 52 0 0,0 1-1 0 0,0-1 1 0 0,1 1-1 0 0,-1 0 1 0 0,1 0-1 0 0,1 0 1 0 0,-1 0-1 0 0,0 0 1 0 0,1 1 0 0 0,0-1-1 0 0,1 1 1 0 0,-1 0-1 0 0,1-1 1 0 0,0 1-1 0 0,0 0 1 0 0,1 0-1 0 0,0 0 1 0 0,0-1-1 0 0,0 1 1 0 0,1 0-1 0 0,0 0 1 0 0,0 0-1 0 0,0-1 1 0 0,1 1-1 0 0,3 8 1 0 0,-2-5 61 0 0,2 0 0 0 0,-1-1 0 0 0,1 1 0 0 0,0-1 0 0 0,1 0 0 0 0,0 0 0 0 0,0-1 0 0 0,1 0 0 0 0,0 0 0 0 0,0 0 0 0 0,1-1 1 0 0,0 0-1 0 0,0 0 0 0 0,13 6 0 0 0,-1-3-53 0 0,1-1 0 0 0,1-2 0 0 0,0 0 1 0 0,-1-1-1 0 0,2-1 0 0 0,-1-1 0 0 0,0-1 1 0 0,1-1-1 0 0,-1 0 0 0 0,1-2 1 0 0,-1-1-1 0 0,0-1 0 0 0,0-1 0 0 0,0-1 1 0 0,28-9-1 0 0,-35 8-979 0 0,-4-2-429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8:40.2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272 74 6665 0 0,'-1'-10'2567'0'0,"0"6"-766"0"0,-1 2-107 0 0,1 1-1177 0 0,0 0 84 0 0,1 0-134 0 0,0-1 168 0 0,-1-3 960 0 0,-10-17 3753 0 0,-6-1-4217 0 0,17 22-1114 0 0,-1 1 1 0 0,1 0-1 0 0,-1 0 0 0 0,1-1 1 0 0,-1 1-1 0 0,1 0 0 0 0,0 0 1 0 0,-1 0-1 0 0,1 0 0 0 0,-1 0 1 0 0,1 0-1 0 0,-1 0 0 0 0,1 0 1 0 0,-1 0-1 0 0,1 0 0 0 0,-1 0 1 0 0,1 0-1 0 0,-1 0 0 0 0,1 0 1 0 0,0 0-1 0 0,-1 1 0 0 0,1-1 1 0 0,-1 0-1 0 0,1 0 0 0 0,-1 0 1 0 0,1 1-1 0 0,0-1 0 0 0,-1 0 1 0 0,1 1-1 0 0,0-1 0 0 0,-1 0 1 0 0,1 1-1 0 0,-13 12 388 0 0,12-12-347 0 0,-27 36 710 0 0,1 1 0 0 0,-33 61 0 0 0,46-72-553 0 0,2 1-1 0 0,0 1 0 0 0,2 0 0 0 0,-11 55 0 0 0,11-28 290 0 0,3 0 0 0 0,0 112-1 0 0,8-153-374 0 0,0 0 1 0 0,2 0-1 0 0,-1 0 0 0 0,2 0 0 0 0,0-1 0 0 0,1 1 0 0 0,0-1 1 0 0,1 0-1 0 0,12 19 0 0 0,-12-23-84 0 0,0-1-1 0 0,0 0 1 0 0,1 0-1 0 0,0-1 1 0 0,1 0-1 0 0,0 0 1 0 0,0-1-1 0 0,1 0 1 0 0,0-1-1 0 0,0 1 1 0 0,1-2-1 0 0,-1 1 1 0 0,17 5-1 0 0,-17-8-896 0 0,0 0-1 0 0,-1-1 1 0 0,1 0 0 0 0,1 0-1 0 0,8-1 1 0 0,-2 0-3302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8:41.0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87 132 7194 0 0,'-2'-19'1859'0'0,"-4"6"49"0"0,-1 0-512 0 0,6 11-1333 0 0,-13-25 1009 0 0,4 15 24 0 0,2 4 13 0 0,-30-29 3669 0 0,45 63-1967 0 0,68 85-665 0 0,-53-81-1632 0 0,-2 0 0 0 0,0 1-1 0 0,27 61 1 0 0,-36-61-280 0 0,-1 1 0 0 0,-1 1 0 0 0,-2 0 0 0 0,5 47-1 0 0,-10-56-131 0 0,-1-1-1 0 0,-1 0 0 0 0,-1 0 0 0 0,-1 1 1 0 0,-2-1-1 0 0,0-1 0 0 0,-9 29 0 0 0,7-32-42 0 0,-1-1-1 0 0,-1-1 0 0 0,-1 1 0 0 0,-1-1 1 0 0,0-1-1 0 0,-1 0 0 0 0,0 0 1 0 0,-2-1-1 0 0,-26 25 0 0 0,33-33-96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8:50.3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149 126 5673 0 0,'-6'-2'1176'0'0,"-5"-1"1268"0"0,4-5-920 0 0,-7-18-773 0 0,5 19 561 0 0,-9 8 204 0 0,6 0-214 0 0,-59-37 5869 0 0,90 35-6190 0 0,18-3-1 0 0,57-13-1 0 0,-63 9-544 0 0,1 2 0 0 0,63-3 0 0 0,-92 9-456 0 0,1 1-1 0 0,-1-1 1 0 0,1 1 0 0 0,-1 0 0 0 0,0 0 0 0 0,0 1 0 0 0,1-1-1 0 0,-1 1 1 0 0,0-1 0 0 0,0 1 0 0 0,0 0 0 0 0,3 3-1 0 0,-2-2-513 0 0,0 0-1 0 0,0-1 0 0 0,0 1 0 0 0,1-1 0 0 0,-1 0 0 0 0,7 2 1 0 0,0-2-1893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8:51.4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37 102 14411 0 0,'-1'0'121'0'0,"0"0"1"0"0,0 0-1 0 0,0-1 0 0 0,0 1 0 0 0,0 0 0 0 0,0 0 1 0 0,0 0-1 0 0,0 0 0 0 0,0 0 0 0 0,0 1 1 0 0,0-1-1 0 0,1 0 0 0 0,-1 0 0 0 0,0 0 0 0 0,0 1 1 0 0,0-1-1 0 0,0 1 0 0 0,0-1 0 0 0,1 0 1 0 0,-1 1-1 0 0,0-1 0 0 0,0 1 0 0 0,1 0 0 0 0,-1-1 1 0 0,0 1-1 0 0,1 0 0 0 0,-2 0 0 0 0,1 2 40 0 0,-1-1 1 0 0,1 1-1 0 0,0-1 0 0 0,0 1 0 0 0,0 0 0 0 0,0 0 0 0 0,0-1 1 0 0,1 1-1 0 0,-1 3 0 0 0,0 7 204 0 0,0 0 0 0 0,1 0 1 0 0,2 14-1 0 0,6 28 103 0 0,2 0 1 0 0,2-1-1 0 0,3-1 0 0 0,27 69 1 0 0,-36-112 40 0 0,-6-16-299 0 0,-3-16-68 0 0,-29-66-66 0 0,-11-38-97 0 0,39 111 8 0 0,0-1 0 0 0,2 0 0 0 0,0 0 0 0 0,1 0 0 0 0,0 0 0 0 0,2-18 0 0 0,0 27 3 0 0,0 0 1 0 0,0 0-1 0 0,1 0 0 0 0,0 0 1 0 0,0 0-1 0 0,1 0 0 0 0,0 1 1 0 0,0-1-1 0 0,1 1 0 0 0,-1-1 1 0 0,1 1-1 0 0,9-10 0 0 0,-6 9 19 0 0,1 0-1 0 0,0 0 1 0 0,0 1-1 0 0,0 0 1 0 0,1 0-1 0 0,0 1 1 0 0,0 0 0 0 0,13-5-1 0 0,-4 4 21 0 0,0 1 0 0 0,0 0 1 0 0,0 1-1 0 0,0 1 0 0 0,1 1 0 0 0,0 0 0 0 0,-1 1 1 0 0,1 2-1 0 0,30 3 0 0 0,-43-3-28 0 0,0 0 0 0 0,0 0 0 0 0,0 1-1 0 0,0 0 1 0 0,-1 0 0 0 0,1 1 0 0 0,0 0 0 0 0,-1 0 0 0 0,0 0 0 0 0,0 0 0 0 0,0 1 0 0 0,0 0-1 0 0,0 0 1 0 0,4 5 0 0 0,-7-7-1 0 0,0 1 0 0 0,0 0 0 0 0,-1-1 0 0 0,1 1 0 0 0,-1 0 0 0 0,1 0 0 0 0,-1 0 0 0 0,0 0 0 0 0,0 0 0 0 0,-1 0 0 0 0,1 0 0 0 0,0 0 0 0 0,-1 0 0 0 0,0 1 0 0 0,0-1 0 0 0,0 0 0 0 0,0 0 0 0 0,0 0 0 0 0,-1 0 0 0 0,1 1 0 0 0,-1-1 0 0 0,0 0 0 0 0,0 0 0 0 0,0 0 0 0 0,0 0 0 0 0,-1-1 0 0 0,1 1 0 0 0,-4 4 0 0 0,0 2 7 0 0,-1-1 0 0 0,-1 0 0 0 0,0-1 0 0 0,0 1 0 0 0,0-1-1 0 0,-1-1 1 0 0,0 1 0 0 0,-15 8 0 0 0,-6 1 22 0 0,-41 17-1 0 0,34-18-12 0 0,36-15-19 0 0,-1 0 0 0 0,1 1 0 0 0,-1-1 0 0 0,1 0 0 0 0,0 0 0 0 0,-1 0 0 0 0,1 0 0 0 0,-1 0 0 0 0,1 1 0 0 0,0-1 0 0 0,-1 0 0 0 0,1 0 0 0 0,0 1 0 0 0,-1-1 0 0 0,1 0 0 0 0,0 1 0 0 0,-1-1 0 0 0,1 0 0 0 0,0 1 0 0 0,0-1 0 0 0,-1 0 0 0 0,1 1 0 0 0,0-1 0 0 0,0 0 0 0 0,0 1 0 0 0,0-1 0 0 0,0 1 0 0 0,-1-1 0 0 0,1 1 0 0 0,10 6-25 0 0,20-1 18 0 0,9-3 11 0 0,-1 0-2 0 0,59 12-1 0 0,-86-13 0 0 0,-1 1 1 0 0,0 0-1 0 0,0 0 0 0 0,-1 1 0 0 0,1 1 0 0 0,-1 0 1 0 0,0 0-1 0 0,0 0 0 0 0,-1 1 0 0 0,14 12 1 0 0,-20-16 1 0 0,0 0 0 0 0,0 0 1 0 0,0 1-1 0 0,0-1 1 0 0,0 1-1 0 0,0-1 1 0 0,-1 1-1 0 0,1 0 0 0 0,-1 0 1 0 0,0-1-1 0 0,0 1 1 0 0,0 0-1 0 0,0 0 1 0 0,0 0-1 0 0,-1 0 0 0 0,1 0 1 0 0,-1 1-1 0 0,0 4 1 0 0,0-4 2 0 0,-1 0 0 0 0,0 0 0 0 0,0 0 0 0 0,-1 0 0 0 0,1 0 1 0 0,-1 0-1 0 0,0-1 0 0 0,0 1 0 0 0,0-1 0 0 0,0 1 0 0 0,-1-1 1 0 0,-3 5-1 0 0,-6 3 8 0 0,1-1 0 0 0,-2 1 0 0 0,1-2 0 0 0,-1 0 0 0 0,-1 0 0 0 0,-15 6 0 0 0,-12 5 24 0 0,0-3 0 0 0,-73 20 0 0 0,-90 9 87 0 0,202-45-124 0 0,1-1 1 0 0,-1 0-1 0 0,1 1 1 0 0,-1-1-1 0 0,1 0 0 0 0,-1 0 1 0 0,1 0-1 0 0,-1 0 1 0 0,0 0-1 0 0,1 0 1 0 0,-1 0-1 0 0,1 0 0 0 0,-3-1 1 0 0,4 0-15 0 0,0 1 1 0 0,0-1-1 0 0,0 1 1 0 0,0 0-1 0 0,0-1 1 0 0,0 1-1 0 0,0 0 0 0 0,0-1 1 0 0,0 1-1 0 0,0-1 1 0 0,0 1-1 0 0,0 0 1 0 0,0-1-1 0 0,0 1 1 0 0,0 0-1 0 0,0-1 0 0 0,1 1 1 0 0,-1 0-1 0 0,0-1 1 0 0,0 1-1 0 0,0 0 1 0 0,1-1-1 0 0,-1 1 1 0 0,0 0-1 0 0,0 0 1 0 0,1-1-1 0 0,-1 1 0 0 0,0 0 1 0 0,1 0-1 0 0,-1-1 1 0 0,0 1-1 0 0,1 0 1 0 0,38-28-1577 0 0,12-2-750 0 0,-20 12 31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8:51.8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135 219 10298 0 0,'0'0'6020'0'0,"1"2"-5372"0"0,3 10 201 0 0,-1 0 0 0 0,-1 0 0 0 0,3 21 0 0 0,4 26-17 0 0,15 16-3143 0 0,-20-64 904 0 0</inkml:trace>
  <inkml:trace contextRef="#ctx0" brushRef="#br0" timeOffset="1">0 0 12171 0 0,'0'0'1080'0'0,"12"12"-936"0"0,0-9-48 0 0,-1 1 40 0 0,4-1-464 0 0,5 0-496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8:53.0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179 2 13867 0 0,'-7'-1'313'0'0,"0"1"-1"0"0,0 0 1 0 0,0 0-1 0 0,0 1 1 0 0,0 0-1 0 0,0 0 1 0 0,0 0-1 0 0,0 1 1 0 0,0 0-1 0 0,1 1 1 0 0,-1-1 0 0 0,1 1-1 0 0,-1 0 1 0 0,1 1-1 0 0,0 0 1 0 0,1 0-1 0 0,-1 0 1 0 0,1 0-1 0 0,-1 1 1 0 0,1 0-1 0 0,1 0 1 0 0,-1 1 0 0 0,1-1-1 0 0,-5 7 1 0 0,6-7-271 0 0,1 0 1 0 0,-1 0 0 0 0,1 0-1 0 0,-1 0 1 0 0,1 0 0 0 0,1 0-1 0 0,-1 0 1 0 0,1 1 0 0 0,0-1-1 0 0,0 0 1 0 0,1 1 0 0 0,-1-1-1 0 0,1 1 1 0 0,0-1 0 0 0,1 1-1 0 0,-1-1 1 0 0,1 1 0 0 0,0-1 0 0 0,1 0-1 0 0,-1 1 1 0 0,1-1 0 0 0,0 0-1 0 0,0 0 1 0 0,1 0 0 0 0,-1-1-1 0 0,1 1 1 0 0,0 0 0 0 0,1-1-1 0 0,-1 0 1 0 0,1 0 0 0 0,4 5-1 0 0,-2-4-2 0 0,-1-1 0 0 0,1 1 0 0 0,0-1 1 0 0,1 0-1 0 0,-1 0 0 0 0,1-1 0 0 0,-1 0 0 0 0,1 0 0 0 0,0 0 0 0 0,0-1 0 0 0,1 0 0 0 0,12 2 0 0 0,-17-4-19 0 0,1 0 1 0 0,0 0-1 0 0,0 0 0 0 0,-1 0 0 0 0,1-1 0 0 0,0 1 1 0 0,-1-1-1 0 0,1 0 0 0 0,-1 0 0 0 0,1 0 0 0 0,-1 0 1 0 0,1-1-1 0 0,-1 0 0 0 0,0 1 0 0 0,0-1 1 0 0,1 0-1 0 0,-2-1 0 0 0,1 1 0 0 0,0 0 0 0 0,0-1 1 0 0,-1 0-1 0 0,1 1 0 0 0,-1-1 0 0 0,0 0 1 0 0,0 0-1 0 0,0-1 0 0 0,2-3 0 0 0,-3 4-19 0 0,1-1-1 0 0,-1 1 1 0 0,0-1-1 0 0,0 0 1 0 0,0 1-1 0 0,0-1 1 0 0,0 0-1 0 0,-1 0 1 0 0,0 0-1 0 0,0 1 1 0 0,0-1-1 0 0,0 0 1 0 0,-1 0 0 0 0,-1-6-1 0 0,0 4-15 0 0,0-1 1 0 0,-1 0-1 0 0,0 1 0 0 0,0 0 0 0 0,0 0 1 0 0,-1 0-1 0 0,-7-9 0 0 0,2 4-91 0 0,-1 1 0 0 0,0 0 0 0 0,0 1 0 0 0,-1 0-1 0 0,0 0 1 0 0,-1 1 0 0 0,-17-9 0 0 0,8 8-1175 0 0,20 9 597 0 0,10 8-2596 0 0,-1-3 2550 0 0,0 1 0 0 0,1-1 0 0 0,-1-1 0 0 0,15 6 0 0 0,15 9-45 0 0,-11-5 1401 0 0,-1 2 0 0 0,45 38-1 0 0,-62-47-173 0 0,-1 1-1 0 0,-1 1 1 0 0,1-1 0 0 0,-1 1-1 0 0,-1 1 1 0 0,0-1-1 0 0,0 1 1 0 0,-1 0-1 0 0,0 0 1 0 0,0 1 0 0 0,2 12-1 0 0,-8-21 1690 0 0,-5-7-1650 0 0,-7-10-343 0 0,6 2-106 0 0,1 0-1 0 0,0 0 0 0 0,1-1 0 0 0,1 0 0 0 0,0 0 0 0 0,0 0 1 0 0,-2-26-1 0 0,6 23-32 0 0,-1 6-12 0 0,0 0 0 0 0,3-19-1 0 0,-2 26-8 0 0,1 1 0 0 0,0-1 1 0 0,0 0-1 0 0,0 1 0 0 0,0-1 0 0 0,1 1 0 0 0,-1-1 0 0 0,1 1 1 0 0,0 0-1 0 0,0 0 0 0 0,5-6 0 0 0,-6 7 3 0 0,1 1 0 0 0,-1 0 0 0 0,1 0 0 0 0,0 0 0 0 0,-1 0 0 0 0,1 0 0 0 0,0 0 0 0 0,0 0 0 0 0,0 1 0 0 0,0-1 0 0 0,0 1 0 0 0,0-1 0 0 0,-1 1-1 0 0,1-1 1 0 0,0 1 0 0 0,0 0 0 0 0,0 0 0 0 0,0 0 0 0 0,0 1 0 0 0,0-1 0 0 0,0 0 0 0 0,0 1 0 0 0,0-1 0 0 0,2 1 0 0 0,6 3 5 0 0,0-1-1 0 0,0 2 1 0 0,11 5-1 0 0,-17-7 10 0 0,19 9 14 0 0,0 2 1 0 0,-1 1-1 0 0,-1 0 1 0 0,-1 2-1 0 0,0 0 1 0 0,-1 1-1 0 0,-1 1 1 0 0,0 1-1 0 0,-2 1 1 0 0,21 31-1 0 0,-34-41 91 0 0,-7-10 182 0 0,2-2-268 0 0,1 0 1 0 0,-1 0-1 0 0,1-1 1 0 0,0 1-1 0 0,-1 0 1 0 0,1 0-1 0 0,0-1 1 0 0,0 1-1 0 0,0-1 1 0 0,0 1-1 0 0,-1-2 1 0 0,-5-14 12 0 0,0 1 1 0 0,1-2 0 0 0,1 1 0 0 0,-3-22 0 0 0,6 31-53 0 0,1 0 1 0 0,1-1-1 0 0,-1 1 1 0 0,1-1-1 0 0,1 1 1 0 0,-1-1-1 0 0,1 1 1 0 0,1 0-1 0 0,0 0 1 0 0,0-1-1 0 0,4-9 1 0 0,-5 17-2 0 0,0-1 0 0 0,-1 0 0 0 0,1 1 0 0 0,0-1 0 0 0,0 1 0 0 0,0 0 0 0 0,0-1 0 0 0,0 1 0 0 0,0 0 0 0 0,1-1 1 0 0,-1 1-1 0 0,0 0 0 0 0,0 0 0 0 0,1 0 0 0 0,-1 0 0 0 0,1 0 0 0 0,-1 1 0 0 0,1-1 0 0 0,0 0 0 0 0,-1 1 0 0 0,3-1 1 0 0,-2 1-1 0 0,1-1 0 0 0,-1 2 0 0 0,1-1 1 0 0,-1 0-1 0 0,0 0 0 0 0,1 1 0 0 0,-1-1 1 0 0,1 1-1 0 0,-1 0 0 0 0,0-1 0 0 0,0 1 0 0 0,1 1 1 0 0,1 0-1 0 0,4 3 1 0 0,-1 0 0 0 0,0 0 0 0 0,-1 1 1 0 0,1 0-1 0 0,-1 0 0 0 0,0 0 0 0 0,6 10 0 0 0,9 18 25 0 0,-1 1-1 0 0,-2 1 1 0 0,14 39-1 0 0,-15-34 43 0 0,-6-22 69 0 0,-10-19-119 0 0,-1 0 0 0 0,0 0-1 0 0,0 0 1 0 0,0 0 0 0 0,0 0-1 0 0,0 0 1 0 0,0 0 0 0 0,0 0-1 0 0,0 0 1 0 0,0 0 0 0 0,0 0-1 0 0,0 0 1 0 0,0 0 0 0 0,1 0-1 0 0,-1 0 1 0 0,0 0 0 0 0,0 0-1 0 0,0 0 1 0 0,0 0 0 0 0,0 0-1 0 0,0 0 1 0 0,0 0 0 0 0,0 0-1 0 0,0 0 1 0 0,0 0 0 0 0,0 0-1 0 0,1 0 1 0 0,-1 0 0 0 0,0 0-1 0 0,0 0 1 0 0,0 0 0 0 0,0 0-1 0 0,0 0 1 0 0,0 0 0 0 0,0 0-1 0 0,0 0 1 0 0,0 0 0 0 0,0 0-1 0 0,0 0 1 0 0,0 0 0 0 0,0 0-1 0 0,0 0 1 0 0,0 0 0 0 0,0-1-1 0 0,1 1 1 0 0,-1 0 0 0 0,0 0 0 0 0,0 0-1 0 0,0 0 1 0 0,0 0 0 0 0,0 0-1 0 0,0 0 1 0 0,0 0 0 0 0,0 0-1 0 0,0 0 1 0 0,0 0 0 0 0,0-1-1 0 0,0 1 1 0 0,-1-14 68 0 0,-4-13-167 0 0,1 1 0 0 0,2-1-1 0 0,1 0 1 0 0,0 0 0 0 0,2 1 0 0 0,7-43 0 0 0,-7 66 65 0 0,0 1 0 0 0,-1-1-1 0 0,1 1 1 0 0,0-1-1 0 0,0 1 1 0 0,0-1-1 0 0,1 1 1 0 0,-1 0-1 0 0,1 0 1 0 0,-1 0 0 0 0,1-1-1 0 0,0 1 1 0 0,-1 1-1 0 0,1-1 1 0 0,4-3-1 0 0,-5 5 15 0 0,0-1 0 0 0,0 1-1 0 0,1-1 1 0 0,-1 1 0 0 0,0 0-1 0 0,0-1 1 0 0,1 1-1 0 0,-1 0 1 0 0,0 0 0 0 0,1 0-1 0 0,-1 0 1 0 0,0 0 0 0 0,1 0-1 0 0,-1 1 1 0 0,0-1-1 0 0,0 0 1 0 0,1 1 0 0 0,-1-1-1 0 0,0 1 1 0 0,0-1 0 0 0,0 1-1 0 0,1-1 1 0 0,-1 1 0 0 0,0 0-1 0 0,0 0 1 0 0,0-1-1 0 0,0 1 1 0 0,0 0 0 0 0,0 0-1 0 0,-1 0 1 0 0,1 0 0 0 0,0 0-1 0 0,0 2 1 0 0,36 45-35 0 0,-28-34 86 0 0,1-1 0 0 0,1 0-1 0 0,-1-1 1 0 0,2 0-1 0 0,0 0 1 0 0,0-1 0 0 0,20 13-1 0 0,-15-15 17 0 0,-1 0 0 0 0,1-1 0 0 0,1-1 0 0 0,-1-1 0 0 0,1 0 0 0 0,0-1 0 0 0,1-1 0 0 0,-1-1 0 0 0,1-1 0 0 0,-1 0 0 0 0,1-1 0 0 0,33-4 0 0 0,-47 3-31 0 0,0-1 0 0 0,0 0 1 0 0,0 0-1 0 0,0-1 0 0 0,0 1 1 0 0,0-1-1 0 0,0 0 1 0 0,0-1-1 0 0,-1 1 0 0 0,1-1 1 0 0,-1 0-1 0 0,0 0 0 0 0,0 0 1 0 0,0-1-1 0 0,0 1 0 0 0,0-1 1 0 0,-1 0-1 0 0,0 0 0 0 0,1 0 1 0 0,-2-1-1 0 0,1 1 0 0 0,0-1 1 0 0,-1 1-1 0 0,0-1 0 0 0,0 0 1 0 0,0 0-1 0 0,-1 0 1 0 0,0 0-1 0 0,0 0 0 0 0,0 0 1 0 0,0-1-1 0 0,-1 1 0 0 0,0 0 1 0 0,0 0-1 0 0,0 0 0 0 0,-1-1 1 0 0,0 1-1 0 0,0 0 0 0 0,0 0 1 0 0,0 0-1 0 0,-1 0 0 0 0,0 0 1 0 0,0 0-1 0 0,0 1 0 0 0,-1-1 1 0 0,-3-5-1 0 0,1 5-29 0 0,1-1-1 0 0,-1 1 0 0 0,1 0 1 0 0,-2 1-1 0 0,1-1 0 0 0,0 1 1 0 0,-1 0-1 0 0,0 1 1 0 0,0-1-1 0 0,0 1 0 0 0,0 0 1 0 0,0 1-1 0 0,-1-1 0 0 0,0 1 1 0 0,1 1-1 0 0,-1-1 1 0 0,0 1-1 0 0,1 0 0 0 0,-1 1 1 0 0,-13 0-1 0 0,10 0-2 0 0,0 0 1 0 0,0 1-1 0 0,0 1 0 0 0,0 0 1 0 0,0 0-1 0 0,0 1 1 0 0,1 0-1 0 0,-1 1 0 0 0,1 0 1 0 0,0 0-1 0 0,0 1 0 0 0,0 0 1 0 0,-13 11-1 0 0,20-14 18 0 0,0 0 0 0 0,0-1-1 0 0,0 1 1 0 0,0 0 0 0 0,0 0 0 0 0,0 0-1 0 0,1 0 1 0 0,-1 1 0 0 0,1-1 0 0 0,0 0 0 0 0,-1 1-1 0 0,1-1 1 0 0,0 1 0 0 0,0-1 0 0 0,0 1-1 0 0,1-1 1 0 0,-1 1 0 0 0,1 0 0 0 0,-1 0-1 0 0,1-1 1 0 0,0 1 0 0 0,0 0 0 0 0,0-1-1 0 0,1 1 1 0 0,-1 0 0 0 0,0-1 0 0 0,1 1 0 0 0,0 0-1 0 0,0-1 1 0 0,0 1 0 0 0,2 4 0 0 0,-1-3 15 0 0,1 0 0 0 0,0-1 0 0 0,0 1 0 0 0,1 0 1 0 0,-1-1-1 0 0,1 0 0 0 0,-1 0 0 0 0,1 0 1 0 0,0 0-1 0 0,0 0 0 0 0,1-1 0 0 0,-1 0 0 0 0,0 0 1 0 0,1 0-1 0 0,-1 0 0 0 0,10 1 0 0 0,-8-2 18 0 0,1 0 1 0 0,0 0-1 0 0,-1-1 0 0 0,1 0 0 0 0,0 0 0 0 0,-1 0 1 0 0,1-1-1 0 0,0 0 0 0 0,-1 0 0 0 0,0-1 0 0 0,1 0 1 0 0,-1 0-1 0 0,10-5 0 0 0,1-3 104 0 0,0 0 0 0 0,-1-1 0 0 0,19-16 0 0 0,17-13 506 0 0,-51 39-549 0 0,3 2-38 0 0,1 2-53 0 0,1 0 0 0 0,-1 0 0 0 0,0 0 0 0 0,0 1 0 0 0,-1 0 0 0 0,1 0 0 0 0,-1 0 0 0 0,0 1-1 0 0,4 5 1 0 0,13 11 19 0 0,-14-14-387 0 0,1 0 0 0 0,0 0 0 0 0,0-1 0 0 0,1-1 0 0 0,-1 1 0 0 0,1-1 0 0 0,0-1 0 0 0,1 0 0 0 0,-1 0 0 0 0,13 3 0 0 0,-9-5-1826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8:53.4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217 21 16251 0 0,'-4'-3'244'0'0,"0"0"1"0"0,0 1-1 0 0,0 0 0 0 0,0 0 0 0 0,-1 0 0 0 0,1 1 0 0 0,0-1 0 0 0,-1 1 0 0 0,0 0 0 0 0,1 0 0 0 0,-1 1 0 0 0,1-1 0 0 0,-1 1 0 0 0,-5 0 0 0 0,2 1-2 0 0,0 0 1 0 0,0 0 0 0 0,1 0 0 0 0,-1 1-1 0 0,0 1 1 0 0,1-1 0 0 0,0 1-1 0 0,-11 6 1 0 0,13-7-145 0 0,0 1-1 0 0,0 1 0 0 0,0-1 1 0 0,0 1-1 0 0,1 0 1 0 0,-1 0-1 0 0,1 0 0 0 0,0 1 1 0 0,0-1-1 0 0,1 1 1 0 0,-5 7-1 0 0,7-9-65 0 0,-1 0 1 0 0,1 1-1 0 0,0-1 0 0 0,-1 1 0 0 0,2 0 1 0 0,-1-1-1 0 0,0 1 0 0 0,1 0 1 0 0,-1 0-1 0 0,1-1 0 0 0,0 1 0 0 0,0 0 1 0 0,1 0-1 0 0,-1-1 0 0 0,1 1 1 0 0,0 0-1 0 0,0-1 0 0 0,2 7 0 0 0,0-4 13 0 0,0 0 0 0 0,0-1 0 0 0,1 1 0 0 0,-1-1 0 0 0,1 0 0 0 0,0 0 0 0 0,0 0 0 0 0,1-1 0 0 0,0 0 0 0 0,-1 1 0 0 0,7 2-1 0 0,6 5 57 0 0,2-2-1 0 0,19 9 0 0 0,-25-13-78 0 0,-1 0-1 0 0,0 0 1 0 0,0 1-1 0 0,-1 0 1 0 0,0 1 0 0 0,18 17-1 0 0,-28-25-19 0 0,0 1 0 0 0,0 0-1 0 0,0 0 1 0 0,0 0 0 0 0,-1 0-1 0 0,1 0 1 0 0,0 0 0 0 0,-1 0-1 0 0,1 0 1 0 0,-1 0 0 0 0,1 0-1 0 0,-1 1 1 0 0,1-1 0 0 0,-1 0-1 0 0,0 0 1 0 0,0 0 0 0 0,1 1-1 0 0,-1-1 1 0 0,0 0 0 0 0,0 0-1 0 0,0 1 1 0 0,0-1 0 0 0,-1 0-1 0 0,1 0 1 0 0,-1 3-1 0 0,0-3 8 0 0,0 1-1 0 0,0 0 0 0 0,0-1 0 0 0,-1 1 0 0 0,1-1 0 0 0,-1 1 1 0 0,1-1-1 0 0,-1 1 0 0 0,0-1 0 0 0,1 0 0 0 0,-1 0 0 0 0,0 0 1 0 0,-4 1-1 0 0,-5 3 42 0 0,-1-2 0 0 0,1 1 0 0 0,-25 2 0 0 0,25-4-122 0 0,-38 4 210 0 0,45-6-333 0 0,0 0-1 0 0,0 0 0 0 0,0 0 0 0 0,0-1 1 0 0,0 1-1 0 0,0-1 0 0 0,0 0 0 0 0,-8-3 1 0 0,16-8-4533 0 0,5 5 2456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8:53.80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163 38 13467 0 0,'0'-1'141'0'0,"0"-1"1"0"0,-1 0-1 0 0,1 1 1 0 0,-1-1 0 0 0,1 1-1 0 0,-1-1 1 0 0,0 0-1 0 0,0 1 1 0 0,1 0-1 0 0,-1-1 1 0 0,0 1-1 0 0,0-1 1 0 0,-1 1-1 0 0,1 0 1 0 0,0 0-1 0 0,0 0 1 0 0,-1 0 0 0 0,1 0-1 0 0,-3-2 1 0 0,1 2 46 0 0,-1-1 1 0 0,1 1-1 0 0,-1 0 1 0 0,1 0 0 0 0,-1 0-1 0 0,1 1 1 0 0,-1-1-1 0 0,1 1 1 0 0,-5 0 0 0 0,-3 1 273 0 0,-1 0 0 0 0,1 0 0 0 0,-1 1 0 0 0,-20 7 0 0 0,30-9-438 0 0,1 0 1 0 0,0 1-1 0 0,0-1 1 0 0,-1 1 0 0 0,1-1-1 0 0,0 1 1 0 0,0-1-1 0 0,0 1 1 0 0,0-1-1 0 0,0 1 1 0 0,0 0-1 0 0,0 0 1 0 0,0-1 0 0 0,0 1-1 0 0,0 0 1 0 0,0 0-1 0 0,0 0 1 0 0,1 0-1 0 0,-1 0 1 0 0,0 0 0 0 0,1 1-1 0 0,-1-1 1 0 0,1 0-1 0 0,-1 0 1 0 0,1 0-1 0 0,-1 0 1 0 0,1 1-1 0 0,0-1 1 0 0,0 0 0 0 0,-1 0-1 0 0,1 1 1 0 0,0-1-1 0 0,0 0 1 0 0,0 1-1 0 0,1-1 1 0 0,-1 0 0 0 0,0 0-1 0 0,0 1 1 0 0,1-1-1 0 0,-1 0 1 0 0,1 0-1 0 0,-1 0 1 0 0,1 0 0 0 0,-1 1-1 0 0,1-1 1 0 0,0 0-1 0 0,-1 0 1 0 0,2 1-1 0 0,4 7 139 0 0,1-1 1 0 0,0 1-1 0 0,0-2 0 0 0,12 11 0 0 0,-15-14-54 0 0,2 1-9 0 0,-1 1 0 0 0,1 0 0 0 0,-1 0 0 0 0,-1 1 0 0 0,1-1 0 0 0,-1 1-1 0 0,0 0 1 0 0,-1 1 0 0 0,1-1 0 0 0,-1 0 0 0 0,3 13 0 0 0,-6-16-66 0 0,1-1 0 0 0,0 1 1 0 0,-1-1-1 0 0,0 1 0 0 0,0 0 0 0 0,0-1 1 0 0,0 1-1 0 0,-1-1 0 0 0,1 1 0 0 0,-1-1 1 0 0,0 1-1 0 0,0-1 0 0 0,0 1 0 0 0,0-1 1 0 0,-1 0-1 0 0,1 1 0 0 0,-1-1 0 0 0,0 0 1 0 0,0 0-1 0 0,0 0 0 0 0,-1 0 0 0 0,1-1 1 0 0,-1 1-1 0 0,1-1 0 0 0,-1 1 0 0 0,0-1 1 0 0,-6 4-1 0 0,-18 13-2452 0 0,19-14-212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8:54.3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14 18892 0 0,'0'0'5809'0'0,"13"2"-5073"0"0,2 2-687 0 0,0 0-1 0 0,0-1 0 0 0,1-1 1 0 0,-1 0-1 0 0,0-1 0 0 0,1-1 1 0 0,-1 0-1 0 0,19-3 0 0 0,84-21-2876 0 0,-92 20 1285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8:54.9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93 91 13667 0 0,'0'0'113'0'0,"0"0"0"0"0,0 0 0 0 0,0-1 0 0 0,0 1-1 0 0,0 0 1 0 0,0 0 0 0 0,0 0 0 0 0,0-1 0 0 0,0 1 0 0 0,0 0 0 0 0,0 0 0 0 0,-1 0 0 0 0,1 0 0 0 0,0-1 0 0 0,0 1-1 0 0,0 0 1 0 0,0 0 0 0 0,0 0 0 0 0,0 0 0 0 0,0 0 0 0 0,-1-1 0 0 0,1 1 0 0 0,0 0 0 0 0,0 0 0 0 0,0 0-1 0 0,0 0 1 0 0,-1 0 0 0 0,1 0 0 0 0,0 0 0 0 0,0 0 0 0 0,0-1 0 0 0,0 1 0 0 0,-1 0 0 0 0,1 0 0 0 0,0 0 0 0 0,0 0-1 0 0,0 0 1 0 0,-1 0 0 0 0,1 0 0 0 0,0 0 0 0 0,0 0 0 0 0,-1 0 0 0 0,-5 9 1109 0 0,-2 18-446 0 0,5-3-182 0 0,1 0 1 0 0,1 1-1 0 0,1-1 0 0 0,1 0 0 0 0,8 41 0 0 0,37 116 381 0 0,-40-163-946 0 0,-4 5-234 0 0,-5-20-333 0 0,-4-12 61 0 0,-2-6 182 0 0,-17-32-342 0 0,-34-86 0 0 0,55 118 631 0 0,0-1 0 0 0,0 0-1 0 0,2 0 1 0 0,0-1 0 0 0,1 1 0 0 0,0-1-1 0 0,2 1 1 0 0,0-1 0 0 0,0 1 0 0 0,4-18-1 0 0,-3 28 29 0 0,1 0-1 0 0,0 0 1 0 0,0 0-1 0 0,0 1 1 0 0,1-1 0 0 0,-1 0-1 0 0,1 1 1 0 0,1 0-1 0 0,-1 0 1 0 0,1 0-1 0 0,0 0 1 0 0,0 0-1 0 0,8-7 1 0 0,-5 7 65 0 0,0 0 1 0 0,1 0-1 0 0,-1 0 1 0 0,1 1-1 0 0,0 0 1 0 0,0 0-1 0 0,0 1 1 0 0,1 0-1 0 0,10-2 1 0 0,-11 3-27 0 0,1 1 0 0 0,-1-1 1 0 0,1 2-1 0 0,-1-1 0 0 0,1 1 0 0 0,0 0 1 0 0,-1 1-1 0 0,1 0 0 0 0,-1 0 1 0 0,1 1-1 0 0,-1 0 0 0 0,1 0 0 0 0,-1 1 1 0 0,0 0-1 0 0,0 1 0 0 0,-1 0 1 0 0,1 0-1 0 0,-1 0 0 0 0,0 1 0 0 0,13 11 1 0 0,-16-12-46 0 0,1 1 0 0 0,-1 0 0 0 0,0 0 0 0 0,-1 0 0 0 0,1 0 0 0 0,-1 1 0 0 0,0 0 1 0 0,0-1-1 0 0,-1 1 0 0 0,0 0 0 0 0,0 0 0 0 0,0 0 0 0 0,-1 0 0 0 0,0 1 0 0 0,0-1 0 0 0,0 0 1 0 0,-1 1-1 0 0,0-1 0 0 0,0 0 0 0 0,-1 1 0 0 0,0-1 0 0 0,0 0 0 0 0,0 0 0 0 0,-1 1 0 0 0,0-1 1 0 0,0 0-1 0 0,0-1 0 0 0,-1 1 0 0 0,0 0 0 0 0,0-1 0 0 0,-1 1 0 0 0,1-1 0 0 0,-1 0 1 0 0,0 0-1 0 0,-8 7 0 0 0,-1 0-7 0 0,-1-1 1 0 0,0-1-1 0 0,0 0 0 0 0,-1-1 1 0 0,0 0-1 0 0,-1-1 1 0 0,0-1-1 0 0,0 0 1 0 0,-20 4-1 0 0,23-8-692 0 0,0 0-1 0 0,-1-1 1 0 0,-27 1-1 0 0,35-4-614 0 0,2-3-371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8:55.5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39 162 11178 0 0,'-3'22'1871'0'0,"0"1"-1"0"0,2-1 1 0 0,2 30-1 0 0,1-38-1399 0 0,0-1-1 0 0,0 0 0 0 0,1 1 1 0 0,1-1-1 0 0,0-1 0 0 0,11 23 1 0 0,-12-29-688 0 0,4 7 1374 0 0,-12-20-210 0 0,-6-13-936 0 0,1-1 1 0 0,1 0-1 0 0,1 0 1 0 0,0-1-1 0 0,2 0 0 0 0,1 0 1 0 0,0-1-1 0 0,2 1 1 0 0,0-1-1 0 0,2 0 1 0 0,3-45-1 0 0,-2 63-24 0 0,2-1-1 0 0,-1 1 0 0 0,1 0 1 0 0,-1 0-1 0 0,1 0 0 0 0,1 0 1 0 0,-1 0-1 0 0,1 0 1 0 0,0 1-1 0 0,0-1 0 0 0,0 1 1 0 0,1 0-1 0 0,-1 0 1 0 0,1 0-1 0 0,0 0 0 0 0,0 1 1 0 0,5-4-1 0 0,-6 5 15 0 0,0 0 0 0 0,0 1-1 0 0,0-1 1 0 0,0 1 0 0 0,0 0-1 0 0,0 0 1 0 0,0 0 0 0 0,0 0-1 0 0,0 0 1 0 0,0 1 0 0 0,1-1 0 0 0,-1 1-1 0 0,0 0 1 0 0,0 0 0 0 0,1 0-1 0 0,-1 1 1 0 0,0-1 0 0 0,0 1-1 0 0,0 0 1 0 0,1-1 0 0 0,-1 1-1 0 0,0 1 1 0 0,0-1 0 0 0,0 0 0 0 0,-1 1-1 0 0,1 0 1 0 0,0-1 0 0 0,0 1-1 0 0,3 3 1 0 0,8 10 50 0 0,-1 1 1 0 0,0 0-1 0 0,-1 0 0 0 0,0 1 1 0 0,-2 1-1 0 0,17 36 0 0 0,-11-22 56 0 0,24 36 0 0 0,-34-59-68 0 0,0-1 0 0 0,1 1 0 0 0,1-1 0 0 0,-1-1-1 0 0,1 1 1 0 0,0-1 0 0 0,1 0 0 0 0,11 6 0 0 0,-14-10-8 0 0,0 0 1 0 0,0 0-1 0 0,1-1 1 0 0,-1 0-1 0 0,0 0 1 0 0,1-1-1 0 0,-1 0 1 0 0,1 0-1 0 0,0-1 1 0 0,-1 1-1 0 0,1-1 1 0 0,-1-1-1 0 0,1 1 1 0 0,0-1-1 0 0,-1 0 1 0 0,1-1-1 0 0,-1 1 1 0 0,0-1-1 0 0,1-1 1 0 0,-1 1-1 0 0,0-1 1 0 0,0 0-1 0 0,7-5 1 0 0,-7 4-14 0 0,0 0 1 0 0,-1-1 0 0 0,1 1 0 0 0,-1-1 0 0 0,0 0-1 0 0,0 0 1 0 0,-1 0 0 0 0,1-1 0 0 0,-1 0 0 0 0,-1 0 0 0 0,1 0-1 0 0,-1 0 1 0 0,0-1 0 0 0,0 1 0 0 0,-1-1 0 0 0,1 1-1 0 0,-2-1 1 0 0,1 0 0 0 0,-1 0 0 0 0,0 0 0 0 0,0-12 0 0 0,-2 11-29 0 0,0-1 1 0 0,-1 0 0 0 0,0 1 0 0 0,-1-1 0 0 0,0 1 0 0 0,0 0-1 0 0,-1 0 1 0 0,0 0 0 0 0,0 0 0 0 0,-1 1 0 0 0,0-1 0 0 0,-7-6-1 0 0,10 10-3 0 0,-1 1 0 0 0,0 1 0 0 0,0-1 0 0 0,0 0 0 0 0,0 1 0 0 0,-1 0 0 0 0,1-1 0 0 0,-1 1 0 0 0,1 1 0 0 0,-1-1 0 0 0,0 0 0 0 0,-5-1 0 0 0,6 3 6 0 0,0 0 0 0 0,0-1 0 0 0,0 1 0 0 0,0 0-1 0 0,0 1 1 0 0,1-1 0 0 0,-1 0 0 0 0,0 1 0 0 0,0 0-1 0 0,0-1 1 0 0,1 1 0 0 0,-1 0 0 0 0,0 1 0 0 0,1-1-1 0 0,-1 0 1 0 0,1 1 0 0 0,-1-1 0 0 0,1 1 0 0 0,-3 3-1 0 0,1-2 19 0 0,0 0-1 0 0,1 1 1 0 0,-1 0-1 0 0,1-1 0 0 0,0 1 1 0 0,1 1-1 0 0,-1-1 1 0 0,0 0-1 0 0,1 0 0 0 0,0 1 1 0 0,0 0-1 0 0,1-1 1 0 0,-1 1-1 0 0,1 0 0 0 0,0 0 1 0 0,0 0-1 0 0,0 0 1 0 0,1-1-1 0 0,0 1 0 0 0,0 0 1 0 0,0 0-1 0 0,1 0 1 0 0,-1 0-1 0 0,1 0 0 0 0,0 0 1 0 0,1 0-1 0 0,3 9 1 0 0,-2-6 0 0 0,1 0 0 0 0,1 0 0 0 0,-1 0 1 0 0,1-1-1 0 0,0 1 0 0 0,1-1 0 0 0,0 0 1 0 0,0-1-1 0 0,0 1 0 0 0,1-1 0 0 0,0 0 1 0 0,0-1-1 0 0,1 0 0 0 0,12 7 1 0 0,-10-7-161 0 0,1-1 1 0 0,0 0-1 0 0,0-1 1 0 0,0 0-1 0 0,1 0 1 0 0,-1-1 0 0 0,1-1-1 0 0,11 0 1 0 0,-15-1-427 0 0,0 0 0 0 0,0-1 1 0 0,-1 0-1 0 0,1 0 0 0 0,0-1 1 0 0,0 0-1 0 0,12-6 0 0 0,-1-1-1441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8:55.8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15563 0 0,'0'0'2824'0'0,"12"15"403"0"0,0 17-2059 0 0,-1 1 0 0 0,-2 0 0 0 0,7 44-1 0 0,-5-19-617 0 0,-1-9-297 0 0,-6-23-195 0 0,2 0 0 0 0,1-1 0 0 0,0 1 0 0 0,15 29 0 0 0,-17-49 73 0 0,-1 0-3792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8:56.2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70 17516 0 0,'4'-5'318'0'0,"0"1"0"0"0,1 0 0 0 0,0 0 0 0 0,-1 0 1 0 0,1 0-1 0 0,0 0 0 0 0,1 1 0 0 0,-1 0 0 0 0,1 0 1 0 0,-1 1-1 0 0,1 0 0 0 0,12-4 0 0 0,3 1 655 0 0,0 1 1 0 0,29-2-1 0 0,59-1 742 0 0,122 9 0 0 0,-222-2-1995 0 0,32 4 334 0 0,-39-4-472 0 0,1 0 0 0 0,-1 1 0 0 0,0-1 0 0 0,0 1 0 0 0,0 0 1 0 0,0 0-1 0 0,1 0 0 0 0,-1 0 0 0 0,0 0 0 0 0,-1 0 0 0 0,1 0 0 0 0,0 1 0 0 0,0-1 0 0 0,2 3 0 0 0,0 2-3173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8:59.9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43 147 6169 0 0,'7'-51'4428'0'0,"-7"50"-4394"0"0,1-5 526 0 0,-2-2-189 0 0,-2 0-58 0 0,-3-21 716 0 0,5 15 187 0 0,3 4 62 0 0,-3-5 751 0 0,1 15-1930 0 0,0-1 1 0 0,0 1-1 0 0,0 0 0 0 0,-1 0 0 0 0,1-1 0 0 0,0 1 0 0 0,0 0 0 0 0,0 0 0 0 0,0-1 0 0 0,-1 1 1 0 0,1 0-1 0 0,0 0 0 0 0,0 0 0 0 0,-1-1 0 0 0,1 1 0 0 0,0 0 0 0 0,0 0 0 0 0,-1 0 0 0 0,1 0 0 0 0,0 0 1 0 0,0 0-1 0 0,-1-1 0 0 0,1 1 0 0 0,0 0 0 0 0,-1 0 0 0 0,1 0 0 0 0,-1 0 0 0 0,0 1-28 0 0,1-1 1 0 0,-1 0-1 0 0,0 1 0 0 0,0-1 0 0 0,0 1 1 0 0,0-1-1 0 0,0 1 0 0 0,0-1 0 0 0,1 1 0 0 0,-1 0 1 0 0,0 0-1 0 0,0-1 0 0 0,1 1 0 0 0,-1 0 0 0 0,1 0 1 0 0,-1 0-1 0 0,1-1 0 0 0,-1 1 0 0 0,1 0 0 0 0,-1 0 1 0 0,1 0-1 0 0,0 0 0 0 0,-1 2 0 0 0,-4 15 200 0 0,1 0 1 0 0,0 1-1 0 0,2-1 0 0 0,0 1 0 0 0,1 0 0 0 0,1-1 0 0 0,1 1 0 0 0,0 0 0 0 0,7 28 1 0 0,3 0 414 0 0,3 0-1 0 0,27 65 1 0 0,21 23 516 0 0,-52-116-996 0 0,2 0-1 0 0,0-1 1 0 0,1 0 0 0 0,27 27-1 0 0,-37-41-573 0 0,3 2 958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9:00.4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0 440 16379 0 0,'0'0'1649'0'0,"1"-6"603"0"0,0 2-2072 0 0,0 0 0 0 0,0 1-1 0 0,0-1 1 0 0,0 1 0 0 0,1-1 0 0 0,0 1-1 0 0,-1 0 1 0 0,1 0 0 0 0,1 0-1 0 0,3-6 1 0 0,33-28 856 0 0,-10 10-611 0 0,17-22 125 0 0,-2-1 0 0 0,-3-3 0 0 0,51-83 0 0 0,-70 98 42 0 0,-22 37-191 0 0,13 33-188 0 0,-1 0 0 0 0,-2 1-1 0 0,11 61 1 0 0,-4-17 342 0 0,37 97 600 0 0,-53-171-1622 0 0,1 6 1189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9:00.8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8 111 14155 0 0,'-2'-9'850'0'0,"0"0"0"0"0,1 0-1 0 0,-1-18 1 0 0,2 24-536 0 0,0 0-1 0 0,0-1 1 0 0,0 1-1 0 0,0 0 1 0 0,1-1-1 0 0,0 1 1 0 0,-1 0-1 0 0,1 0 1 0 0,0 0-1 0 0,0 0 1 0 0,1 0-1 0 0,-1 0 1 0 0,1 0-1 0 0,2-3 1 0 0,-4 5-254 0 0,1 1 0 0 0,-1-1 0 0 0,1 1 0 0 0,-1-1 1 0 0,1 1-1 0 0,0-1 0 0 0,-1 1 0 0 0,1-1 0 0 0,0 1 1 0 0,-1 0-1 0 0,1-1 0 0 0,0 1 0 0 0,0 0 0 0 0,-1 0 1 0 0,1-1-1 0 0,0 1 0 0 0,0 0 0 0 0,-1 0 0 0 0,1 0 0 0 0,0 0 1 0 0,0 0-1 0 0,0 0 0 0 0,-1 0 0 0 0,1 0 0 0 0,0 1 1 0 0,0-1-1 0 0,-1 0 0 0 0,1 0 0 0 0,0 1 0 0 0,0-1 0 0 0,-1 0 1 0 0,1 1-1 0 0,0-1 0 0 0,-1 1 0 0 0,1-1 0 0 0,0 1 1 0 0,-1-1-1 0 0,1 1 0 0 0,-1-1 0 0 0,1 1 0 0 0,-1-1 0 0 0,1 1 1 0 0,-1 0-1 0 0,0-1 0 0 0,1 1 0 0 0,-1 0 0 0 0,0 0 1 0 0,1 1-1 0 0,3 5 184 0 0,-1 0 0 0 0,0 0 0 0 0,3 13 0 0 0,-5-17-147 0 0,55 165 2198 0 0,4 14-905 0 0,-51-146-940 0 0,10 70 0 0 0,-17-89-341 0 0,-1-1 0 0 0,-1 1 1 0 0,-1 0-1 0 0,0 0 0 0 0,-2 0 0 0 0,-5 25 0 0 0,-5-5 326 0 0,3-14-1213 0 0,6-6-2482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2:13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232 113 8834 0 0,'2'0'153'0'0,"-1"0"0"0"0,0 0 0 0 0,0 0 0 0 0,0 0 0 0 0,0 1 0 0 0,0-1 0 0 0,0 0 0 0 0,0 1 0 0 0,0-1 0 0 0,0 1 0 0 0,0-1 0 0 0,0 1 0 0 0,0 0 0 0 0,0-1 0 0 0,0 1 0 0 0,0 0 0 0 0,0 0 0 0 0,0 0 0 0 0,-1-1 0 0 0,1 1 0 0 0,0 0 0 0 0,-1 0 0 0 0,1 0 0 0 0,-1 0 0 0 0,1 0 0 0 0,-1 0 0 0 0,1 0 0 0 0,-1 1 0 0 0,0-1 0 0 0,1 0 0 0 0,-1 0 0 0 0,0 0 0 0 0,0 0 0 0 0,0 0 0 0 0,0 0 0 0 0,0 3 0 0 0,-4 5 787 0 0,-12-5-295 0 0,5-2-200 0 0,5 3-129 0 0,0 6 134 0 0,-5 25 528 0 0,9-30-778 0 0,-96 318 3649 0 0,60-196-3027 0 0,16-57-324 0 0,-19 107 0 0 0,39-161-247 0 0,4-24 98 0 0,5-30-21 0 0,-1-12-262 0 0,2 0 0 0 0,15-50 0 0 0,-1 9-60 0 0,3-32-5 0 0,39-156-35 0 0,-55 249 13 0 0,22-44 0 0 0,-25 60 7 0 0,2 0 0 0 0,-1 0 0 0 0,1 1-1 0 0,1 0 1 0 0,13-15 0 0 0,-21 26 11 0 0,0 0-1 0 0,1 0 1 0 0,-1 0-1 0 0,0 0 0 0 0,0 1 1 0 0,0-1-1 0 0,0 0 1 0 0,1 0-1 0 0,-1 1 1 0 0,0-1-1 0 0,3 0 1 0 0,-4 1 2 0 0,1 0-1 0 0,-1 0 1 0 0,1 0 0 0 0,-1 0-1 0 0,1 0 1 0 0,-1 0 0 0 0,1 0 0 0 0,-1 0-1 0 0,1 0 1 0 0,-1 0 0 0 0,0 0-1 0 0,1 1 1 0 0,-1-1 0 0 0,1 0-1 0 0,-1 0 1 0 0,1 1 0 0 0,-1-1 0 0 0,0 0-1 0 0,1 0 1 0 0,-1 1 0 0 0,1-1-1 0 0,-1 0 1 0 0,1 1 0 0 0,1 3-1 0 0,-1-1 0 0 0,1 0 1 0 0,0 1-1 0 0,-1 0 1 0 0,0-1-1 0 0,0 1 0 0 0,1 4 1 0 0,-1-5 3 0 0,71 336 493 0 0,-44-197-267 0 0,-8-16-78 0 0,-14-78-356 0 0,2-1 0 0 0,28 92 0 0 0,-27-118-886 0 0,-6-16-1880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2:14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1 145 15219 0 0,'3'-6'688'0'0,"4"-4"17"0"0,5 3-1 0 0,-1-3 120 0 0,4 2-200 0 0,7-2-8 0 0,1 0 56 0 0,2 0-248 0 0,2 0 16 0 0,1 0-23 0 0,2 1-273 0 0,2 1-96 0 0,0-2-96 0 0,1 3-56 0 0,0 2-136 0 0,-1-1-793 0 0,0-3-559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2:14.3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38 12339 0 0,'-3'3'387'0'0,"0"0"-102"0"0,0-1 0 0 0,1 1 0 0 0,-1 0 0 0 0,1 0 0 0 0,-1 0 0 0 0,1 0 0 0 0,0 0 0 0 0,0 0 0 0 0,0 0 0 0 0,1 1 0 0 0,-1-1 0 0 0,1 1 0 0 0,0-1 0 0 0,-2 8 0 0 0,1 4 161 0 0,1 0 1 0 0,0 0-1 0 0,1 0 0 0 0,0 0 1 0 0,1 0-1 0 0,1 0 0 0 0,4 17 0 0 0,35 103 992 0 0,-29-99-1169 0 0,-5-15-161 0 0,22 57 149 0 0,-26-71-233 0 0,1 1 0 0 0,0-1 0 0 0,0 1 0 0 0,1-1 0 0 0,0 0 0 0 0,0-1 1 0 0,9 9-1 0 0,-14-14-19 0 0,1-1 1 0 0,-1 1-1 0 0,0-1 1 0 0,1 0-1 0 0,-1 1 1 0 0,0-1-1 0 0,1 0 1 0 0,-1 1-1 0 0,0-1 1 0 0,1 0 0 0 0,-1 1-1 0 0,1-1 1 0 0,-1 0-1 0 0,1 0 1 0 0,-1 1-1 0 0,1-1 1 0 0,-1 0-1 0 0,0 0 1 0 0,1 0-1 0 0,-1 0 1 0 0,1 0-1 0 0,-1 0 1 0 0,1 0 0 0 0,-1 1-1 0 0,1-2 1 0 0,0 1-1 0 0,-1 0 1 0 0,1 0-1 0 0,-1 0 1 0 0,1 0-1 0 0,-1 0 1 0 0,0 0-1 0 0,1 0 1 0 0,-1-1 0 0 0,1 1-1 0 0,-1 0 1 0 0,1 0-1 0 0,-1-1 1 0 0,1 1-1 0 0,-1 0 1 0 0,0-1-1 0 0,1 1 1 0 0,-1 0-1 0 0,0-1 1 0 0,1 1 0 0 0,-1 0-1 0 0,0-1 1 0 0,1 1-1 0 0,-1-1 1 0 0,0 1-1 0 0,0-1 1 0 0,0 1-1 0 0,1-1 1 0 0,-1 1-1 0 0,0-1 1 0 0,0 1-1 0 0,0-1 1 0 0,0 1 0 0 0,0-2-1 0 0,3-35 185 0 0,-3 31-166 0 0,-1-34 12 0 0,-2 0 0 0 0,-1 0-1 0 0,-16-63 1 0 0,-33-122-196 0 0,46 176-45 0 0,7 48 118 0 0,4 20-150 0 0,9 54 342 0 0,3 0 0 0 0,30 82 0 0 0,-37-130-23 0 0,1 0 1 0 0,2-1-1 0 0,0-1 0 0 0,1 1 1 0 0,2-2-1 0 0,0 0 0 0 0,1-1 1 0 0,1-1-1 0 0,32 30 0 0 0,-44-46-50 0 0,0 0 0 0 0,0 0 0 0 0,1-1-1 0 0,0 1 1 0 0,-1-1 0 0 0,1-1-1 0 0,10 4 1 0 0,-15-5-13 0 0,0-1-1 0 0,1 1 1 0 0,-1-1-1 0 0,1 0 1 0 0,0 1-1 0 0,-1-1 1 0 0,1 0-1 0 0,-1 0 1 0 0,1 0-1 0 0,-1 0 1 0 0,1 0-1 0 0,-1-1 1 0 0,1 1-1 0 0,-1 0 1 0 0,1-1-1 0 0,-1 1 1 0 0,1-1-1 0 0,-1 0 1 0 0,1 1 0 0 0,-1-1-1 0 0,0 0 1 0 0,1 0-1 0 0,-1 0 1 0 0,0 0-1 0 0,0 0 1 0 0,0 0-1 0 0,0 0 1 0 0,0 0-1 0 0,0 0 1 0 0,0-1-1 0 0,0 1 1 0 0,0 0-1 0 0,0-1 1 0 0,-1 1-1 0 0,1 0 1 0 0,0-4-1 0 0,4-12 136 0 0,0-1 0 0 0,-2 0 0 0 0,0 0-1 0 0,1-35 1 0 0,-8-74 156 0 0,-40-210-554 0 0,41 325-192 0 0,1 11-1121 0 0,4 20-2175 0 0,3-6 1265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2:14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95 229 11763 0 0,'-1'0'136'0'0,"0"0"1"0"0,0 0 0 0 0,0 0-1 0 0,0 0 1 0 0,1 0 0 0 0,-1 0 0 0 0,0 0-1 0 0,0 0 1 0 0,0 0 0 0 0,0 0 0 0 0,0 1-1 0 0,0-1 1 0 0,1 0 0 0 0,-1 1 0 0 0,0-1-1 0 0,0 0 1 0 0,1 1 0 0 0,-1-1-1 0 0,0 1 1 0 0,0 0 0 0 0,1-1 0 0 0,-1 1-1 0 0,0-1 1 0 0,1 1 0 0 0,-1 0 0 0 0,1 0-1 0 0,-1-1 1 0 0,1 1 0 0 0,-1 0 0 0 0,1 0-1 0 0,0-1 1 0 0,-1 1 0 0 0,1 0 0 0 0,0 0-1 0 0,0 0 1 0 0,0 0 0 0 0,-1 0-1 0 0,1 1 1 0 0,-5 36 1256 0 0,6 32 480 0 0,14 108-1 0 0,-4-77-1156 0 0,3 12-367 0 0,-12-99-329 0 0,2 0 1 0 0,0 0 0 0 0,0 0 0 0 0,1-1 0 0 0,13 24-1 0 0,-14-31-25 0 0,-3-5-20 0 0,-2-5-10 0 0,0 0 0 0 0,-1 0 0 0 0,1 0 1 0 0,-1 0-1 0 0,0 0 0 0 0,0 0 1 0 0,-1 1-1 0 0,-2-5 0 0 0,-5-7-31 0 0,-9-22 37 0 0,1-1 0 0 0,2 0 0 0 0,2-2 0 0 0,1 0-1 0 0,2 0 1 0 0,2-1 0 0 0,2 0 0 0 0,1-1 0 0 0,2 0 0 0 0,3-56 0 0 0,2 80 43 0 0,2-1 0 0 0,0 1 0 0 0,1 0 1 0 0,1-1-1 0 0,0 2 0 0 0,1-1 0 0 0,2 1 0 0 0,8-18 1 0 0,-10 25 55 0 0,0 0 1 0 0,1 0-1 0 0,-1 0 1 0 0,2 0-1 0 0,0 1 1 0 0,0 1-1 0 0,0-1 1 0 0,1 1-1 0 0,0 1 1 0 0,1 0-1 0 0,-1 0 1 0 0,2 1-1 0 0,16-9 1 0 0,-25 14-53 0 0,0 0 1 0 0,0 1-1 0 0,0-1 1 0 0,0 0-1 0 0,0 1 1 0 0,0 0-1 0 0,0-1 1 0 0,0 1-1 0 0,0 0 1 0 0,0 0-1 0 0,0 0 1 0 0,0 0-1 0 0,0 0 1 0 0,0 0-1 0 0,0 1 1 0 0,-1-1-1 0 0,1 1 1 0 0,0-1-1 0 0,0 1 1 0 0,3 2-1 0 0,-3-2-2 0 0,0 1 0 0 0,0 0 0 0 0,0-1-1 0 0,-1 1 1 0 0,1 0 0 0 0,-1 0 0 0 0,1 0 0 0 0,-1 0-1 0 0,0 1 1 0 0,0-1 0 0 0,0 0 0 0 0,0 1 0 0 0,0-1 0 0 0,1 4-1 0 0,0 3 16 0 0,-1 1 0 0 0,0 0 0 0 0,0 0 0 0 0,-1 0 0 0 0,0 0 0 0 0,-1-1 0 0 0,-2 15 0 0 0,-2 1 13 0 0,-2 0 0 0 0,0 0-1 0 0,-2-1 1 0 0,-13 28 0 0 0,14-37-124 0 0,0 0 0 0 0,-1-1 0 0 0,-1 0 0 0 0,0 0 0 0 0,-1-1 0 0 0,0 0 0 0 0,-18 15 0 0 0,1-10-780 0 0,27-16 542 0 0,-1-1 0 0 0,0 0 0 0 0,0 0 0 0 0,0 0 0 0 0,0 0 1 0 0,0 0-1 0 0,-1-1 0 0 0,1 1 0 0 0,0-1 0 0 0,0 1 0 0 0,-4-1 1 0 0,0-2-2425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2:15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64 12283 0 0,'2'14'759'0'0,"-1"-1"-1"0"0,-1 1 1 0 0,0-1 0 0 0,0 1 0 0 0,-2-1 0 0 0,0 0 0 0 0,-6 26 0 0 0,-1 9 558 0 0,-11 155 1311 0 0,19-173-2422 0 0,2 0 1 0 0,1-1 0 0 0,1 1-1 0 0,13 54 1 0 0,-9-64-96 0 0,1 0 0 0 0,1 0 0 0 0,1-1-1 0 0,12 19 1 0 0,-21-37 88 0 0,-1-1-187 0 0,1 0 0 0 0,-1 0 0 0 0,1-1 0 0 0,-1 1 0 0 0,1 0 0 0 0,-1-1 0 0 0,1 1-1 0 0,-1 0 1 0 0,1-1 0 0 0,-1 1 0 0 0,0-1 0 0 0,1 1 0 0 0,-1-1 0 0 0,0 1 0 0 0,1-1 0 0 0,-1 1 0 0 0,0-1 0 0 0,0 1-1 0 0,0-1 1 0 0,1 1 0 0 0,-1-1 0 0 0,0 1 0 0 0,0-1 0 0 0,0 0 0 0 0,0 1 0 0 0,0-1 0 0 0,0 1 0 0 0,0-1 0 0 0,0 1-1 0 0,0-1 1 0 0,0 0 0 0 0,0 1 0 0 0,0-1 0 0 0,-1 0 0 0 0,-3-23 129 0 0,-36-112 81 0 0,-1-2-172 0 0,31 97-58 0 0,2 1-1 0 0,2-2 1 0 0,-1-43 0 0 0,6 73-10 0 0,1-1 1 0 0,1 0-1 0 0,0 1 0 0 0,0-1 0 0 0,2 1 0 0 0,-1-1 0 0 0,2 1 0 0 0,0 0 1 0 0,0 0-1 0 0,1 0 0 0 0,0 1 0 0 0,1 0 0 0 0,1 0 0 0 0,10-14 1 0 0,-14 20 10 0 0,1 1 0 0 0,0 0-1 0 0,0 0 1 0 0,1 0 0 0 0,-1 0 0 0 0,1 1 0 0 0,0 0 0 0 0,0 0 0 0 0,0 0 0 0 0,0 0 0 0 0,1 1 0 0 0,-1 0 0 0 0,1 0 0 0 0,-1 1 0 0 0,1-1 0 0 0,0 1 0 0 0,-1 0 0 0 0,1 1 0 0 0,0-1 0 0 0,6 1 0 0 0,-6 1 11 0 0,-1 0 1 0 0,1 0 0 0 0,-1 1-1 0 0,0-1 1 0 0,0 1 0 0 0,1 0 0 0 0,-1 1-1 0 0,0-1 1 0 0,0 1 0 0 0,-1 0-1 0 0,1 0 1 0 0,-1 0 0 0 0,1 1-1 0 0,-1 0 1 0 0,0 0 0 0 0,-1 0-1 0 0,1 0 1 0 0,-1 0 0 0 0,1 1 0 0 0,4 9-1 0 0,-3-4 12 0 0,-1 0-1 0 0,0 0 1 0 0,-1 1-1 0 0,0-1 1 0 0,0 1 0 0 0,-1 0-1 0 0,-1-1 1 0 0,0 1-1 0 0,0 0 1 0 0,-1 0-1 0 0,0 0 1 0 0,-1 0-1 0 0,0 0 1 0 0,-1 0 0 0 0,-5 16-1 0 0,4-18-13 0 0,0 1-1 0 0,0-1 1 0 0,-1 0-1 0 0,0 0 1 0 0,0 0-1 0 0,-1-1 1 0 0,-1 1-1 0 0,1-1 1 0 0,-1 0-1 0 0,-1-1 1 0 0,1 0-1 0 0,-1 0 1 0 0,-1 0-1 0 0,1-1 1 0 0,-1 0-1 0 0,0 0 1 0 0,-13 6-1 0 0,17-10-300 0 0,1 0-1 0 0,-1-1 1 0 0,0 1-1 0 0,1-1 0 0 0,-1 0 1 0 0,0 0-1 0 0,0 0 1 0 0,1-1-1 0 0,-1 1 1 0 0,-6-1-1 0 0,1-4-1306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2:15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 12795 0 0,'3'-1'426'0'0,"0"1"0"0"0,0-1 0 0 0,-1 0-1 0 0,1 0 1 0 0,0 0 0 0 0,-1-1 0 0 0,1 1 0 0 0,-1 0 0 0 0,0-1 0 0 0,1 0 0 0 0,2-2 0 0 0,17-10 1356 0 0,2 6-1093 0 0,1 0 1 0 0,0 2-1 0 0,34-4 0 0 0,-56 10-869 0 0,1 0 0 0 0,-1 0 0 0 0,0 0 0 0 0,0 1 0 0 0,1-1 1 0 0,-1 1-1 0 0,0 0 0 0 0,0 0 0 0 0,0 0 0 0 0,0 0 0 0 0,0 0 0 0 0,0 1 0 0 0,0-1 1 0 0,0 1-1 0 0,4 3 0 0 0,-1 3-1783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2:15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13139 0 0,'3'-7'7577'0'0,"1"5"-7387"0"0,0-1 0 0 0,0 1 0 0 0,0 1 0 0 0,0-1 0 0 0,0 1 0 0 0,0 0-1 0 0,0-1 1 0 0,0 2 0 0 0,1-1 0 0 0,-1 1 0 0 0,0-1 0 0 0,1 1-1 0 0,-1 0 1 0 0,0 0 0 0 0,6 2 0 0 0,10 1-328 0 0,1 2 1 0 0,20 6-1 0 0,5 2-1688 0 0,-27-9 475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2:25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24 344 5593 0 0,'-1'0'4571'0'0,"0"0"-4028"0"0,0-1 48 0 0,0 1 19 0 0,-1-1-73 0 0,2 1-406 0 0,-1 1 0 0 0,1-1 0 0 0,-1 0 0 0 0,0 0-1 0 0,1 0 1 0 0,-1 0 0 0 0,0 0 0 0 0,1 0 0 0 0,-1 0 0 0 0,1-1-1 0 0,-1 1 1 0 0,0 0 0 0 0,1 0 0 0 0,-1 0 0 0 0,1-1 0 0 0,-1 1-1 0 0,0 0 1 0 0,1 0 0 0 0,-1-1 0 0 0,1 1 0 0 0,-1-1 0 0 0,1 1-1 0 0,-1 0 1 0 0,1-1 0 0 0,0 1 0 0 0,-1-1 0 0 0,1 1 0 0 0,-1-1-1 0 0,1 1 1 0 0,0-1 0 0 0,0 0 0 0 0,-1 1 0 0 0,1-1 0 0 0,0 1-1 0 0,0-1 1 0 0,0 0 0 0 0,-1 1 0 0 0,1-1 0 0 0,0 1 0 0 0,0-1-1 0 0,0 0 1 0 0,0 0 0 0 0,1-1-30 0 0,-1 0 0 0 0,1 0 1 0 0,-1 0-1 0 0,1 1 0 0 0,0-1 0 0 0,-1 0 1 0 0,1 0-1 0 0,0 1 0 0 0,0-1 0 0 0,0 1 0 0 0,0-1 1 0 0,1 1-1 0 0,1-2 0 0 0,204-191 4799 0 0,-188 175-4695 0 0,-12 12-178 0 0,-1 0-1 0 0,1 0 0 0 0,1 1 0 0 0,-1 0 0 0 0,1 0 1 0 0,0 0-1 0 0,0 1 0 0 0,1 1 0 0 0,0-1 1 0 0,-1 1-1 0 0,14-3 0 0 0,-21 6-215 0 0,18-4 618 0 0,-12 0-1653 0 0,-6-1-3881 0 0,-4 5 2842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2:25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72 9690 0 0,'6'-24'2702'0'0,"-5"21"-2207"0"0,-1 0-1 0 0,1 0 1 0 0,-1 0 0 0 0,1 0-1 0 0,0 1 1 0 0,0-1-1 0 0,0 0 1 0 0,2-3 0 0 0,-1-2 455 0 0,-2 8-846 0 0,0-1 0 0 0,0 1-1 0 0,0-1 1 0 0,1 0 0 0 0,-1 1 0 0 0,0-1-1 0 0,0 1 1 0 0,0-1 0 0 0,0 1-1 0 0,6-6 4542 0 0,-4 7-4312 0 0,-1 0-282 0 0,1 0-1 0 0,-1 0 1 0 0,1 0-1 0 0,-1 0 0 0 0,0 0 1 0 0,0 1-1 0 0,0-1 1 0 0,0 0-1 0 0,1 1 1 0 0,-2-1-1 0 0,1 0 1 0 0,0 1-1 0 0,0-1 1 0 0,1 3-1 0 0,8 29 595 0 0,1-1-235 0 0,16 31 202 0 0,-19-43-437 0 0,0 0 0 0 0,17 29 0 0 0,-5-18-38 0 0,-10-12-73 0 0,2-2 0 0 0,0 1 0 0 0,25 26 0 0 0,19 7-420 0 0,-15-20-2619 0 0,-30-24 1256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2:26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73 9218 0 0,'2'-8'491'0'0,"0"1"1"0"0,1-1-1 0 0,0 1 1 0 0,7-13-1 0 0,-10 19-345 0 0,1-1 1 0 0,0 1-1 0 0,0 0 0 0 0,0-1 0 0 0,0 1 0 0 0,0 0 1 0 0,0 0-1 0 0,0-1 0 0 0,0 1 0 0 0,0 0 0 0 0,0 0 0 0 0,1 0 1 0 0,-1 0-1 0 0,0 1 0 0 0,1-1 0 0 0,-1 0 0 0 0,0 1 0 0 0,1-1 1 0 0,-1 0-1 0 0,1 1 0 0 0,-1 0 0 0 0,1-1 0 0 0,0 1 0 0 0,-1 0 1 0 0,1 0-1 0 0,-1 0 0 0 0,1 0 0 0 0,0 0 0 0 0,-1 0 0 0 0,1 0 1 0 0,1 1-1 0 0,-1 0 9 0 0,0 1 0 0 0,1-1 0 0 0,-1 1 0 0 0,0-1 0 0 0,0 1-1 0 0,0 0 1 0 0,-1 0 0 0 0,1-1 0 0 0,0 2 0 0 0,-1-1 0 0 0,1 0 0 0 0,-1 0 0 0 0,0 0 0 0 0,1 1 0 0 0,0 2 0 0 0,13 40 868 0 0,-14-43-939 0 0,41 201 1731 0 0,-33-144-1525 0 0,2 0 0 0 0,32 92 0 0 0,-33-126-348 0 0,-5-15-181 0 0,0 1 0 0 0,-1 0 0 0 0,-1 0 1 0 0,0 0-1 0 0,0 0 0 0 0,1 13 0 0 0,-4-23-292 0 0,-3-2 301 0 0,1 0 0 0 0,0-1 0 0 0,0 0 0 0 0,0 1 0 0 0,0-1 0 0 0,0 0 0 0 0,0 0 1 0 0,0 0-1 0 0,0 0 0 0 0,1 0 0 0 0,-2-3 0 0 0,-20-29-752 0 0,-2 1 0 0 0,-41-44 0 0 0,33 41 878 0 0,21 22 132 0 0,-64-77 386 0 0,65 76-105 0 0,1-1 1 0 0,0 0 0 0 0,1 0 0 0 0,-9-23 0 0 0,17 35-190 0 0,-1 0 0 0 0,1 1 0 0 0,0-1 0 0 0,0 0 1 0 0,0 0-1 0 0,1 0 0 0 0,-1 0 0 0 0,1 0 0 0 0,0 1 0 0 0,0-1 0 0 0,1 0 0 0 0,-1 0 1 0 0,1 0-1 0 0,0 0 0 0 0,0 0 0 0 0,0 1 0 0 0,1-5 0 0 0,1 4-1 0 0,0 0-1 0 0,-1 0 1 0 0,1 0-1 0 0,0 1 1 0 0,1-1-1 0 0,-1 1 0 0 0,1-1 1 0 0,-1 1-1 0 0,1 0 1 0 0,0 1-1 0 0,0-1 1 0 0,0 1-1 0 0,9-4 1 0 0,1 0-18 0 0,1 1 1 0 0,1 0 0 0 0,-1 1-1 0 0,0 1 1 0 0,1 1-1 0 0,0 0 1 0 0,0 0 0 0 0,0 2-1 0 0,0 0 1 0 0,0 1-1 0 0,-1 1 1 0 0,1 0 0 0 0,0 1-1 0 0,-1 0 1 0 0,1 2 0 0 0,-1 0-1 0 0,0 0 1 0 0,-1 2-1 0 0,1-1 1 0 0,-1 2 0 0 0,-1 0-1 0 0,19 14 1 0 0,-19-12-59 0 0,-1 1 0 0 0,0-1 1 0 0,0 2-1 0 0,-2 0 0 0 0,1 0 1 0 0,-2 1-1 0 0,1 0 0 0 0,-2 0 0 0 0,14 29 1 0 0,-17-29-16 0 0,0-1 1 0 0,-1 1 0 0 0,-1 0 0 0 0,0 0-1 0 0,0 1 1 0 0,-2-1 0 0 0,0 1-1 0 0,0-1 1 0 0,-1 1 0 0 0,-1-1 0 0 0,0 0-1 0 0,-5 23 1 0 0,1-18-2 0 0,-2-1 1 0 0,1 1-1 0 0,-2-1 1 0 0,0-1-1 0 0,-1 0 1 0 0,-1 0-1 0 0,0 0 1 0 0,-1-1-1 0 0,-1-1 1 0 0,0 0-1 0 0,-1-1 0 0 0,-18 15 1 0 0,1-4 37 0 0,0-1 0 0 0,-2-2 0 0 0,0 0 0 0 0,-69 30-1 0 0,73-40-42 0 0,0 0 0 0 0,0-2 0 0 0,-1-1-1 0 0,-32 5 1 0 0,50-12-57 0 0,0 1-1 0 0,0-1 1 0 0,0-1 0 0 0,0 0-1 0 0,0 0 1 0 0,0-1 0 0 0,0-1-1 0 0,0 0 1 0 0,0 0 0 0 0,1-1-1 0 0,-1 0 1 0 0,1-1 0 0 0,0 0-1 0 0,-13-8 1 0 0,21 11-2 0 0,0-1 0 0 0,-1 1-1 0 0,1-1 1 0 0,0 0 0 0 0,0 0 0 0 0,0 0-1 0 0,0 0 1 0 0,0 0 0 0 0,1-1-1 0 0,-1 1 1 0 0,1-1 0 0 0,-1 1 0 0 0,1-1-1 0 0,0 1 1 0 0,0-1 0 0 0,0 0 0 0 0,-1-4-1 0 0,2 5 1 0 0,0 0 0 0 0,0 0 0 0 0,0-1-1 0 0,0 1 1 0 0,1 0 0 0 0,-1 0-1 0 0,0-1 1 0 0,1 1 0 0 0,0 0 0 0 0,-1 0-1 0 0,1 0 1 0 0,0 0 0 0 0,0 0-1 0 0,0 0 1 0 0,0 0 0 0 0,1 0 0 0 0,-1 0-1 0 0,1 1 1 0 0,-1-1 0 0 0,1 0-1 0 0,3-2 1 0 0,7-6-101 0 0,2 0 1 0 0,-1 1-1 0 0,1 1 0 0 0,1 0 1 0 0,-1 1-1 0 0,1 1 0 0 0,1 0 1 0 0,-1 1-1 0 0,1 0 0 0 0,0 2 1 0 0,16-3-1 0 0,19 2 102 0 0,-1 1 0 0 0,63 6-1 0 0,45-2 610 0 0,-136-2-427 0 0,0-2-1 0 0,-1 0 1 0 0,0-1-1 0 0,1-1 1 0 0,21-9-1 0 0,-18 5 80 0 0,-1-2 0 0 0,-1-1 0 0 0,33-21-1 0 0,-48 27-157 0 0,0 1-1 0 0,0-2 0 0 0,0 1 0 0 0,-1-1 1 0 0,0 0-1 0 0,-1-1 0 0 0,0 1 0 0 0,0-1 1 0 0,0-1-1 0 0,-1 1 0 0 0,0-1 0 0 0,4-11 1 0 0,-7 14-38 0 0,0-1 1 0 0,-1 1 0 0 0,1 0 0 0 0,-1-1-1 0 0,-1 1 1 0 0,0-1 0 0 0,0 0-1 0 0,0 1 1 0 0,0-1 0 0 0,-1 1-1 0 0,0-1 1 0 0,-1 1 0 0 0,1 0 0 0 0,-1-1-1 0 0,-1 1 1 0 0,1 0 0 0 0,-1 0-1 0 0,0 0 1 0 0,0 1 0 0 0,-1-1-1 0 0,1 1 1 0 0,-1 0 0 0 0,0 0-1 0 0,-1 0 1 0 0,-5-5 0 0 0,9 9-14 0 0,0 0 1 0 0,0 0-1 0 0,0 1 1 0 0,-1-1-1 0 0,1 0 0 0 0,0 0 1 0 0,-1 1-1 0 0,1-1 1 0 0,0 1-1 0 0,-1-1 0 0 0,1 1 1 0 0,-1 0-1 0 0,1 0 1 0 0,0-1-1 0 0,-1 1 1 0 0,1 0-1 0 0,-1 0 0 0 0,1 0 1 0 0,-1 0-1 0 0,1 1 1 0 0,-1-1-1 0 0,-1 1 0 0 0,1 0 11 0 0,-1 0-1 0 0,1 0 0 0 0,0 1 0 0 0,0-1 0 0 0,0 1 0 0 0,0 0 0 0 0,0-1 0 0 0,0 1 0 0 0,0 0 0 0 0,0 0 0 0 0,-2 4 0 0 0,-1 2 48 0 0,0 1 0 0 0,1 0 0 0 0,-1 0 0 0 0,2 1 0 0 0,-5 14-1 0 0,5-12-18 0 0,1 1 0 0 0,0-1 0 0 0,1 1-1 0 0,0 0 1 0 0,1 0 0 0 0,1 0-1 0 0,0-1 1 0 0,0 1 0 0 0,1 0-1 0 0,1-1 1 0 0,0 0 0 0 0,1 1-1 0 0,7 15 1 0 0,-8-22-82 0 0,0 1 0 0 0,1 0 1 0 0,-1-1-1 0 0,2 0 0 0 0,-1 0 0 0 0,1 0 0 0 0,-1-1 0 0 0,2 1 1 0 0,-1-1-1 0 0,0 0 0 0 0,1-1 0 0 0,0 1 0 0 0,0-1 0 0 0,1 0 0 0 0,-1-1 1 0 0,1 1-1 0 0,0-1 0 0 0,-1-1 0 0 0,1 1 0 0 0,1-1 0 0 0,-1 0 1 0 0,0-1-1 0 0,14 1 0 0 0,-13-1-499 0 0,0-1 0 0 0,0-1 0 0 0,1 1 0 0 0,-1-2 0 0 0,-1 1 0 0 0,12-4 0 0 0,-4 0-1499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2:27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79 15251 0 0,'0'0'3745'0'0,"0"2"-3095"0"0,-1 10-173 0 0,1 0 1 0 0,0 0 0 0 0,1 0 0 0 0,5 20 0 0 0,14 51 328 0 0,-14-63-571 0 0,-2-4-66 0 0,0-1 1 0 0,2 0 0 0 0,0 0 0 0 0,14 26 0 0 0,-17-36-130 0 0,0-1-1 0 0,1 1 1 0 0,-1-1 0 0 0,1 1 0 0 0,0-1-1 0 0,0 0 1 0 0,0-1 0 0 0,0 1 0 0 0,1-1-1 0 0,-1 0 1 0 0,1 0 0 0 0,0 0-1 0 0,0 0 1 0 0,0-1 0 0 0,1 0 0 0 0,-1 0-1 0 0,8 1 1 0 0,-10-3-13 0 0,0 0 0 0 0,-1 0 1 0 0,1 0-1 0 0,0 0 0 0 0,-1 0 0 0 0,1-1 1 0 0,0 1-1 0 0,-1-1 0 0 0,1 0 0 0 0,-1 0 1 0 0,1 0-1 0 0,-1 0 0 0 0,1 0 0 0 0,-1-1 1 0 0,0 1-1 0 0,1-1 0 0 0,-1 1 0 0 0,0-1 1 0 0,0 0-1 0 0,3-3 0 0 0,2-3 90 0 0,0-1-1 0 0,0 0 0 0 0,9-16 0 0 0,-8 9-1 0 0,-1 0-1 0 0,0 0 0 0 0,-1-1 0 0 0,0 0 0 0 0,-2 0 0 0 0,0-1 0 0 0,2-25 1 0 0,1-126-2445 0 0,-7 154 1626 0 0,0 5-688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2:27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10482 0 0,'6'-13'1773'0'0,"2"11"771"0"0,-7 3-2418 0 0,-1 0 1 0 0,1 0 0 0 0,0-1 0 0 0,0 1-1 0 0,0 0 1 0 0,0 0 0 0 0,-1 0-1 0 0,1 0 1 0 0,0 0 0 0 0,-1 1 0 0 0,1-1-1 0 0,-1 0 1 0 0,1 0 0 0 0,-1 0-1 0 0,0 0 1 0 0,1 1 0 0 0,-1-1 0 0 0,0 2-1 0 0,4 52 2008 0 0,-6 97 0 0 0,0-112-1726 0 0,-1 24 66 0 0,-2 84 289 0 0,6-121-640 0 0,1 0 1 0 0,1-1 0 0 0,9 39-1 0 0,-10-58-99 0 0,1 0-1 0 0,-1 1 1 0 0,1-2-1 0 0,0 1 1 0 0,1 0-1 0 0,0-1 1 0 0,0 1 0 0 0,0-1-1 0 0,1 0 1 0 0,-1 0-1 0 0,1-1 1 0 0,12 10-1 0 0,-14-12-8 0 0,1-1 0 0 0,-1 0-1 0 0,1 0 1 0 0,0 0-1 0 0,0 0 1 0 0,-1-1 0 0 0,1 1-1 0 0,0-1 1 0 0,0 0 0 0 0,1 0-1 0 0,-1 0 1 0 0,0-1 0 0 0,0 0-1 0 0,0 1 1 0 0,0-2-1 0 0,1 1 1 0 0,-1 0 0 0 0,0-1-1 0 0,0 0 1 0 0,0 0 0 0 0,0 0-1 0 0,0 0 1 0 0,0 0 0 0 0,6-4-1 0 0,5-3 25 0 0,-1 0 0 0 0,0-1-1 0 0,-1 0 1 0 0,0-1 0 0 0,-1 0-1 0 0,0-1 1 0 0,15-18 0 0 0,-19 20-22 0 0,-1 0-1 0 0,-1-1 1 0 0,0 1 0 0 0,0-1 0 0 0,-1-1 0 0 0,0 1 0 0 0,-1-1 0 0 0,0 0 0 0 0,-1 0 0 0 0,0 0-1 0 0,2-14 1 0 0,0-3 9 0 0,-5 27-49 0 0,-10 18-68 0 0,5-1 96 0 0,1 0-1 0 0,1 0 1 0 0,1 0 0 0 0,0 0-1 0 0,1 0 1 0 0,1 23-1 0 0,0-31 2 0 0,1 0 0 0 0,0 1 1 0 0,0-1-1 0 0,0 0 0 0 0,1 1 0 0 0,1-1 0 0 0,-1 0 0 0 0,1-1 0 0 0,0 1 0 0 0,6 9 0 0 0,-7-13-131 0 0,0-1 0 0 0,0 0 0 0 0,1-1-1 0 0,-1 1 1 0 0,0 0 0 0 0,1 0 0 0 0,0-1 0 0 0,-1 0-1 0 0,1 1 1 0 0,0-1 0 0 0,0 0 0 0 0,1-1-1 0 0,-1 1 1 0 0,0 0 0 0 0,1-1 0 0 0,-1 0 0 0 0,0 0-1 0 0,1 0 1 0 0,0 0 0 0 0,-1 0 0 0 0,1-1-1 0 0,-1 1 1 0 0,1-1 0 0 0,0 0 0 0 0,6-1 0 0 0,10-3-2304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2:28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2 15803 0 0,'-30'-1'1121'0'0,"9"2"-761"0"0,4 1-176 0 0,-1 0 376 0 0,4 1-168 0 0,-1 0-168 0 0,10 2-32 0 0,4 2 40 0 0,-6 0-192 0 0,10-1-264 0 0,4 3-248 0 0,3-1-144 0 0,2 0-352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2:28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77 159 16732 0 0,'-12'18'1043'0'0,"1"1"0"0"0,0 1 0 0 0,2-1 0 0 0,-11 31 0 0 0,17-40-911 0 0,0 1-1 0 0,1-1 1 0 0,0 1 0 0 0,0 0 0 0 0,1 0-1 0 0,1 0 1 0 0,0 0 0 0 0,0 0-1 0 0,1 0 1 0 0,4 17 0 0 0,-5-27 250 0 0,20-21-50 0 0,-8-11-227 0 0,-1 0 0 0 0,-2-1 0 0 0,6-37 0 0 0,-11 44-112 0 0,2 0-1 0 0,0 1 1 0 0,2-1-1 0 0,0 1 0 0 0,2 1 1 0 0,18-34-1 0 0,-27 55 0 0 0,1-1-1 0 0,-1 1 1 0 0,1 0-1 0 0,-1-1 1 0 0,1 1-1 0 0,0 0 1 0 0,0 0-1 0 0,0 0 1 0 0,0 1-1 0 0,1-1 1 0 0,-1 0-1 0 0,0 1 1 0 0,1-1-1 0 0,-1 1 0 0 0,1 0 1 0 0,0 0-1 0 0,-1 0 1 0 0,1 0-1 0 0,0 1 1 0 0,-1-1-1 0 0,1 1 1 0 0,0-1-1 0 0,0 1 1 0 0,3 0-1 0 0,-2 1 0 0 0,-1 0-1 0 0,0 0 1 0 0,0 0-1 0 0,0 0 1 0 0,0 0-1 0 0,0 1 0 0 0,0-1 1 0 0,-1 1-1 0 0,1 0 1 0 0,0 0-1 0 0,-1 0 1 0 0,1 0-1 0 0,-1 1 1 0 0,0-1-1 0 0,0 1 1 0 0,0-1-1 0 0,0 1 0 0 0,0 0 1 0 0,-1 0-1 0 0,3 4 1 0 0,3 8 6 0 0,-1 0 0 0 0,-1 1 0 0 0,0 0 0 0 0,-1 0 0 0 0,3 24 0 0 0,2 84 30 0 0,-4-23 24 0 0,10-58 252 0 0,-5-55-79 0 0,44-154 16 0 0,-50 146-240 0 0,26-86 30 0 0,-26 97-41 0 0,0-1 1 0 0,0 1 0 0 0,1 0 0 0 0,0 0 0 0 0,0 0 0 0 0,1 1 0 0 0,0 0-1 0 0,12-11 1 0 0,-17 18 4 0 0,0-1-1 0 0,0 1 0 0 0,1 0 0 0 0,-1 0 0 0 0,0 0 0 0 0,1 0 1 0 0,-1 0-1 0 0,1 0 0 0 0,-1 0 0 0 0,1 1 0 0 0,-1-1 1 0 0,1 0-1 0 0,0 1 0 0 0,-1 0 0 0 0,1-1 0 0 0,0 1 1 0 0,0 0-1 0 0,-1 0 0 0 0,1 0 0 0 0,0 0 0 0 0,0 0 1 0 0,-1 0-1 0 0,3 1 0 0 0,-1 0-2 0 0,-1 0-1 0 0,1 0 1 0 0,-1 1-1 0 0,0-1 1 0 0,0 1 0 0 0,0 0-1 0 0,0-1 1 0 0,0 1-1 0 0,0 0 1 0 0,0 0 0 0 0,0 0-1 0 0,-1 1 1 0 0,3 3 0 0 0,2 5-5 0 0,-1 1 0 0 0,0 0 1 0 0,0 0-1 0 0,-1 0 1 0 0,3 15-1 0 0,12 76 8 0 0,8 35 115 0 0,-27-137 124 0 0,1-4-223 0 0,0 1 1 0 0,0 0-1 0 0,0-1 0 0 0,-1 1 0 0 0,1 0 0 0 0,-1-1 0 0 0,1 1 0 0 0,-1-4 0 0 0,1 0 1 0 0,8-42-27 0 0,15-65-178 0 0,-19 95 100 0 0,1 1 1 0 0,0 0-1 0 0,1 1 1 0 0,13-22-1 0 0,-18 35 65 0 0,0 0-1 0 0,0 0 1 0 0,0 0-1 0 0,1 0 1 0 0,-1 0-1 0 0,1 1 1 0 0,0-1-1 0 0,-1 1 1 0 0,1 0-1 0 0,0 0 1 0 0,7-3 0 0 0,-9 4 20 0 0,0 1 0 0 0,0 0 0 0 0,0-1 0 0 0,1 1 0 0 0,-1 0 1 0 0,0 0-1 0 0,1 0 0 0 0,-1 0 0 0 0,0 0 0 0 0,0 0 0 0 0,1 0 1 0 0,-1 0-1 0 0,0 0 0 0 0,0 1 0 0 0,1-1 0 0 0,-1 0 1 0 0,0 1-1 0 0,0-1 0 0 0,0 1 0 0 0,1 0 0 0 0,-1-1 0 0 0,0 1 1 0 0,0 0-1 0 0,0 0 0 0 0,0-1 0 0 0,0 1 0 0 0,0 0 0 0 0,-1 0 1 0 0,1 0-1 0 0,0 0 0 0 0,0 0 0 0 0,-1 0 0 0 0,1 1 1 0 0,0-1-1 0 0,-1 0 0 0 0,1 2 0 0 0,9 20-14 0 0,11 39 0 0 0,-14-39 67 0 0,1 0 1 0 0,15 29-1 0 0,-20-45-27 0 0,1-1-1 0 0,0 0 0 0 0,0 0 0 0 0,0 0 1 0 0,1-1-1 0 0,0 0 0 0 0,0 0 0 0 0,0 0 1 0 0,1 0-1 0 0,0-1 0 0 0,0 0 0 0 0,8 5 1 0 0,-11-8-2 0 0,-1 1 0 0 0,1-1 0 0 0,-1 0 1 0 0,1 0-1 0 0,0-1 0 0 0,-1 1 0 0 0,1 0 0 0 0,0-1 1 0 0,-1 0-1 0 0,1 1 0 0 0,0-1 0 0 0,0 0 0 0 0,-1 0 1 0 0,1-1-1 0 0,0 1 0 0 0,0-1 0 0 0,-1 1 0 0 0,1-1 1 0 0,3-1-1 0 0,-3 0 4 0 0,1 0 0 0 0,-1 0 1 0 0,0-1-1 0 0,1 1 0 0 0,-1-1 0 0 0,-1 0 1 0 0,1 0-1 0 0,0 0 0 0 0,-1 0 0 0 0,1 0 1 0 0,3-7-1 0 0,1-4 13 0 0,-1 0 0 0 0,-1 0 0 0 0,0 0 0 0 0,-1-1 0 0 0,5-27 0 0 0,3-71 62 0 0,-8 89-138 0 0,-3 24-33 0 0,-3 14 69 0 0,1 10 81 0 0,1 0 0 0 0,1 0 0 0 0,1 0 0 0 0,1 0 0 0 0,1 0 0 0 0,1 0 0 0 0,11 28 0 0 0,-13-42-44 0 0,0 0-1 0 0,1-1 1 0 0,0 0-1 0 0,1 0 1 0 0,0 0-1 0 0,7 10 1 0 0,-10-17-101 0 0,0 0 0 0 0,0 0 0 0 0,0 0 0 0 0,1 0 0 0 0,-1 0 0 0 0,0 0 0 0 0,1 0 0 0 0,-1-1 0 0 0,1 1 0 0 0,0-1 0 0 0,-1 0 0 0 0,1 0 1 0 0,0 0-1 0 0,0 0 0 0 0,0 0 0 0 0,0 0 0 0 0,0-1 0 0 0,0 0 0 0 0,0 1 0 0 0,0-1 0 0 0,0 0 0 0 0,0-1 0 0 0,0 1 0 0 0,0 0 0 0 0,3-2 0 0 0,11-1-994 0 0,2-2-429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2:29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20 19508 0 0,'-8'-3'1376'0'0,"4"1"-975"0"0,1 1 1399 0 0,13-6-2120 0 0,0 7-16 0 0,2-2-144 0 0,1 1-873 0 0,5 1-287 0 0,1 0-424 0 0,-1-4-1033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2:29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0 14803 0 0,'-32'141'8747'0'0,"3"18"-6018"0"0,20-95-2404 0 0,3 0 0 0 0,2 0 0 0 0,6 72 0 0 0,-1-121-272 0 0,1-1 0 0 0,0 1 0 0 0,1-1 0 0 0,1 0 0 0 0,0 0 0 0 0,12 26 0 0 0,-14-36-51 0 0,0 0 1 0 0,1 0 0 0 0,-1 0 0 0 0,1 0 0 0 0,0 0 0 0 0,0 0 0 0 0,1-1 0 0 0,-1 1 0 0 0,1-1 0 0 0,-1 0-1 0 0,1 0 1 0 0,0 0 0 0 0,0-1 0 0 0,0 1 0 0 0,1-1 0 0 0,-1 0 0 0 0,1-1 0 0 0,-1 1 0 0 0,1 0 0 0 0,-1-1-1 0 0,1 0 1 0 0,0 0 0 0 0,0-1 0 0 0,6 1 0 0 0,-3-2-230 0 0,0 1 1 0 0,-1-1-1 0 0,1 0 0 0 0,-1 0 1 0 0,1-1-1 0 0,-1 0 0 0 0,0-1 1 0 0,0 1-1 0 0,0-1 1 0 0,0-1-1 0 0,0 1 0 0 0,-1-1 1 0 0,1-1-1 0 0,-1 1 0 0 0,0-1 1 0 0,-1 0-1 0 0,7-7 0 0 0,2 1-1830 0 0</inkml:trace>
  <inkml:trace contextRef="#ctx0" brushRef="#br0" timeOffset="1">5 482 19308 0 0,'0'0'4861'0'0,"15"5"-3426"0"0,15-1-1567 0 0,0-1 0 0 0,1-1-1 0 0,0-2 1 0 0,-1-1 0 0 0,32-6 0 0 0,-34 3-1858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2:30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294 2 12067 0 0,'-2'0'208'0'0,"1"-1"1"0"0,-1 1 0 0 0,1 0 0 0 0,-1 0 0 0 0,1 0 0 0 0,-1 0 0 0 0,1 0 0 0 0,0 0 0 0 0,-1 0 0 0 0,1 1 0 0 0,-1-1 0 0 0,1 1 0 0 0,-1-1-1 0 0,1 1 1 0 0,0-1 0 0 0,-1 1 0 0 0,1 0 0 0 0,0-1 0 0 0,0 1 0 0 0,0 0 0 0 0,-1 0 0 0 0,1 0 0 0 0,0 0 0 0 0,0 0 0 0 0,0 0 0 0 0,0 0-1 0 0,1 1 1 0 0,-2 1 0 0 0,-27 41 1576 0 0,26-38-1400 0 0,0-2-261 0 0,-151 290 2997 0 0,147-279-3200 0 0,5-8-250 0 0,-1 0-1 0 0,0 0 1 0 0,0-1 0 0 0,0 1-1 0 0,-1-1 1 0 0,0 0-1 0 0,0 0 1 0 0,-1 0-1 0 0,-8 9 1 0 0,3-13-3929 0 0,4-4 1192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2:30.5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11570 0 0,'0'-3'346'0'0,"0"1"0"0"0,1 0-1 0 0,-1 0 1 0 0,1-1-1 0 0,-1 1 1 0 0,1 0-1 0 0,-1 0 1 0 0,1 0 0 0 0,0 0-1 0 0,0 0 1 0 0,0 0-1 0 0,0 0 1 0 0,1 0 0 0 0,-1 0-1 0 0,0 0 1 0 0,1 1-1 0 0,1-3 1 0 0,-2 4-229 0 0,0-1 1 0 0,0 0-1 0 0,0 1 1 0 0,0-1-1 0 0,0 1 1 0 0,0-1-1 0 0,0 1 1 0 0,0 0-1 0 0,0-1 1 0 0,0 1-1 0 0,0 0 1 0 0,0 0-1 0 0,0 0 1 0 0,0 0-1 0 0,0 0 1 0 0,0 0-1 0 0,0 0 1 0 0,0 0-1 0 0,0 0 1 0 0,0 0-1 0 0,0 1 1 0 0,0-1-1 0 0,0 0 0 0 0,0 1 1 0 0,0-1-1 0 0,0 1 1 0 0,0-1-1 0 0,0 1 1 0 0,-1-1-1 0 0,1 1 1 0 0,0-1-1 0 0,0 1 1 0 0,0 0-1 0 0,-1 0 1 0 0,1-1-1 0 0,0 1 1 0 0,-1 0-1 0 0,2 1 1 0 0,21 30 145 0 0,3-2 0 0 0,0-1 0 0 0,2-1 0 0 0,51 40 0 0 0,26 4-2486 0 0,-79-54 962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2:30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237 118 8458 0 0,'7'-25'1339'0'0,"-3"13"-253"0"0,0 0 1 0 0,-2 0-1 0 0,1 0 0 0 0,0-17 1 0 0,-3 28-1004 0 0,0 1 0 0 0,0-1 1 0 0,0 0-1 0 0,0 1 1 0 0,0-1-1 0 0,0 1 0 0 0,-1-1 1 0 0,1 0-1 0 0,0 1 1 0 0,0-1-1 0 0,-1 1 1 0 0,1-1-1 0 0,0 0 0 0 0,-1 1 1 0 0,1-1-1 0 0,-1 1 1 0 0,1-1-1 0 0,-1 1 0 0 0,1-1 1 0 0,-1 1-1 0 0,1 0 1 0 0,-1-1-1 0 0,1 1 0 0 0,-1 0 1 0 0,1-1-1 0 0,-1 1 1 0 0,0 0-1 0 0,1 0 1 0 0,-1-1-1 0 0,0 1 0 0 0,1 0 1 0 0,-1 0-1 0 0,1 0 1 0 0,-1 0-1 0 0,0 0 0 0 0,1 0 1 0 0,-1 0-1 0 0,0 0 1 0 0,1 0-1 0 0,-1 0 1 0 0,0 0-1 0 0,1 0 0 0 0,-1 1 1 0 0,0-1-1 0 0,1 0 1 0 0,-2 1-1 0 0,-2 0 130 0 0,0 1 0 0 0,0-1 0 0 0,1 1 0 0 0,-1-1 0 0 0,0 1 0 0 0,-5 4 0 0 0,-2 4 14 0 0,1 1 0 0 0,0-1 0 0 0,1 2 0 0 0,0-1 0 0 0,0 1 0 0 0,2 1 0 0 0,-13 24 0 0 0,-33 100 711 0 0,51-132-899 0 0,-13 42 143 0 0,1 0 0 0 0,3 0 0 0 0,2 1 0 0 0,2 1 0 0 0,2-1 0 0 0,2 85 0 0 0,5-107-145 0 0,1-1 0 0 0,1 0 0 0 0,1 0 0 0 0,1 0 0 0 0,1-1-1 0 0,14 30 1 0 0,-13-37-11 0 0,0-1 0 0 0,2 0 0 0 0,0 0-1 0 0,1-1 1 0 0,0 0 0 0 0,1-1-1 0 0,1 0 1 0 0,0-1 0 0 0,21 16 0 0 0,-23-21-14 0 0,0 0 0 0 0,1-1 1 0 0,0 0-1 0 0,0-1 0 0 0,1 0 1 0 0,-1-1-1 0 0,1-1 0 0 0,0 0 1 0 0,1 0-1 0 0,-1-2 0 0 0,23 3 1 0 0,-27-4-187 0 0,0-1 1 0 0,0-1-1 0 0,0 1 1 0 0,0-1-1 0 0,0-1 1 0 0,0 0 0 0 0,0 0-1 0 0,0-1 1 0 0,0 0-1 0 0,-1 0 1 0 0,1-1-1 0 0,-1 0 1 0 0,0-1 0 0 0,-1 1-1 0 0,1-2 1 0 0,-1 1-1 0 0,0-1 1 0 0,8-8-1 0 0,-8 8-379 0 0,-1 0 1 0 0,0-1-1 0 0,-1 0 0 0 0,1 0 0 0 0,-1-1 0 0 0,-1 1 0 0 0,1-1 0 0 0,-1 0 0 0 0,5-16 0 0 0,-4 5-774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2:31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180 107 11130 0 0,'0'-4'668'0'0,"0"0"-1"0"0,0-1 1 0 0,-1 1-1 0 0,0 0 1 0 0,1-1-1 0 0,-2 1 0 0 0,1 0 1 0 0,0 0-1 0 0,-1 0 1 0 0,0 0-1 0 0,0 0 0 0 0,-4-6 1 0 0,4 8-555 0 0,1 1 0 0 0,0-1 1 0 0,-1 1-1 0 0,1 0 0 0 0,-1 0 1 0 0,1 0-1 0 0,-1-1 0 0 0,1 2 0 0 0,-1-1 1 0 0,0 0-1 0 0,0 0 0 0 0,1 0 0 0 0,-1 1 1 0 0,0-1-1 0 0,0 1 0 0 0,0 0 1 0 0,0-1-1 0 0,0 1 0 0 0,0 0 0 0 0,1 0 1 0 0,-1 0-1 0 0,0 0 0 0 0,0 1 1 0 0,0-1-1 0 0,0 0 0 0 0,0 1 0 0 0,1-1 1 0 0,-1 1-1 0 0,0 0 0 0 0,0 0 0 0 0,1-1 1 0 0,-3 3-1 0 0,-3 0-66 0 0,0 1 0 0 0,1 1-1 0 0,-1-1 1 0 0,1 1 0 0 0,0 0 0 0 0,0 0-1 0 0,1 1 1 0 0,0 0 0 0 0,0 0 0 0 0,0 0 0 0 0,0 1-1 0 0,1-1 1 0 0,0 1 0 0 0,1 0 0 0 0,0 0-1 0 0,-5 15 1 0 0,5-11-18 0 0,1 0-1 0 0,0 0 0 0 0,0 0 1 0 0,1 0-1 0 0,1 1 0 0 0,0-1 1 0 0,0 1-1 0 0,1-1 0 0 0,1 0 0 0 0,0 0 1 0 0,3 13-1 0 0,-2-14-13 0 0,0-1 0 0 0,1 0 0 0 0,0 1 0 0 0,0-2 0 0 0,1 1-1 0 0,0 0 1 0 0,1-1 0 0 0,0 0 0 0 0,0 0 0 0 0,1-1 0 0 0,-1 0 0 0 0,14 11 0 0 0,-14-14 3 0 0,0 0 1 0 0,0 0 0 0 0,0-1 0 0 0,1 0-1 0 0,0 0 1 0 0,-1 0 0 0 0,1-1-1 0 0,0 0 1 0 0,0 0 0 0 0,0-1 0 0 0,1 0-1 0 0,-1 0 1 0 0,0-1 0 0 0,0 0 0 0 0,1 0-1 0 0,-1-1 1 0 0,0 1 0 0 0,12-4-1 0 0,-7 0 6 0 0,0 0 0 0 0,0 0 0 0 0,-1-1 0 0 0,1 0 0 0 0,-1-1 0 0 0,-1 0 0 0 0,1-1 0 0 0,-1-1 0 0 0,0 1 0 0 0,0-1 0 0 0,-1-1 0 0 0,0 0-1 0 0,-1 0 1 0 0,0-1 0 0 0,0 0 0 0 0,-1 0 0 0 0,8-17 0 0 0,-11 19-18 0 0,0 1 0 0 0,-1-1 0 0 0,0 1 0 0 0,-1-1 0 0 0,0 0 0 0 0,0 0 0 0 0,0 0 0 0 0,-1 0 0 0 0,-1 0 0 0 0,1 0 0 0 0,-1-1 0 0 0,0 1-1 0 0,-1 0 1 0 0,0 0 0 0 0,-1 0 0 0 0,1 0 0 0 0,-1 0 0 0 0,-1 0 0 0 0,0 0 0 0 0,0 1 0 0 0,0-1 0 0 0,-1 1 0 0 0,0 0 0 0 0,0 0 0 0 0,-1 0 0 0 0,0 1 0 0 0,-9-10 0 0 0,6 9-26 0 0,0 0 0 0 0,0 0 0 0 0,-1 1 0 0 0,0 0 0 0 0,0 1 0 0 0,0 0 1 0 0,-1 0-1 0 0,0 1 0 0 0,0 0 0 0 0,-20-5 0 0 0,21 7-89 0 0,-1 0-1 0 0,1 1 1 0 0,-1 0 0 0 0,1 0 0 0 0,-1 1-1 0 0,1 1 1 0 0,-1-1 0 0 0,1 1 0 0 0,-1 1 0 0 0,1 0-1 0 0,0 0 1 0 0,-14 6 0 0 0,21-7-136 0 0,-1 0-1 0 0,1 0 1 0 0,0 1 0 0 0,0-1 0 0 0,0 0-1 0 0,0 1 1 0 0,0-1 0 0 0,1 1 0 0 0,-1 0-1 0 0,0 0 1 0 0,1-1 0 0 0,0 1 0 0 0,-1 0 0 0 0,1 0-1 0 0,0 0 1 0 0,0 1 0 0 0,0-1 0 0 0,0 0-1 0 0,0 0 1 0 0,0 1 0 0 0,1-1 0 0 0,-1 0-1 0 0,1 1 1 0 0,0-1 0 0 0,-1 0 0 0 0,2 6-1 0 0,0 1-1597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2:31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1 110 11875 0 0,'2'2'382'0'0,"0"0"0"0"0,0-1 0 0 0,0 1 0 0 0,0 1 0 0 0,-1-1 0 0 0,1 0 0 0 0,0 0 0 0 0,-1 1 0 0 0,0-1 0 0 0,1 1 0 0 0,-1-1 0 0 0,0 1 0 0 0,1 4 0 0 0,6 42 1648 0 0,-4-25-1133 0 0,5 18-172 0 0,3-1 0 0 0,1 0 0 0 0,2-1 1 0 0,22 43-1 0 0,-37-82-2 0 0,-1-17-149 0 0,-9-22-507 0 0,1 0-1 0 0,2-1 1 0 0,2 0-1 0 0,2 0 1 0 0,1 0-1 0 0,5-43 1 0 0,-2 72-87 0 0,0 0 1 0 0,2-1 0 0 0,-1 2-1 0 0,1-1 1 0 0,0 0 0 0 0,1 0-1 0 0,0 1 1 0 0,9-13-1 0 0,-12 19 12 0 0,0 1 0 0 0,1 0 0 0 0,-1 0 0 0 0,1-1 0 0 0,0 1 0 0 0,-1 0 0 0 0,1 1 0 0 0,0-1 0 0 0,0 0 0 0 0,0 0 0 0 0,0 1 0 0 0,1 0 0 0 0,-1-1 0 0 0,0 1 0 0 0,1 0 0 0 0,-1 0 0 0 0,1 0 0 0 0,-1 0 0 0 0,1 0 0 0 0,-1 1 0 0 0,1-1 0 0 0,-1 1 0 0 0,1 0 0 0 0,0 0 0 0 0,-1 0 0 0 0,1 0 0 0 0,0 0 0 0 0,-1 0 0 0 0,1 1 0 0 0,-1-1 0 0 0,1 1 0 0 0,0 0 0 0 0,-1 0 0 0 0,0 0 0 0 0,1 0 0 0 0,-1 0 0 0 0,0 0 0 0 0,3 3 0 0 0,2 0 7 0 0,-1 1 0 0 0,-1 0 0 0 0,1 0 0 0 0,-1 1 1 0 0,1 0-1 0 0,-2 0 0 0 0,1 0 0 0 0,-1 0 0 0 0,0 1 0 0 0,6 11 0 0 0,1 8 19 0 0,12 42-1 0 0,-19-57-10 0 0,22 105 42 0 0,-20-84-26 0 0,-4 16 66 0 0,-2-34 251 0 0,-12-21-196 0 0,11 4-130 0 0,-1-1-1 0 0,0 0 0 0 0,1 1 0 0 0,0-1 0 0 0,0 0 0 0 0,0 1 0 0 0,0-1 0 0 0,1 0 0 0 0,-1 0 1 0 0,1 0-1 0 0,0 0 0 0 0,1-5 0 0 0,-1-4 3 0 0,-1-8-9 0 0,1 0 0 0 0,1 0 1 0 0,1 0-1 0 0,1 0 0 0 0,6-21 0 0 0,-6 30-26 0 0,1 0 0 0 0,0 1 0 0 0,1-1 0 0 0,0 1 0 0 0,1 0 0 0 0,0 1 0 0 0,1-1 1 0 0,0 1-1 0 0,0 1 0 0 0,10-10 0 0 0,-16 18 12 0 0,0 0-1 0 0,-1 0 1 0 0,1 0 0 0 0,0 1-1 0 0,0-1 1 0 0,0 0 0 0 0,0 1 0 0 0,0-1-1 0 0,0 0 1 0 0,0 1 0 0 0,0-1-1 0 0,0 1 1 0 0,0 0 0 0 0,0-1-1 0 0,0 1 1 0 0,1 0 0 0 0,-1-1 0 0 0,0 1-1 0 0,0 0 1 0 0,0 0 0 0 0,0 0-1 0 0,0 0 1 0 0,2 1 0 0 0,-1-1-1 0 0,-1 1 1 0 0,1 0 0 0 0,-1 0-1 0 0,1 0 1 0 0,-1 0-1 0 0,0 0 1 0 0,1 0-1 0 0,-1 0 1 0 0,0 0-1 0 0,0 0 1 0 0,0 1-1 0 0,0-1 1 0 0,0 0 0 0 0,1 3-1 0 0,4 6-11 0 0,-2 0-1 0 0,1 0 1 0 0,5 21 0 0 0,-8-24 20 0 0,21 83-5 0 0,7 23 1 0 0,4-17 37 0 0,-34-95 106 0 0,5-25 93 0 0,3-57-170 0 0,8-46-68 0 0,-10 99 2 0 0,14-40 0 0 0,-17 58-12 0 0,1 1-1 0 0,0 0 0 0 0,1 0 0 0 0,0 0 0 0 0,0 0 0 0 0,1 1 0 0 0,12-14 0 0 0,-17 21 12 0 0,0-1 0 0 0,0 1 0 0 0,1 0 0 0 0,-1 0 0 0 0,0 0 0 0 0,1 0 0 0 0,-1 0 0 0 0,0 0-1 0 0,1 0 1 0 0,-1 0 0 0 0,1 0 0 0 0,0 1 0 0 0,-1-1 0 0 0,1 1 0 0 0,0-1 0 0 0,-1 1-1 0 0,1-1 1 0 0,0 1 0 0 0,-1 0 0 0 0,1 0 0 0 0,0 0 0 0 0,0 0 0 0 0,-1 0 0 0 0,1 0 0 0 0,0 1-1 0 0,-1-1 1 0 0,1 1 0 0 0,2 0 0 0 0,-2 0 7 0 0,0 1 0 0 0,1 0 0 0 0,-1 0 0 0 0,0 0 1 0 0,0 0-1 0 0,0 0 0 0 0,0 0 0 0 0,0 0 0 0 0,-1 1 0 0 0,1-1 0 0 0,-1 1 0 0 0,1-1 0 0 0,-1 1 0 0 0,0 0 1 0 0,0 0-1 0 0,1 3 0 0 0,20 82-66 0 0,-14-52 215 0 0,24 66 1 0 0,-27-91-474 0 0,0 0 1 0 0,0 0 0 0 0,1-1-1 0 0,1 0 1 0 0,0 0-1 0 0,0 0 1 0 0,1-1 0 0 0,1 0-1 0 0,17 15 1 0 0,-25-23 4 0 0,1 1 0 0 0,0-1 1 0 0,0 0-1 0 0,0 1 0 0 0,0-1 1 0 0,0 0-1 0 0,0 0 0 0 0,0-1 1 0 0,0 1-1 0 0,3 0 0 0 0,6 0-2549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2:32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9 166 4081 0 0,'0'0'1468'0'0,"4"2"381"0"0,-3-1-1635 0 0,1 1 0 0 0,-1 0 1 0 0,1-1-1 0 0,-1 1 0 0 0,0 0 1 0 0,1 0-1 0 0,-1-1 0 0 0,0 1 1 0 0,0 0-1 0 0,-1 0 0 0 0,1 0 0 0 0,0 0 1 0 0,-1 1-1 0 0,1-1 0 0 0,-1 2 1 0 0,5 41 2935 0 0,-3-19-1996 0 0,60 283 5786 0 0,-39-214-6094 0 0,-16-62-435 0 0,-2-1 0 0 0,-1 1 0 0 0,0 37 0 0 0,-4-69-132 0 0,-2-1-228 0 0,1-1 0 0 0,-1 1 0 0 0,1-1 0 0 0,0 1 0 0 0,-1-1 0 0 0,1 0 0 0 0,0 0 1 0 0,0 0-1 0 0,-1 1 0 0 0,1-1 0 0 0,0-1 0 0 0,0 1 0 0 0,0 0 0 0 0,0 0 0 0 0,0 0 0 0 0,1 0 0 0 0,-1-1 0 0 0,0 1 0 0 0,0 0 0 0 0,1-1 0 0 0,-1-1 1 0 0,-14-37 151 0 0,13 34-150 0 0,-18-67 105 0 0,-13-87-1 0 0,24 99-122 0 0,-5-93 1 0 0,14 126-46 0 0,1 0 1 0 0,1 0-1 0 0,1 1 0 0 0,2-1 1 0 0,13-46-1 0 0,-15 66-1 0 0,0 0-1 0 0,0 0 0 0 0,1 0 0 0 0,0 0 0 0 0,1 1 1 0 0,-1-1-1 0 0,2 1 0 0 0,-1 0 0 0 0,1 1 1 0 0,8-9-1 0 0,-11 12 13 0 0,1 1 1 0 0,-1 0-1 0 0,0-1 0 0 0,1 1 1 0 0,-1 1-1 0 0,1-1 1 0 0,0 0-1 0 0,-1 1 0 0 0,1 0 1 0 0,0-1-1 0 0,0 2 1 0 0,0-1-1 0 0,0 0 0 0 0,0 1 1 0 0,0 0-1 0 0,0 0 1 0 0,0 0-1 0 0,0 0 0 0 0,0 1 1 0 0,0-1-1 0 0,0 1 0 0 0,0 0 1 0 0,-1 0-1 0 0,6 2 1 0 0,0 2 27 0 0,1 0 0 0 0,-1 0 0 0 0,0 1 1 0 0,-1 0-1 0 0,0 1 0 0 0,0-1 1 0 0,0 2-1 0 0,13 15 0 0 0,-16-17 52 0 0,0 1 0 0 0,0-1 0 0 0,0 1 0 0 0,-1 0 0 0 0,-1 1 0 0 0,1-1 0 0 0,-1 1 0 0 0,0-1 0 0 0,-1 1 0 0 0,0 0 0 0 0,3 16 0 0 0,-6-20-20 0 0,1-1 0 0 0,-1 1 1 0 0,1-1-1 0 0,-1 0 0 0 0,0 1 1 0 0,-1-1-1 0 0,1 0 0 0 0,0 0 1 0 0,-1 0-1 0 0,0 0 0 0 0,0 0 1 0 0,0 0-1 0 0,0 0 0 0 0,0-1 1 0 0,0 1-1 0 0,-1-1 0 0 0,1 1 1 0 0,-1-1-1 0 0,0 0 0 0 0,0 0 1 0 0,-3 2-1 0 0,-9 5 166 0 0,-1 0 0 0 0,-27 12 0 0 0,38-19-201 0 0,5-2-25 0 0,-29 14-70 0 0,-1-2-1 0 0,0-1 1 0 0,0-1-1 0 0,-61 11 0 0 0,89-21 4 0 0,1 0 12 0 0,1 0-1 0 0,0 1 1 0 0,0-1-1 0 0,-1 0 1 0 0,1 0-1 0 0,0 0 1 0 0,0 0-1 0 0,-1 0 0 0 0,1 0 1 0 0,0 0-1 0 0,0 1 1 0 0,-1-1-1 0 0,1 0 1 0 0,0 0-1 0 0,-1 0 1 0 0,1 0-1 0 0,0 0 1 0 0,0 0-1 0 0,-1 0 1 0 0,1 0-1 0 0,0 0 1 0 0,0 0-1 0 0,-1-1 1 0 0,1 1-1 0 0,0 0 1 0 0,-1 0-1 0 0,1 0 1 0 0,0 0-1 0 0,0 0 0 0 0,-1 0 1 0 0,1-1-1 0 0,0 1 1 0 0,0 0-1 0 0,0 0 1 0 0,-1 0-1 0 0,1-1 1 0 0,0 1-1 0 0,0 0 1 0 0,0 0-1 0 0,0 0 1 0 0,-1-1-1 0 0,1 1 1 0 0,0 0-1 0 0,0 0 1 0 0,0-1-1 0 0,0 1 1 0 0,0 0-1 0 0,0-1 1 0 0,0 1-1 0 0,0 0 0 0 0,0 0 1 0 0,0-1-1 0 0,0 1 1 0 0,0 0-1 0 0,0-1 1 0 0,0 1-1 0 0,3-9-1388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2:47.7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227 729 2425 0 0,'-13'-3'488'0'0,"-1"0"-79"0"0,3-4 7 0 0,1-1-352 0 0,-1-1 3 0 0,0-1 65 0 0,9 8-116 0 0,1 1 0 0 0,0-1 0 0 0,-1 0 0 0 0,1 0-1 0 0,0 0 1 0 0,0 0 0 0 0,0 0 0 0 0,0 0 0 0 0,1 0 0 0 0,-1 0 0 0 0,1-1 0 0 0,-1 1 0 0 0,1-3 0 0 0,-3-33-48 0 0,3 33 30 0 0,-1-68 927 0 0,4 0 0 0 0,16-92-1 0 0,-13 107 1304 0 0,6-27 1548 0 0,-7 67-2797 0 0,-3 10-126 0 0,0 0 1 0 0,0 0-1 0 0,-1 0 1 0 0,1-12 0 0 0,-12 35 408 0 0,3 5-954 0 0,2 1 0 0 0,0 0 0 0 0,-3 40-1 0 0,3-21-52 0 0,-91 423 905 0 0,81-411-1082 0 0,4-20 5 0 0,2 0 0 0 0,2 1 0 0 0,0 0 1 0 0,-2 49-1 0 0,12-111 62 0 0,1 0 1 0 0,2 0-1 0 0,0 1 1 0 0,21-54-1 0 0,-2 6-93 0 0,30-146 19 0 0,23-73-30 0 0,-68 265-26 0 0,1 0 0 0 0,2 1-1 0 0,0 0 1 0 0,33-48 0 0 0,-46 77-11 0 0,0-1 0 0 0,1 0 0 0 0,-1 1 0 0 0,1-1 0 0 0,-1 0 0 0 0,1 1 0 0 0,-1-1 0 0 0,1 1 0 0 0,-1-1 0 0 0,1 0 0 0 0,0 1 0 0 0,-1 0 0 0 0,1-1 0 0 0,0 1 0 0 0,-1-1 0 0 0,1 1 0 0 0,0 0 0 0 0,0-1 0 0 0,-1 1 0 0 0,1 0 0 0 0,0 0 0 0 0,0 0 0 0 0,-1 0-1 0 0,1 0 1 0 0,1 0 0 0 0,-1 0 3 0 0,0 0-1 0 0,0 1 0 0 0,0 0 0 0 0,0-1 0 0 0,0 1 1 0 0,-1 0-1 0 0,1-1 0 0 0,0 1 0 0 0,0 0 0 0 0,-1 0 1 0 0,1 0-1 0 0,0-1 0 0 0,-1 1 0 0 0,1 0 0 0 0,-1 0 1 0 0,0 0-1 0 0,1 1 0 0 0,3 9 55 0 0,-1 0 1 0 0,4 22-1 0 0,-4-20-28 0 0,48 231 489 0 0,4 128 147 0 0,-40-263-518 0 0,-11-76-616 0 0,1 33 1 0 0,-5-66-171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2:48.0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1 155 16155 0 0,'0'-3'181'0'0,"1"1"0"0"0,-1 0 0 0 0,1-1 0 0 0,0 1 0 0 0,0 0 0 0 0,0 0 0 0 0,1 0 0 0 0,-1 0 0 0 0,0 0 0 0 0,1 0 0 0 0,-1 0 0 0 0,1 0 0 0 0,0 0 0 0 0,0 1 0 0 0,-1-1 0 0 0,1 0 0 0 0,4-1 0 0 0,37-23 1184 0 0,-6 7-765 0 0,0 2 1 0 0,58-17 0 0 0,-76 29-1120 0 0,-1 0 0 0 0,1 1 0 0 0,0 1 0 0 0,0 1 1 0 0,0 1-1 0 0,0 1 0 0 0,31 3 0 0 0,-26 1-1643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2:48.4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2 13355 0 0,'-1'0'98'0'0,"1"-1"0"0"0,-1 1 1 0 0,0 0-1 0 0,1 0 0 0 0,-1 0 0 0 0,1 0 1 0 0,-1 0-1 0 0,0 0 0 0 0,1 0 0 0 0,-1 0 1 0 0,1 0-1 0 0,-1 0 0 0 0,0 0 0 0 0,1 0 0 0 0,-1 0 1 0 0,1 0-1 0 0,-1 1 0 0 0,0-1 0 0 0,1 0 1 0 0,-1 0-1 0 0,1 1 0 0 0,-1-1 0 0 0,1 0 1 0 0,-1 1-1 0 0,1-1 0 0 0,-1 1 0 0 0,-7 17 1432 0 0,6 30-214 0 0,3-38-1004 0 0,24 289 3302 0 0,-10-180-3015 0 0,-11-83-447 0 0,10 40 0 0 0,-10-62-113 0 0,0-1 0 0 0,0 0 1 0 0,1 0-1 0 0,1-1 0 0 0,0 0 1 0 0,9 15-1 0 0,-14-27-30 0 0,-1 1 1 0 0,1 0-1 0 0,-1 0 0 0 0,1-1 1 0 0,-1 1-1 0 0,1 0 0 0 0,-1-1 0 0 0,1 1 1 0 0,0 0-1 0 0,-1-1 0 0 0,1 1 0 0 0,0-1 1 0 0,0 1-1 0 0,-1-1 0 0 0,1 1 1 0 0,1-1-1 0 0,-2 0-4 0 0,1 0 0 0 0,-1 0 0 0 0,0 0 0 0 0,0 0 0 0 0,1 0 0 0 0,-1-1 0 0 0,0 1 0 0 0,1 0 0 0 0,-1 0 0 0 0,0 0 0 0 0,0 0 0 0 0,1-1 0 0 0,-1 1 0 0 0,0 0 0 0 0,0 0 0 0 0,0-1 0 0 0,1 1 0 0 0,-1 0 0 0 0,0 0 0 0 0,0-1 0 0 0,0 1 0 0 0,0 0 0 0 0,0-1 0 0 0,0 1 0 0 0,1 0 0 0 0,-1 0 0 0 0,0-1 0 0 0,0 1 0 0 0,0-1 0 0 0,1-31 203 0 0,-1 26-188 0 0,-13-150 206 0 0,4 89-202 0 0,-19-149-27 0 0,3 3-188 0 0,31 228-119 0 0,11 42 270 0 0,-10-33 37 0 0,12 42 83 0 0,2-2-1 0 0,46 97 0 0 0,-56-140-33 0 0,1-1-1 0 0,1 0 1 0 0,1-1-1 0 0,25 26 1 0 0,-28-34-16 0 0,0 0 0 0 0,1-2 0 0 0,0 1 0 0 0,1-1 0 0 0,0-1-1 0 0,0-1 1 0 0,28 13 0 0 0,-37-18-1 0 0,1-1 1 0 0,-1 1-1 0 0,1-1 0 0 0,0 0 0 0 0,-1 0 0 0 0,1-1 0 0 0,7 1 0 0 0,-10-1-13 0 0,-1 0-1 0 0,1 0 0 0 0,-1-1 0 0 0,0 1 0 0 0,1 0 0 0 0,-1-1 1 0 0,0 1-1 0 0,1-1 0 0 0,-1 0 0 0 0,0 1 0 0 0,0-1 0 0 0,1 0 1 0 0,-1 0-1 0 0,0 0 0 0 0,0 1 0 0 0,0-1 0 0 0,0 0 0 0 0,0-1 1 0 0,0 1-1 0 0,-1 0 0 0 0,1 0 0 0 0,0 0 0 0 0,0 0 0 0 0,-1-1 1 0 0,1 1-1 0 0,-1 0 0 0 0,1-1 0 0 0,-1 1 0 0 0,1-2 0 0 0,2-12 56 0 0,-1 0-1 0 0,0 0 0 0 0,-1 0 1 0 0,0 0-1 0 0,-1 0 0 0 0,-1 0 1 0 0,-4-24-1 0 0,-32-106 36 0 0,15 64-56 0 0,-25-130-1399 0 0,47 210 741 0 0,0 10-1581 0 0,5 18-1306 0 0,-2-11 1240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2:48.8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22 159 10738 0 0,'0'-1'162'0'0,"-1"1"0"0"0,1 0-1 0 0,0 0 1 0 0,-1 0-1 0 0,1 0 1 0 0,0-1 0 0 0,-1 1-1 0 0,1 0 1 0 0,-1 0 0 0 0,1 0-1 0 0,0 0 1 0 0,-1 0-1 0 0,1 0 1 0 0,-1 0 0 0 0,1 0-1 0 0,0 0 1 0 0,-1 0 0 0 0,1 0-1 0 0,-1 0 1 0 0,1 1-1 0 0,0-1 1 0 0,-1 0 0 0 0,1 0-1 0 0,-1 0 1 0 0,1 0 0 0 0,0 1-1 0 0,-1-1 1 0 0,1 0 0 0 0,0 0-1 0 0,0 1 1 0 0,-1-1-1 0 0,1 1 1 0 0,-7 15 1554 0 0,4 21-851 0 0,3-37-838 0 0,5 74 1367 0 0,2 1 0 0 0,20 83-1 0 0,-17-102-1062 0 0,42 147 153 0 0,-49-193-404 0 0,-3-8 120 0 0,2-7 19 0 0,-2-2-164 0 0,0 0 1 0 0,-1-1 0 0 0,0 1 0 0 0,-3-10 0 0 0,-1-11 11 0 0,-25-133 21 0 0,16 94-91 0 0,-8-93 0 0 0,21 139-2 0 0,0 0-1 0 0,2 0 0 0 0,0 0 0 0 0,2 1 1 0 0,0-1-1 0 0,1 0 0 0 0,1 1 1 0 0,13-35-1 0 0,-12 43 22 0 0,-1 1 0 0 0,1 0 1 0 0,14-18-1 0 0,-18 25-8 0 0,1 1 0 0 0,0 0 1 0 0,0 0-1 0 0,0 0 0 0 0,0 0 1 0 0,0 0-1 0 0,0 1 0 0 0,1-1 0 0 0,-1 1 1 0 0,1 0-1 0 0,0 0 0 0 0,0 0 0 0 0,0 1 1 0 0,0-1-1 0 0,4 0 0 0 0,-6 2-5 0 0,-1-1-1 0 0,1 1 1 0 0,-1 0 0 0 0,1 1-1 0 0,-1-1 1 0 0,1 0-1 0 0,-1 0 1 0 0,1 1-1 0 0,-1-1 1 0 0,1 0-1 0 0,-1 1 1 0 0,1 0 0 0 0,-1-1-1 0 0,1 1 1 0 0,-1 0-1 0 0,0 0 1 0 0,0 0-1 0 0,1 0 1 0 0,0 1-1 0 0,1 1 5 0 0,0 0-1 0 0,-1 0 0 0 0,0 0 1 0 0,1 0-1 0 0,-1 1 0 0 0,0-1 1 0 0,2 6-1 0 0,1 4 26 0 0,-1 1 1 0 0,6 29-1 0 0,-8-34-44 0 0,0 1 0 0 0,-1-1 0 0 0,0 0 0 0 0,0 1 0 0 0,-2-1 0 0 0,1 1 0 0 0,-1-1 0 0 0,0 1 0 0 0,-1-1 0 0 0,0 0 1 0 0,0 1-1 0 0,-1-1 0 0 0,-1 0 0 0 0,1-1 0 0 0,-1 1 0 0 0,-1-1 0 0 0,1 1 0 0 0,-2-1 0 0 0,1-1 0 0 0,-1 1 0 0 0,0-1 0 0 0,0 0 0 0 0,-1 0 0 0 0,0-1 0 0 0,-1 0 0 0 0,-11 8 0 0 0,11-7-374 0 0,6-6 135 0 0,1 1 0 0 0,-1 0-1 0 0,0-1 1 0 0,0 1 0 0 0,0-1 0 0 0,0 0-1 0 0,0 0 1 0 0,-1 0 0 0 0,1 0 0 0 0,0 0-1 0 0,0 0 1 0 0,-1 0 0 0 0,1-1 0 0 0,0 1-1 0 0,-5 0 1 0 0,3-3-1700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2:49.3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9 137 12307 0 0,'0'0'79'0'0,"0"1"0"0"0,0-1 0 0 0,0 0 0 0 0,0 0 0 0 0,0 1 0 0 0,0-1 0 0 0,0 0 0 0 0,0 0 0 0 0,0 1 0 0 0,0-1 0 0 0,0 0 0 0 0,0 0 0 0 0,0 1 0 0 0,0-1 0 0 0,0 0 0 0 0,0 0 0 0 0,0 0 0 0 0,0 1 0 0 0,1-1 1 0 0,-1 0-1 0 0,0 0 0 0 0,0 0 0 0 0,0 1 0 0 0,0-1 0 0 0,0 0 0 0 0,1 0 0 0 0,-1 0 0 0 0,0 0 0 0 0,0 0 0 0 0,0 1 0 0 0,1-1 0 0 0,-1 0 0 0 0,0 0 0 0 0,0 0 0 0 0,1 0 0 0 0,-1 0 0 0 0,0 0 0 0 0,0 0 0 0 0,0 0 0 0 0,1 0 0 0 0,-1 0 1 0 0,0 0-1 0 0,0 0 0 0 0,1 0 0 0 0,-1 0 0 0 0,0 0 0 0 0,0 0 0 0 0,1 0 0 0 0,-1 0 0 0 0,0 0 0 0 0,0 0 0 0 0,0 0 0 0 0,1 0 0 0 0,-1-1 0 0 0,0 1 0 0 0,0 0 0 0 0,0 0 0 0 0,1 0 0 0 0,-1 0 0 0 0,0 0 0 0 0,0-1 0 0 0,1 1 0 0 0,-5 30 708 0 0,2-19-189 0 0,0 19 89 0 0,-8 148 1668 0 0,11-131-1901 0 0,3 0 0 0 0,13 66 0 0 0,-12-89-369 0 0,2 0 0 0 0,0-1 0 0 0,1-1 0 0 0,2 1-1 0 0,0-1 1 0 0,21 32 0 0 0,-31-53-64 0 0,1-1-1 0 0,-1 1 1 0 0,0 0 0 0 0,1 0-1 0 0,-1-1 1 0 0,0 1 0 0 0,1 0-1 0 0,-1 0 1 0 0,1-1-1 0 0,-1 1 1 0 0,1 0 0 0 0,-1-1-1 0 0,1 1 1 0 0,0-1 0 0 0,-1 1-1 0 0,1-1 1 0 0,0 1 0 0 0,-1-1-1 0 0,1 0 1 0 0,0 1-1 0 0,0-1 1 0 0,0 1 0 0 0,0-23 338 0 0,-25-185 223 0 0,0 8-415 0 0,23 167-163 0 0,0 1-1 0 0,2-1 0 0 0,2 1 1 0 0,7-41-1 0 0,-6 59-1 0 0,-1-1 0 0 0,2 1-1 0 0,0 0 1 0 0,0 0 0 0 0,1 0 0 0 0,13-19-1 0 0,-16 27 4 0 0,0 0-1 0 0,1 0 0 0 0,0 0 1 0 0,1 1-1 0 0,-1-1 0 0 0,1 1 0 0 0,-1 0 1 0 0,1 0-1 0 0,0 1 0 0 0,1-1 1 0 0,-1 1-1 0 0,1 0 0 0 0,-1 1 1 0 0,1-1-1 0 0,0 1 0 0 0,0 0 0 0 0,7-1 1 0 0,-10 3 0 0 0,0-1 1 0 0,1 1-1 0 0,-1 0 1 0 0,0 0-1 0 0,1 0 1 0 0,-1 1-1 0 0,0-1 1 0 0,1 1-1 0 0,-1 0 1 0 0,0 0-1 0 0,0 0 1 0 0,0 0-1 0 0,0 0 1 0 0,1 1-1 0 0,-2-1 1 0 0,6 4-1 0 0,-4-1 5 0 0,0-1-1 0 0,0 1 0 0 0,0 0 0 0 0,-1 0 1 0 0,0 0-1 0 0,0 1 0 0 0,0-1 0 0 0,0 1 1 0 0,3 8-1 0 0,-1 1 16 0 0,-1 0 1 0 0,0 0 0 0 0,-1 0-1 0 0,0 1 1 0 0,-1 0 0 0 0,0 25-1 0 0,-2-24 8 0 0,-1 0 1 0 0,-1 0-1 0 0,-1 0 0 0 0,0 0 0 0 0,-1 0 1 0 0,0 0-1 0 0,-9 17 0 0 0,9-23-86 0 0,-1 0 0 0 0,0 0 0 0 0,-1-1 0 0 0,0 0 0 0 0,0 0 1 0 0,-1 0-1 0 0,0-1 0 0 0,-1 0 0 0 0,0 0 0 0 0,0-1 0 0 0,-15 11 0 0 0,-5 2-4894 0 0,23-15 2495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2:50.3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82 8562 0 0,'0'0'110'0'0,"0"0"0"0"0,0 0 0 0 0,0 0 0 0 0,0-1 1 0 0,0 1-1 0 0,0 0 0 0 0,0 0 0 0 0,0 0 0 0 0,0-1 0 0 0,0 1 0 0 0,0 0 0 0 0,0 0 1 0 0,0 0-1 0 0,0-1 0 0 0,0 1 0 0 0,0 0 0 0 0,0 0 0 0 0,0 0 0 0 0,0 0 1 0 0,0-1-1 0 0,1 1 0 0 0,-1 0 0 0 0,0 0 0 0 0,0 0 0 0 0,0 0 0 0 0,0-1 1 0 0,0 1-1 0 0,1 0 0 0 0,-1 0 0 0 0,0 0 0 0 0,0 0 0 0 0,0 0 0 0 0,0 0 1 0 0,1 0-1 0 0,-1 0 0 0 0,0-1 0 0 0,0 1 0 0 0,0 0 0 0 0,1 0 0 0 0,-1 0 0 0 0,0 0 1 0 0,4 10 1848 0 0,3 22-963 0 0,-6-28-395 0 0,14 77 1658 0 0,1 2-551 0 0,7 103 0 0 0,-21-150-1110 0 0,-2-35-231 0 0,-7-18 161 0 0,3-16-399 0 0,-17-154 106 0 0,19 152-240 0 0,1 0 1 0 0,3 0 0 0 0,6-46 0 0 0,-6 71-14 0 0,0-1 1 0 0,1 1 0 0 0,6-15 0 0 0,-8 23 8 0 0,0-1 0 0 0,1 0-1 0 0,-1 1 1 0 0,1-1 0 0 0,0 1 0 0 0,0 0 0 0 0,4-5 0 0 0,-6 7 4 0 0,1-1 0 0 0,0 0 0 0 0,0 1 0 0 0,0-1 0 0 0,0 1 0 0 0,-1-1 0 0 0,1 1 0 0 0,0 0 0 0 0,0-1 0 0 0,0 1 0 0 0,0 0 0 0 0,0 0 0 0 0,0-1 0 0 0,0 1 0 0 0,0 0 0 0 0,0 0 0 0 0,0 0 0 0 0,0 0 0 0 0,0 0 0 0 0,0 1 0 0 0,0-1 0 0 0,2 0 0 0 0,-1 2 4 0 0,0-1 1 0 0,0 0-1 0 0,0 0 0 0 0,0 1 0 0 0,0-1 0 0 0,0 1 0 0 0,0 0 0 0 0,-1-1 0 0 0,1 1 0 0 0,-1 0 0 0 0,1 0 0 0 0,-1 0 0 0 0,0 0 0 0 0,2 3 0 0 0,14 35 41 0 0,-14-31-30 0 0,44 141 156 0 0,-37-109-120 0 0,3 1 1 0 0,1-1 0 0 0,35 69 0 0 0,-47-106-98 0 0,6 10 321 0 0,-6-12-78 0 0,-3-9-65 0 0,-14-50-37 0 0,5 26-23 0 0,2-1 1 0 0,-5-45-1 0 0,11 51-85 0 0,1 0-1 0 0,2-26 0 0 0,0 44 12 0 0,0 0 0 0 0,0-1 0 0 0,1 1-1 0 0,0 0 1 0 0,0 0 0 0 0,1 1-1 0 0,0-1 1 0 0,0 0 0 0 0,1 1 0 0 0,6-10-1 0 0,-9 16 3 0 0,-1 1 0 0 0,0-1-1 0 0,0 0 1 0 0,1 1 0 0 0,-1-1 0 0 0,1 1-1 0 0,-1-1 1 0 0,0 0 0 0 0,1 1-1 0 0,-1-1 1 0 0,1 1 0 0 0,0-1-1 0 0,-1 1 1 0 0,1-1 0 0 0,-1 1 0 0 0,1 0-1 0 0,0-1 1 0 0,-1 1 0 0 0,1 0-1 0 0,0-1 1 0 0,-1 1 0 0 0,1 0-1 0 0,0 0 1 0 0,0-1 0 0 0,-1 1 0 0 0,1 0-1 0 0,0 0 1 0 0,-1 0 0 0 0,1 0-1 0 0,0 0 1 0 0,0 0 0 0 0,-1 0-1 0 0,1 1 1 0 0,0-1 0 0 0,0 0 0 0 0,-1 0-1 0 0,1 0 1 0 0,0 1 0 0 0,-1-1-1 0 0,1 0 1 0 0,0 1 0 0 0,-1-1-1 0 0,1 1 1 0 0,-1-1 0 0 0,1 1 0 0 0,-1-1-1 0 0,1 1 1 0 0,-1-1 0 0 0,1 1-1 0 0,-1-1 1 0 0,1 1 0 0 0,-1 0-1 0 0,1-1 1 0 0,-1 1 0 0 0,0 0 0 0 0,0-1-1 0 0,1 1 1 0 0,-1 0 0 0 0,0-1-1 0 0,0 2 1 0 0,3 5-13 0 0,0 0 0 0 0,-1 0 0 0 0,0 0 0 0 0,2 14 0 0 0,1 24 28 0 0,3-1 0 0 0,1 1 1 0 0,3-1-1 0 0,1-1 0 0 0,34 76 0 0 0,-46-118 197 0 0,-3-79 47 0 0,1-45-283 0 0,1 116 28 0 0,10-99-63 0 0,-8 94 32 0 0,1-1 0 0 0,0 1 0 0 0,0 0 1 0 0,2 0-1 0 0,-1 0 0 0 0,9-14 0 0 0,-13 25 16 0 0,0 0 0 0 0,1 0 0 0 0,-1 0 0 0 0,1 1 0 0 0,-1-1 0 0 0,1 0-1 0 0,-1 0 1 0 0,1 0 0 0 0,-1 1 0 0 0,1-1 0 0 0,0 0 0 0 0,-1 1 0 0 0,1-1-1 0 0,0 1 1 0 0,-1-1 0 0 0,1 1 0 0 0,0-1 0 0 0,0 1 0 0 0,0-1 0 0 0,0 1 0 0 0,-1 0-1 0 0,3-1 1 0 0,-2 1 12 0 0,0 1 1 0 0,-1-1-1 0 0,1 0 0 0 0,-1 1 0 0 0,1-1 0 0 0,0 1 1 0 0,-1 0-1 0 0,1-1 0 0 0,-1 1 0 0 0,1-1 0 0 0,-1 1 1 0 0,1 0-1 0 0,-1-1 0 0 0,0 1 0 0 0,1 0 0 0 0,-1 0 1 0 0,0-1-1 0 0,0 1 0 0 0,1 0 0 0 0,-1 1 0 0 0,2 10 55 0 0,0 0-1 0 0,1 18 0 0 0,-3-24-46 0 0,4 36 102 0 0,2-1-1 0 0,1-1 0 0 0,14 45 1 0 0,-15-65-109 0 0,1-1 1 0 0,1 0 0 0 0,0 0 0 0 0,2-1 0 0 0,0 0 0 0 0,1-1 0 0 0,0 0 0 0 0,19 20 0 0 0,-28-35-35 0 0,0 1 0 0 0,0-1 0 0 0,1 0 0 0 0,-1 0 0 0 0,1 0 0 0 0,0 0 0 0 0,-1-1 0 0 0,1 1 0 0 0,0-1 0 0 0,0 1 0 0 0,0-1 0 0 0,0 0 0 0 0,0 0 0 0 0,0 0 0 0 0,0-1 0 0 0,0 1 0 0 0,1-1 0 0 0,-1 1 0 0 0,5-1 0 0 0,-4-1-104 0 0,0 0-1 0 0,1 0 1 0 0,-1 0-1 0 0,0-1 1 0 0,0 0-1 0 0,0 1 1 0 0,0-1-1 0 0,0-1 1 0 0,-1 1-1 0 0,1 0 1 0 0,0-1-1 0 0,-1 0 1 0 0,6-6-1 0 0,4-4-980 0 0,-1-2-1 0 0,-1 1 0 0 0,16-27 0 0 0,-13 15-798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2:50.6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294 31 4153 0 0,'0'-1'336'0'0,"0"0"0"0"0,0 0 1 0 0,1 0-1 0 0,-1 0 0 0 0,0 0 0 0 0,0 0 1 0 0,0 1-1 0 0,0-1 0 0 0,0 0 0 0 0,-1 0 1 0 0,1 0-1 0 0,0 0 0 0 0,0 0 0 0 0,-1 0 1 0 0,1 0-1 0 0,0 1 0 0 0,-1-1 0 0 0,1 0 1 0 0,-1 0-1 0 0,1 1 0 0 0,-1-1 0 0 0,1 0 1 0 0,-1 0-1 0 0,1 1 0 0 0,-1-1 0 0 0,-1 0 1 0 0,0 0 72 0 0,0 0 0 0 0,0 0 1 0 0,0 0-1 0 0,0 0 1 0 0,0 1-1 0 0,0-1 1 0 0,0 1-1 0 0,-1-1 0 0 0,1 1 1 0 0,-4 0-1 0 0,-2 0 138 0 0,0 0 0 0 0,0 1-1 0 0,0 0 1 0 0,1 1 0 0 0,-11 2-1 0 0,10 0-330 0 0,-1 0 1 0 0,1 0-1 0 0,0 1 0 0 0,0 0 1 0 0,0 1-1 0 0,1 0 0 0 0,0 0 0 0 0,0 0 1 0 0,1 1-1 0 0,-1 0 0 0 0,2 0 0 0 0,-1 1 1 0 0,-4 7-1 0 0,-6 12 162 0 0,1 1 0 0 0,-16 44 0 0 0,24-54-264 0 0,0 1 0 0 0,1 1 0 0 0,2-1 0 0 0,0 1 0 0 0,0 0 0 0 0,2-1 0 0 0,1 1 0 0 0,1 29 0 0 0,1-45-101 0 0,-1 1 0 0 0,1-1-1 0 0,1 1 1 0 0,-1-1 0 0 0,1 0 0 0 0,-1 1 0 0 0,1-1 0 0 0,0 0 0 0 0,1 0-1 0 0,4 6 1 0 0,-6-9-9 0 0,-1 0 0 0 0,1 0 1 0 0,0 0-1 0 0,0 0 0 0 0,-1 0 0 0 0,1-1 0 0 0,0 1 0 0 0,0 0 0 0 0,0-1 0 0 0,0 1 0 0 0,0 0 0 0 0,0-1 0 0 0,0 0 0 0 0,0 1 1 0 0,0-1-1 0 0,0 1 0 0 0,1-1 0 0 0,-1 0 0 0 0,0 0 0 0 0,0 0 0 0 0,0 1 0 0 0,0-1 0 0 0,1 0 0 0 0,-1-1 0 0 0,0 1 1 0 0,0 0-1 0 0,0 0 0 0 0,0 0 0 0 0,0-1 0 0 0,0 1 0 0 0,1 0 0 0 0,-1-1 0 0 0,0 1 0 0 0,0-1 0 0 0,0 0 0 0 0,0 1 1 0 0,0-1-1 0 0,-1 0 0 0 0,1 1 0 0 0,0-1 0 0 0,0 0 0 0 0,0 0 0 0 0,-1 0 0 0 0,1 0 0 0 0,0-1 0 0 0,7-7 18 0 0,-1-1-1 0 0,-1 0 1 0 0,0 0-1 0 0,-1-1 1 0 0,0 0-1 0 0,4-11 1 0 0,18-72 10 0 0,-19 61-21 0 0,5-25 21 0 0,9-98 0 0 0,-21 150-24 0 0,1 32 22 0 0,-11 43 33 0 0,2-20 68 0 0,-1 69 0 0 0,9-102-178 0 0,-1-1 0 0 0,2 1 0 0 0,0 0 0 0 0,1-1 0 0 0,1 1 1 0 0,0-1-1 0 0,1 0 0 0 0,10 22 0 0 0,-14-34-122 0 0,1 0 0 0 0,0-1 0 0 0,-1 1 0 0 0,1-1 0 0 0,0 0 0 0 0,0 1 0 0 0,0-1-1 0 0,1 0 1 0 0,-1 0 0 0 0,0 0 0 0 0,1-1 0 0 0,-1 1 0 0 0,1 0 0 0 0,0-1 0 0 0,-1 0 0 0 0,1 0 0 0 0,0 0 0 0 0,0 0 0 0 0,0 0 0 0 0,0 0 0 0 0,0-1-1 0 0,0 1 1 0 0,0-1 0 0 0,0 0 0 0 0,0 0 0 0 0,4 0 0 0 0,10-2-2041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2:51.0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241 1 15035 0 0,'-5'2'393'0'0,"0"1"0"0"0,0 0 0 0 0,0-1 0 0 0,1 2 0 0 0,-1-1 0 0 0,1 0 0 0 0,0 1 0 0 0,0 0 0 0 0,0 0 0 0 0,0 0 0 0 0,-5 8 0 0 0,-4 8 786 0 0,-14 28-1 0 0,25-44-1053 0 0,-65 134 2241 0 0,55-110-2168 0 0,2 1-1 0 0,1 0 1 0 0,-6 30-1 0 0,13-8-472 0 0,2-37-300 0 0,-1-13-124 0 0,1-1 655 0 0,0 0 0 0 0,0 0 0 0 0,-1 0 0 0 0,1 0 0 0 0,0 0 0 0 0,0 0 0 0 0,0 0-1 0 0,0 0 1 0 0,-1 0 0 0 0,1 0 0 0 0,0 0 0 0 0,0 0 0 0 0,0 0 0 0 0,0 0 0 0 0,-1 0 0 0 0,1 0-1 0 0,0 0 1 0 0,0 0 0 0 0,0 0 0 0 0,0 0 0 0 0,0-1 0 0 0,-1 1 0 0 0,1 0 0 0 0,0 0-1 0 0,0 0 1 0 0,0 0 0 0 0,0 0 0 0 0,0 0 0 0 0,0 0 0 0 0,0-1 0 0 0,0 1 0 0 0,-1 0-1 0 0,1 0 1 0 0,0 0 0 0 0,0 0 0 0 0,0 0 0 0 0,0-1 0 0 0,0 1 0 0 0,0 0 0 0 0,0 0 0 0 0,0 0-1 0 0,-5-18-3199 0 0,1 1-1 0 0,-3-35 0 0 0,4 28 642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2:51.3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97 3057 0 0,'-3'-5'843'0'0,"1"0"0"0"0,-1-1 0 0 0,1 0-1 0 0,1 1 1 0 0,-1-1 0 0 0,1 0 0 0 0,0 0 0 0 0,0 0 0 0 0,0 0 0 0 0,1 0 0 0 0,0 0 0 0 0,1-9 0 0 0,-1 15-691 0 0,0-1 1 0 0,0 0-1 0 0,0 1 0 0 0,0-1 1 0 0,0 0-1 0 0,1 1 0 0 0,-1-1 0 0 0,0 1 1 0 0,0-1-1 0 0,0 0 0 0 0,1 1 1 0 0,-1-1-1 0 0,0 1 0 0 0,1-1 1 0 0,-1 1-1 0 0,1-1 0 0 0,-1 1 0 0 0,0-1 1 0 0,1 1-1 0 0,0-1 0 0 0,7 6 2686 0 0,4 18-344 0 0,-2 18-773 0 0,5 42-1 0 0,-10-45-858 0 0,21 73 0 0 0,-22-100-864 0 0,0 0-1 0 0,0 0 0 0 0,1-1 0 0 0,1 0 1 0 0,0 0-1 0 0,0 0 0 0 0,1 0 1 0 0,0-1-1 0 0,1 0 0 0 0,14 13 1 0 0,-19-20-258 0 0,-1 0 0 0 0,1 0 0 0 0,-1-1 0 0 0,1 1 0 0 0,-1-1 1 0 0,1 1-1 0 0,0-1 0 0 0,0 0 0 0 0,0 0 0 0 0,0-1 0 0 0,0 1 0 0 0,-1-1 1 0 0,1 1-1 0 0,0-1 0 0 0,0 0 0 0 0,0 0 0 0 0,0 0 0 0 0,6-1 1 0 0,4-1-2009 0 0</inkml:trace>
  <inkml:trace contextRef="#ctx0" brushRef="#br0" timeOffset="1">360 24 17388 0 0,'-1'1'191'0'0,"0"0"1"0"0,0 0 0 0 0,0 0 0 0 0,0-1 0 0 0,0 2-1 0 0,1-1 1 0 0,-1 0 0 0 0,0 0 0 0 0,1 0-1 0 0,-1 0 1 0 0,0 0 0 0 0,1 0 0 0 0,0 1-1 0 0,-1-1 1 0 0,1 0 0 0 0,0 0 0 0 0,-1 1-1 0 0,1 1 1 0 0,-3 28 1675 0 0,3-30-1748 0 0,0 17 553 0 0,0 0-1 0 0,2-1 1 0 0,0 1 0 0 0,6 24-1 0 0,-3-23-558 0 0,0-1 1 0 0,2 0-1 0 0,0 0 0 0 0,1-1 0 0 0,0 0 0 0 0,2 0 0 0 0,12 16 0 0 0,-17-27-785 0 0,0 0 0 0 0,1 0-1 0 0,11 9 1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2:51.7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42 23213 0 0,'-5'-3'1056'0'0,"1"1"-16"0"0,1 0 9 0 0,-4-1-169 0 0,4 1-88 0 0,0-3-8 0 0,1 4-208 0 0,-1-4-224 0 0,1 3 256 0 0,20-10-1112 0 0,-8 11 64 0 0,0-3-1512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3:02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8294 37 1736 0 0,'-1'0'2714'0'0,"1"-1"-2417"0"0,-1 0-116 0 0,1 1 93 0 0,-2-2 179 0 0,0 1 190 0 0,1-1-213 0 0,-8-7 2040 0 0,8 7-2236 0 0,0 0 0 0 0,0 1 1 0 0,0-1-1 0 0,-1 1 1 0 0,1 0-1 0 0,-1-1 1 0 0,1 1-1 0 0,-1 0 0 0 0,1 0 1 0 0,-1 0-1 0 0,0 0 1 0 0,1 0-1 0 0,-1 0 0 0 0,0 1 1 0 0,0-1-1 0 0,0 1 1 0 0,0-1-1 0 0,1 1 0 0 0,-1-1 1 0 0,0 1-1 0 0,0 0 1 0 0,0 0-1 0 0,0 0 0 0 0,-4 1 1 0 0,-1-1-131 0 0,0 1 1 0 0,0 1-1 0 0,0 0 0 0 0,0-1 1 0 0,1 2-1 0 0,-1-1 0 0 0,-10 7 1 0 0,-37 27 520 0 0,35-22-475 0 0,-37 20 0 0 0,25-17-47 0 0,-20 9 92 0 0,-94 37 290 0 0,-7 3-135 0 0,-206 67-66 0 0,-51 22-115 0 0,-559 233 163 0 0,488-234-284 0 0,195-67-21 0 0,-266 102-30 0 0,17-6 111 0 0,90-43-81 0 0,-326 110 18 0 0,340-95-35 0 0,-250 83 4 0 0,-238 55 10 0 0,554-194 24 0 0,361-99-46 0 0,0 1 1 0 0,-1-1-1 0 0,1 1 1 0 0,0-1-1 0 0,-1 0 0 0 0,1 0 1 0 0,0 0-1 0 0,-6-1 1 0 0,9 1-6 0 0,-1-1 1 0 0,1 1 0 0 0,0 0 0 0 0,-1 0 0 0 0,1 0 0 0 0,0 0-1 0 0,-1 0 1 0 0,1-1 0 0 0,0 1 0 0 0,0 0 0 0 0,-1 0 0 0 0,1-1-1 0 0,0 1 1 0 0,0 0 0 0 0,-1 0 0 0 0,1-1 0 0 0,0 1-1 0 0,0 0 1 0 0,0-1 0 0 0,-1 1 0 0 0,1 0 0 0 0,0-1 0 0 0,0 1-1 0 0,0 0 1 0 0,0-1 0 0 0,0 1 0 0 0,0 0 0 0 0,0-1-1 0 0,0 0 1 0 0,0 0-9 0 0,0 0-1 0 0,1-1 1 0 0,-1 1-1 0 0,1 0 1 0 0,-1-1-1 0 0,1 1 1 0 0,0 0-1 0 0,-1-1 1 0 0,1 1-1 0 0,0 0 1 0 0,0 0-1 0 0,1-1 1 0 0,18-16-124 0 0,-16 16 139 0 0,-1 0 1 0 0,-1-1 0 0 0,1 1-1 0 0,0-1 1 0 0,-1 1-1 0 0,1-1 1 0 0,-1 0 0 0 0,3-4-1 0 0,-5 7 51 0 0,0-27-7 0 0,11-50-63 0 0,-11 76 42 0 0,1-15-67 0 0,0 15 51 0 0,-1 1 0 0 0,0 0 0 0 0,0-1 0 0 0,0 1 0 0 0,0 0 0 0 0,0-1 0 0 0,-1 1 0 0 0,1 0 0 0 0,0 0 0 0 0,0-1 0 0 0,0 1 0 0 0,0 0 0 0 0,0-1 0 0 0,0 1 0 0 0,0 0 0 0 0,0 0 0 0 0,-1-1 0 0 0,1 1 0 0 0,0 0 0 0 0,0 0 0 0 0,0-1 0 0 0,-1 1 0 0 0,1 0 0 0 0,0 0 0 0 0,0 0 0 0 0,-1-1 0 0 0,1 1 0 0 0,0 0 0 0 0,0 0 0 0 0,-1 0 0 0 0,1 0 0 0 0,0 0 0 0 0,-1 0 0 0 0,1 0 0 0 0,0-1 0 0 0,0 1 0 0 0,-1 0 0 0 0,1 0 0 0 0,0 0 0 0 0,-1 0 0 0 0,1 0 0 0 0,0 0 0 0 0,-1 0 0 0 0,1 0 0 0 0,0 1 0 0 0,0-1 0 0 0,-1 0 0 0 0,-11 5 60 0 0,-1 0 0 0 0,1 1 0 0 0,1 1 0 0 0,-1 0 0 0 0,-14 12 0 0 0,-55 51 281 0 0,50-42-204 0 0,-192 180 852 0 0,215-201-936 0 0,-32 31 327 0 0,38-37-365 0 0,0 1 1 0 0,1 0 0 0 0,0-1 0 0 0,-1 1-1 0 0,1 0 1 0 0,0 0 0 0 0,0 0 0 0 0,0 0-1 0 0,0 0 1 0 0,0 0 0 0 0,0 1-1 0 0,1-1 1 0 0,-1 0 0 0 0,1 0 0 0 0,-1 0-1 0 0,1 1 1 0 0,0-1 0 0 0,0 0 0 0 0,0 3-1 0 0,1-4-9 0 0,-1 1-1 0 0,1-1 1 0 0,0 1-1 0 0,0-1 0 0 0,0 0 1 0 0,0 1-1 0 0,0-1 1 0 0,0 0-1 0 0,0 0 1 0 0,0 0-1 0 0,0 0 0 0 0,0 0 1 0 0,1 0-1 0 0,-1 0 1 0 0,0 0-1 0 0,1 0 0 0 0,-1-1 1 0 0,1 1-1 0 0,-1 0 1 0 0,1-1-1 0 0,-1 0 0 0 0,1 1 1 0 0,-1-1-1 0 0,4 1 1 0 0,42 1 337 0 0,-37-2-254 0 0,27-3 157 0 0,0-2 0 0 0,0-1 0 0 0,-1-2 0 0 0,65-22 0 0 0,-17 5-54 0 0,-71 21-236 0 0,-10 3-93 0 0,1-1 0 0 0,-1 1 1 0 0,1 0-1 0 0,-1 0 1 0 0,0 0-1 0 0,1 1 1 0 0,0-1-1 0 0,-1 1 1 0 0,1 0-1 0 0,-1 0 1 0 0,1 0-1 0 0,-1 0 1 0 0,1 1-1 0 0,-1-1 1 0 0,7 3-1 0 0,-6 2-2320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3:08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191 340 10194 0 0,'-9'8'2231'0'0,"-4"4"709"0"0,8-10-1661 0 0,-1-5-1054 0 0,-8-2 473 0 0,8 10 13 0 0,4 6-54 0 0,2-7-462 0 0,0 0-1 0 0,0 0 1 0 0,1 0 0 0 0,-1 1 0 0 0,1-1 0 0 0,0 0 0 0 0,0 0 0 0 0,0-1 0 0 0,0 1-1 0 0,4 6 1 0 0,-4-8-125 0 0,0-1-1 0 0,1 1 1 0 0,0 0-1 0 0,-1-1 1 0 0,1 1-1 0 0,0-1 1 0 0,-1 1-1 0 0,1-1 1 0 0,0 0-1 0 0,0 0 1 0 0,0 1-1 0 0,0-2 1 0 0,0 1 0 0 0,1 0-1 0 0,-1 0 1 0 0,0-1-1 0 0,0 1 1 0 0,0-1-1 0 0,1 1 1 0 0,3-1-1 0 0,2 0 61 0 0,-1 0-1 0 0,1 0 0 0 0,-1-1 1 0 0,1 1-1 0 0,-1-2 1 0 0,0 1-1 0 0,1-1 1 0 0,-1 0-1 0 0,0-1 0 0 0,0 0 1 0 0,-1 0-1 0 0,1 0 1 0 0,-1-1-1 0 0,1 0 1 0 0,-1 0-1 0 0,0-1 0 0 0,0 1 1 0 0,-1-1-1 0 0,8-9 1 0 0,-2 2-74 0 0,-2-1 0 0 0,1 0 0 0 0,-2-1 1 0 0,0 0-1 0 0,0 0 0 0 0,-2-1 1 0 0,0 0-1 0 0,0 0 0 0 0,-1 0 0 0 0,5-31 1 0 0,-9 37-43 0 0,0 0 0 0 0,-1-1 0 0 0,0 1 1 0 0,0-1-1 0 0,-1 1 0 0 0,0 0 1 0 0,-1-1-1 0 0,-4-15 0 0 0,4 19 1 0 0,-1-1 0 0 0,0 1 0 0 0,0 0 0 0 0,-1 0 0 0 0,0 0 0 0 0,0 0 0 0 0,0 1 0 0 0,0 0 0 0 0,-1-1 0 0 0,0 2 0 0 0,0-1 1 0 0,-11-7-1 0 0,13 10-7 0 0,0 0 0 0 0,0 0 1 0 0,-1 0-1 0 0,1 0 0 0 0,-1 1 1 0 0,1 0-1 0 0,-1 0 0 0 0,1 0 1 0 0,-1 0-1 0 0,1 0 0 0 0,-1 1 1 0 0,0-1-1 0 0,1 1 1 0 0,-1 0-1 0 0,-6 1 0 0 0,5 0 2 0 0,-1 1 0 0 0,1-1-1 0 0,0 1 1 0 0,0 0 0 0 0,0 0 0 0 0,0 1-1 0 0,0-1 1 0 0,0 1 0 0 0,-6 6 0 0 0,-3 3 14 0 0,1 1 0 0 0,0 0 0 0 0,1 1 0 0 0,1 1 0 0 0,-12 18 1 0 0,2 0 64 0 0,2 1 1 0 0,1 0 0 0 0,2 2 0 0 0,1-1-1 0 0,2 2 1 0 0,1 0 0 0 0,2 0 0 0 0,2 1-1 0 0,-5 51 1 0 0,12-76-17 0 0,1 0 1 0 0,0 0-1 0 0,1 0 0 0 0,0 0 1 0 0,1 0-1 0 0,1 0 0 0 0,0 0 1 0 0,1 0-1 0 0,9 22 0 0 0,-10-28-17 0 0,1-1-1 0 0,-1 0 0 0 0,1 0 1 0 0,1-1-1 0 0,-1 1 1 0 0,1-1-1 0 0,-1 0 0 0 0,2 0 1 0 0,-1 0-1 0 0,0-1 1 0 0,1 0-1 0 0,0 0 0 0 0,0 0 1 0 0,0-1-1 0 0,0 0 1 0 0,1 0-1 0 0,-1 0 0 0 0,1-1 1 0 0,0 0-1 0 0,7 1 1 0 0,4-1 102 0 0,0 0 1 0 0,-1-1-1 0 0,1-1 1 0 0,0-1-1 0 0,0-1 1 0 0,-1 0-1 0 0,33-9 1 0 0,-7-2 194 0 0,80-34 1 0 0,-55 12-73 0 0,-67 35-226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3:11.4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60 8898 0 0,'-12'4'2842'0'0,"-3"2"-53"0"0,3-10-1111 0 0,-10-13-783 0 0,14 13-57 0 0,-2 4 419 0 0,1-1-395 0 0,7 0 252 0 0,-8-8 1386 0 0,9 9-2459 0 0,1-1 0 0 0,-1 1-1 0 0,1 0 1 0 0,0-1 0 0 0,0 1 0 0 0,-1 0-1 0 0,1-1 1 0 0,0 1 0 0 0,0-1 0 0 0,-1 1-1 0 0,1-1 1 0 0,0 1 0 0 0,0 0 0 0 0,0-1 0 0 0,0 1-1 0 0,0-1 1 0 0,-1 1 0 0 0,1-1 0 0 0,0 1-1 0 0,0-1 1 0 0,0 1 0 0 0,0-1 0 0 0,1 1-1 0 0,-1-1 1 0 0,0 1 0 0 0,0-1 0 0 0,0 1-1 0 0,0-1 1 0 0,0 1 0 0 0,1-1 0 0 0,-1 1-1 0 0,2-2-15 0 0,0 1-1 0 0,1-1 0 0 0,-1 1 0 0 0,0 0 0 0 0,1 0 0 0 0,-1 0 1 0 0,1 0-1 0 0,-1 1 0 0 0,1-1 0 0 0,-1 1 0 0 0,1-1 1 0 0,4 1-1 0 0,43 0 246 0 0,-19 0-125 0 0,345-8 948 0 0,-143 15-576 0 0,-38 1-53 0 0,50-21 161 0 0,-243 13-688 0 0,10 1-78 0 0,-10 6-3308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3:25.3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242 34 9034 0 0,'0'-3'6908'0'0,"0"0"-5166"0"0,0 2-1416 0 0,-1 0 209 0 0,0 0 46 0 0,0-1 343 0 0,0 0-135 0 0,-5-4 1994 0 0,6 6-2761 0 0,-1-1 85 0 0,-1 0 0 0 0,1-1 0 0 0,-1 1 0 0 0,0 0 0 0 0,1 0 0 0 0,-1 0 0 0 0,0 0 0 0 0,0 0 0 0 0,0 1 0 0 0,1-1 0 0 0,-1 0 0 0 0,-4 0 0 0 0,1 0 74 0 0,3 1-91 0 0,-1 0-1 0 0,0 0 1 0 0,1 0 0 0 0,-1 0-1 0 0,1 1 1 0 0,-1-1-1 0 0,0 1 1 0 0,1 0 0 0 0,-1 0-1 0 0,1 0 1 0 0,-1 0 0 0 0,1 0-1 0 0,0 0 1 0 0,-3 2-1 0 0,-4 2 165 0 0,-8 3-70 0 0,1 1-1 0 0,0 0 1 0 0,0 1 0 0 0,1 1 0 0 0,1 0 0 0 0,0 1 0 0 0,-19 20 0 0 0,32-31-175 0 0,0 1 1 0 0,0-1-1 0 0,0 0 1 0 0,0 0-1 0 0,0 1 1 0 0,1-1-1 0 0,-1 0 0 0 0,0 1 1 0 0,1-1-1 0 0,-1 1 1 0 0,1-1-1 0 0,-1 1 1 0 0,1-1-1 0 0,-1 1 1 0 0,1 0-1 0 0,0-1 1 0 0,0 1-1 0 0,0-1 1 0 0,0 1-1 0 0,0 0 1 0 0,0-1-1 0 0,1 1 0 0 0,-1-1 1 0 0,1 1-1 0 0,-1-1 1 0 0,1 1-1 0 0,-1-1 1 0 0,1 1-1 0 0,0-1 1 0 0,-1 0-1 0 0,1 1 1 0 0,0-1-1 0 0,0 0 1 0 0,0 1-1 0 0,0-1 1 0 0,0 0-1 0 0,0 0 1 0 0,1 0-1 0 0,-1 0 0 0 0,0 0 1 0 0,1 0-1 0 0,-1-1 1 0 0,0 1-1 0 0,1 0 1 0 0,-1-1-1 0 0,1 1 1 0 0,-1-1-1 0 0,1 1 1 0 0,2 0-1 0 0,120 16 270 0 0,-8-1-212 0 0,-106-14-61 0 0,6 1 7 0 0,-1 0 0 0 0,1 1 0 0 0,-1 1 0 0 0,0 0 0 0 0,0 1 0 0 0,0 1 0 0 0,14 9 0 0 0,-27-15-4 0 0,-1 0 0 0 0,0 0 0 0 0,1 0 0 0 0,-1 0 0 0 0,0 0 0 0 0,1 0 0 0 0,-1 1 0 0 0,0-1 0 0 0,0 0 0 0 0,0 1 0 0 0,0-1 0 0 0,0 1 0 0 0,-1 0 0 0 0,1-1 0 0 0,0 1-1 0 0,-1-1 1 0 0,1 1 0 0 0,-1 0 0 0 0,1 0 0 0 0,-1-1 0 0 0,0 1 0 0 0,0 0 0 0 0,0 0 0 0 0,0-1 0 0 0,0 1 0 0 0,0 0 0 0 0,0 0 0 0 0,-1-1 0 0 0,1 1 0 0 0,-1 0 0 0 0,1-1 0 0 0,-1 1 0 0 0,0 0 0 0 0,1-1 0 0 0,-1 1-1 0 0,0-1 1 0 0,0 1 0 0 0,0-1 0 0 0,0 1 0 0 0,-3 1 0 0 0,-4 7 62 0 0,0-1 0 0 0,-1 0 0 0 0,-1-1 0 0 0,-14 11 0 0 0,19-15-50 0 0,-16 11 102 0 0,0 0 0 0 0,-1-1 0 0 0,0-1 0 0 0,-25 10 0 0 0,37-19-60 0 0,0 0 0 0 0,0-1 0 0 0,0 0 0 0 0,0-1 0 0 0,0 0 1 0 0,-1-1-1 0 0,1 0 0 0 0,-1 0 0 0 0,1-1 0 0 0,-1-1 0 0 0,1 0 0 0 0,-18-3 0 0 0,12 0-7 0 0,6 2-24 0 0,1 0 0 0 0,0-1-1 0 0,-11-4 1 0 0,19 6-32 0 0,1-3-637 0 0,0 3 573 0 0,0 0-1 0 0,0 0 1 0 0,0 1-1 0 0,0-1 0 0 0,0 0 1 0 0,0 1-1 0 0,0-1 0 0 0,0 0 1 0 0,1 0-1 0 0,-1 1 1 0 0,0-1-1 0 0,0 0 0 0 0,1 1 1 0 0,-1-1-1 0 0,0 1 1 0 0,1-1-1 0 0,-1 0 0 0 0,1 1 1 0 0,-1-1-1 0 0,1 1 0 0 0,-1-1 1 0 0,1 1-1 0 0,-1-1 1 0 0,1 1-1 0 0,-1 0 0 0 0,1-1 1 0 0,0 1-1 0 0,-1-1 0 0 0,1 1 1 0 0,0 0-1 0 0,-1 0 1 0 0,1-1-1 0 0,0 1 0 0 0,0 0 1 0 0,10-5-2143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3:30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306 286 10194 0 0,'8'-19'7438'0'0,"-9"18"-6462"0"0,-2-5 2220 0 0,10 2-1128 0 0,16 2-1849 0 0,-16 2 273 0 0,3-2-367 0 0,0-1-1 0 0,-1 0 1 0 0,1 0 0 0 0,-1-1 0 0 0,1 0 0 0 0,-1-1 0 0 0,-1 0 0 0 0,1 0 0 0 0,0-1 0 0 0,-1 0 0 0 0,8-8 0 0 0,-10 9-89 0 0,0 0 1 0 0,-1-1-1 0 0,1 0 0 0 0,-2 0 1 0 0,1 0-1 0 0,0 0 0 0 0,-1-1 1 0 0,-1 0-1 0 0,1 1 0 0 0,-1-1 0 0 0,0-1 1 0 0,0 1-1 0 0,-1 0 0 0 0,0-1 1 0 0,1-8-1 0 0,-3 13-24 0 0,0 0 0 0 0,-1 0-1 0 0,1 0 1 0 0,-1 0 0 0 0,1 0 0 0 0,-1 1-1 0 0,0-1 1 0 0,0 0 0 0 0,0 0 0 0 0,0 1 0 0 0,-1-1-1 0 0,1 0 1 0 0,-1 1 0 0 0,1 0 0 0 0,-1-1-1 0 0,0 1 1 0 0,0 0 0 0 0,0 0 0 0 0,0 0-1 0 0,-1 0 1 0 0,1 0 0 0 0,0 1 0 0 0,-1-1 0 0 0,1 1-1 0 0,-1-1 1 0 0,0 1 0 0 0,1 0 0 0 0,-4-1-1 0 0,-3-1 15 0 0,0 0 0 0 0,1 1 0 0 0,-1 0 0 0 0,0 0 0 0 0,0 1 0 0 0,0 0 0 0 0,-1 1 0 0 0,-8 0 0 0 0,4 2 16 0 0,1 1 1 0 0,-1 0-1 0 0,0 1 1 0 0,1 1-1 0 0,0 0 0 0 0,0 0 1 0 0,1 1-1 0 0,-1 1 1 0 0,1 0-1 0 0,0 1 1 0 0,1 0-1 0 0,-18 17 1 0 0,4-1 92 0 0,1 1 0 0 0,1 1 0 0 0,2 1 0 0 0,-20 31 0 0 0,27-36 40 0 0,1-1 1 0 0,-17 42-1 0 0,27-56-129 0 0,1-1-1 0 0,0 1 0 0 0,0 0 1 0 0,0 0-1 0 0,1 0 1 0 0,0 0-1 0 0,0 0 0 0 0,0 0 1 0 0,1 1-1 0 0,1-1 0 0 0,-1 0 1 0 0,1 0-1 0 0,0 0 0 0 0,3 10 1 0 0,-2-13-6 0 0,0 0 1 0 0,0 0 0 0 0,0 0 0 0 0,0 0 0 0 0,0-1-1 0 0,1 1 1 0 0,0-1 0 0 0,0 0 0 0 0,0 0-1 0 0,0 0 1 0 0,0 0 0 0 0,1 0 0 0 0,5 3 0 0 0,-2-2 42 0 0,0 0 0 0 0,1-1 0 0 0,-1 0 0 0 0,1-1 0 0 0,0 0 0 0 0,14 3 0 0 0,1-3 108 0 0,-1 0-1 0 0,1-2 1 0 0,0-1 0 0 0,27-4-1 0 0,2-3 30 0 0,-1-3 0 0 0,-1-1 0 0 0,83-33 0 0 0,-55 11-170 0 0,111-64 1 0 0,-179 92-170 0 0,27-17 106 0 0,-34 22-132 0 0,-1-1 0 0 0,0 1 0 0 0,0-1 0 0 0,0 0 0 0 0,-1 0 0 0 0,1 0 0 0 0,0 0 0 0 0,-1 0 0 0 0,1 0 0 0 0,-1 0 0 0 0,1 0 0 0 0,1-5 0 0 0,-3 6 9 0 0,0 1 0 0 0,0-1-1 0 0,0 1 1 0 0,0-1-1 0 0,0 1 1 0 0,0-1 0 0 0,0 0-1 0 0,0 1 1 0 0,0-1 0 0 0,0 1-1 0 0,0-1 1 0 0,-1 1 0 0 0,1-1-1 0 0,0 1 1 0 0,0-1 0 0 0,-1 1-1 0 0,1-1 1 0 0,0 1 0 0 0,0-1-1 0 0,-1 0 1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3:31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26 3921 0 0,'6'4'5113'0'0,"-7"-5"-4196"0"0,-7-8 4019 0 0,3 0-2520 0 0,5 8-2305 0 0,1 0 1 0 0,-1 0 0 0 0,1 1 0 0 0,-1-1 0 0 0,1 0 0 0 0,0 1 0 0 0,-1-1 0 0 0,1 1-1 0 0,0-1 1 0 0,0 1 0 0 0,0-1 0 0 0,-1 1 0 0 0,1-1 0 0 0,0 1 0 0 0,0 0-1 0 0,0-1 1 0 0,0 1 0 0 0,0 0 0 0 0,0 0 0 0 0,-1 0 0 0 0,1 0 0 0 0,0 0-1 0 0,0 0 1 0 0,0 0 0 0 0,1 0 0 0 0,7-1 486 0 0,0 1 1 0 0,0 1-1 0 0,0-1 1 0 0,0 1-1 0 0,0 1 1 0 0,17 4-1 0 0,-15-3-336 0 0,0 0-1 0 0,1-1 0 0 0,18 1 0 0 0,22-1 362 0 0,24 0 43 0 0,-68-2-579 0 0,-1-1 0 0 0,1 0 0 0 0,-1 0 0 0 0,1 0 0 0 0,-1-1 0 0 0,0-1 0 0 0,11-4 0 0 0,-3 1 378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3:39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9050 0 0,'4'3'12038'0'0,"2"4"-10076"0"0,-5-7-1883 0 0,-1 1-1 0 0,1-1 0 0 0,-1 1 1 0 0,0-1-1 0 0,1 0 1 0 0,-1 1-1 0 0,1-1 0 0 0,-1 0 1 0 0,1 1-1 0 0,0-1 1 0 0,-1 0-1 0 0,1 1 1 0 0,-1-1-1 0 0,1 0 0 0 0,-1 0 1 0 0,1 0-1 0 0,0 0 1 0 0,-1 0-1 0 0,1 1 0 0 0,-1-1 1 0 0,2 0-1 0 0,18 3 606 0 0,-19-3-680 0 0,13 3 158 0 0,1 0 0 0 0,-1-1-1 0 0,18 1 1 0 0,5-1 245 0 0,12 1-72 0 0,27-5 15 0 0,-42 2-180 0 0,45-7 0 0 0,-60 5-107 0 0,0 2 1 0 0,36 1 0 0 0,21 1 57 0 0,82-5 131 0 0,-97 4-143 0 0,53-11 251 0 0,-38 1-90 0 0,-48 6-181 0 0,-19 1-44 0 0,1 1 0 0 0,-1 0 0 0 0,1 0 0 0 0,-1 1 0 0 0,1 1 0 0 0,-1-1 0 0 0,18 5 0 0 0,-16-2-36 0 0,1-1-1 0 0,-1 0 0 0 0,23 2 1 0 0,-24-4-4 0 0,1-1 1 0 0,-1 0-1 0 0,0 0 1 0 0,1-1-1 0 0,-1-1 1 0 0,11-3-1 0 0,-17 4-3 0 0,-3 1 184 0 0,-19 2-4283 0 0,-7 6 2645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3:43.5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378 207 5073 0 0,'18'-72'4809'0'0,"-17"64"-4096"0"0,-3 0-256 0 0,-10-20 599 0 0,8 18-344 0 0,1-2 450 0 0,2 10-838 0 0,1-1 1 0 0,-1 1 0 0 0,0 0-1 0 0,0-1 1 0 0,0 1-1 0 0,0 0 1 0 0,-1 0 0 0 0,1 0-1 0 0,0 0 1 0 0,-1 0 0 0 0,-1-2-1 0 0,-1-1 262 0 0,-1 0 1 0 0,1 1-1 0 0,-1-1 0 0 0,1 1 1 0 0,-11-7-1 0 0,12 10-493 0 0,1 0 0 0 0,-1 0 0 0 0,1 0 0 0 0,0 0 0 0 0,-1 1 0 0 0,1-1 0 0 0,-1 1 0 0 0,0-1 0 0 0,1 1-1 0 0,-1 0 1 0 0,1 0 0 0 0,-1 0 0 0 0,1 1 0 0 0,-1-1 0 0 0,0 0 0 0 0,1 1 0 0 0,-1 0 0 0 0,-2 1 0 0 0,-8 3 33 0 0,0 1 0 0 0,0 0 1 0 0,1 1-1 0 0,0 1 0 0 0,1-1 0 0 0,-1 2 1 0 0,2 0-1 0 0,-1 0 0 0 0,1 1 0 0 0,1 0 1 0 0,-14 19-1 0 0,21-27-113 0 0,1-1 0 0 0,0 1 0 0 0,0 0 0 0 0,0 0 0 0 0,0-1 0 0 0,0 1 0 0 0,0 0 0 0 0,1 0 0 0 0,-1 0 0 0 0,0 0 0 0 0,1 0 0 0 0,0 0 0 0 0,-1 0 0 0 0,1 0 0 0 0,0 1 0 0 0,0-1 0 0 0,0 0 0 0 0,1 0 0 0 0,0 3 0 0 0,0-2 2 0 0,0 0 1 0 0,0 0 0 0 0,1 0-1 0 0,-1-1 1 0 0,1 1 0 0 0,0-1 0 0 0,0 1-1 0 0,0-1 1 0 0,0 1 0 0 0,0-1-1 0 0,5 3 1 0 0,6 4 24 0 0,-1-1 0 0 0,2-1 0 0 0,-1 0 0 0 0,19 6 0 0 0,-25-10-31 0 0,7 3 8 0 0,0 0 0 0 0,-1 0 0 0 0,0 1 0 0 0,-1 1 0 0 0,23 18-1 0 0,-32-24-8 0 0,0 1 0 0 0,0 0 0 0 0,0 0 0 0 0,0 1 0 0 0,0-1 0 0 0,-1 0 0 0 0,0 1 0 0 0,0 0 0 0 0,0-1 0 0 0,0 1 0 0 0,0 0-1 0 0,-1 0 1 0 0,0 0 0 0 0,0 0 0 0 0,0 0 0 0 0,0 0 0 0 0,0 0 0 0 0,-1 1 0 0 0,0-1 0 0 0,0 0 0 0 0,0 0 0 0 0,0 0-1 0 0,-1 1 1 0 0,0-1 0 0 0,-2 7 0 0 0,2-7 11 0 0,-1 0 0 0 0,0-1 0 0 0,-1 1 0 0 0,1-1 0 0 0,-1 1 0 0 0,1-1 0 0 0,-1 0 1 0 0,0 0-1 0 0,0 0 0 0 0,0 0 0 0 0,-6 3 0 0 0,-41 24 258 0 0,33-23-181 0 0,0 0 1 0 0,0-1 0 0 0,0-1 0 0 0,-1-1 0 0 0,-22 2 0 0 0,-2-1 222 0 0,-47-1 0 0 0,88-4-312 0 0,1 0 0 0 0,-1 0 0 0 0,0 0 0 0 0,1 0 0 0 0,-1 0 0 0 0,0 0 0 0 0,1 0 1 0 0,-1 0-1 0 0,0 0 0 0 0,1 0 0 0 0,-1-1 0 0 0,0 1 0 0 0,1 0 0 0 0,-1 0 0 0 0,1-1 1 0 0,-1 1-1 0 0,0 0 0 0 0,1-1 0 0 0,-1 1 0 0 0,1 0 0 0 0,-1-1 0 0 0,1 1 0 0 0,-1-1 1 0 0,1 1-1 0 0,-1-1 0 0 0,1 1 0 0 0,0-1 0 0 0,-1 1 0 0 0,1-1 0 0 0,0 0 0 0 0,-1 1 1 0 0,1-1-1 0 0,0 1 0 0 0,0-1 0 0 0,-1 0 0 0 0,1 1 0 0 0,0-1 0 0 0,0 0 0 0 0,0 1 1 0 0,0-1-1 0 0,0 0 0 0 0,0 1 0 0 0,0-1 0 0 0,0 0 0 0 0,0 1 0 0 0,1-1 0 0 0,-1 0 1 0 0,0 1-1 0 0,1-2 0 0 0,-1 0-15 0 0,1 0 1 0 0,0 0 0 0 0,0 0-1 0 0,0 0 1 0 0,0 0-1 0 0,0 0 1 0 0,1 0 0 0 0,-1 1-1 0 0,1-1 1 0 0,-1 0-1 0 0,1 1 1 0 0,-1-1 0 0 0,1 1-1 0 0,3-2 1 0 0,2-1-525 0 0,1 1 1 0 0,0 0-1 0 0,14-4 1 0 0,11 4-3858 0 0,-14 6 1546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3:47.8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65 433 9738 0 0,'0'-13'1498'0'0,"0"-1"0"0"0,1 1 0 0 0,3-22 0 0 0,-3 34-1434 0 0,-1-7 551 0 0,-1 0-218 0 0,-4-2-30 0 0,-2-10 530 0 0,7 10-117 0 0,1 2-34 0 0,-1-12 3363 0 0,-9 19-3468 0 0,8 1-538 0 0,-1 3-27 0 0,1 0-1 0 0,0 1 1 0 0,0-1-1 0 0,0 0 1 0 0,1 1-1 0 0,-1-1 1 0 0,1 0-1 0 0,0 1 0 0 0,0-1 1 0 0,0 1-1 0 0,0-1 1 0 0,1 4-1 0 0,-1 7 158 0 0,-17 291 1819 0 0,14-277-1890 0 0,-2 1-1 0 0,-8 28 0 0 0,13-56 342 0 0,-5-29-195 0 0,18-119-183 0 0,-4 65-110 0 0,-4 30-13 0 0,1 2-1 0 0,4-1 0 0 0,16-53 1 0 0,-21 85-6 0 0,2 0 1 0 0,1 1 0 0 0,0 0 0 0 0,1 0 0 0 0,1 1 0 0 0,0 0 0 0 0,1 0 0 0 0,1 1 0 0 0,1 1-1 0 0,0 0 1 0 0,17-13 0 0 0,-28 25 0 0 0,1 1 0 0 0,0 0 0 0 0,0 0 0 0 0,0 0 0 0 0,-1 1 0 0 0,2-1 1 0 0,-1 0-1 0 0,0 1 0 0 0,0 0 0 0 0,0 0 0 0 0,6-1 0 0 0,-7 2 1 0 0,-1 0 1 0 0,1 0-1 0 0,-1 0 0 0 0,1 1 1 0 0,-1-1-1 0 0,1 1 1 0 0,-1-1-1 0 0,1 1 0 0 0,-1-1 1 0 0,0 1-1 0 0,1 0 1 0 0,-1-1-1 0 0,0 1 0 0 0,1 0 1 0 0,-1 0-1 0 0,0 0 1 0 0,0 0-1 0 0,0 0 1 0 0,0 0-1 0 0,0 1 0 0 0,0-1 1 0 0,0 0-1 0 0,0 0 1 0 0,-1 1-1 0 0,1-1 0 0 0,0 1 1 0 0,0 1-1 0 0,2 6 3 0 0,1 0-1 0 0,-2 0 1 0 0,1 0-1 0 0,-1 0 1 0 0,-1 0-1 0 0,0 0 1 0 0,0 0-1 0 0,0 1 1 0 0,-2-1-1 0 0,1 0 1 0 0,-1 0-1 0 0,0 1 1 0 0,-1-1-1 0 0,0 0 1 0 0,0 0-1 0 0,-1 0 1 0 0,0-1 0 0 0,-1 1-1 0 0,-4 8 1 0 0,-10 15 16 0 0,-2 0 0 0 0,-1-2 0 0 0,-35 41 0 0 0,32-42-14 0 0,15-18 5 0 0,8-10-2 0 0,13-11 9 0 0,21-12-14 0 0,1 2 1 0 0,1 2-1 0 0,55-22 1 0 0,-69 33-2 0 0,1 0 0 0 0,0 2 1 0 0,-1 0-1 0 0,2 1 1 0 0,-1 1-1 0 0,0 1 1 0 0,38 2-1 0 0,-56 0 0 0 0,0 1 0 0 0,0-1 0 0 0,0 1 0 0 0,1 0 0 0 0,-1 0 0 0 0,0 0 0 0 0,0 1 0 0 0,0-1-1 0 0,-1 1 1 0 0,1 0 0 0 0,0 0 0 0 0,-1 0 0 0 0,1 1 0 0 0,-1-1 0 0 0,0 1 0 0 0,1 0 0 0 0,-1 0 0 0 0,-1 0 0 0 0,4 5 0 0 0,-4-5 0 0 0,0 0 0 0 0,0 1 0 0 0,-1-1 0 0 0,0 1 0 0 0,0 0 0 0 0,0-1 0 0 0,0 1 0 0 0,0 0 0 0 0,-1 0 0 0 0,0-1 0 0 0,0 1 0 0 0,0 0 0 0 0,0 0 0 0 0,0 0 0 0 0,-1-1 0 0 0,0 1 0 0 0,1 0 0 0 0,-2-1 0 0 0,1 1 0 0 0,0 0 0 0 0,-3 4 0 0 0,-4 7 4 0 0,0-1-1 0 0,-1 0 1 0 0,-1 0 0 0 0,0-1-1 0 0,-1 0 1 0 0,0-1 0 0 0,-1 0-1 0 0,-1-1 1 0 0,1-1 0 0 0,-24 16-1 0 0,-11 2 54 0 0,-93 42-1 0 0,119-61 14 0 0,0-1-1 0 0,0-1 1 0 0,-1 0-1 0 0,0-2 1 0 0,0-1-1 0 0,0 0 1 0 0,-1-2-1 0 0,-37 0 1 0 0,59-2-64 0 0,0 0 0 0 0,0 0 0 0 0,0 0 0 0 0,0 0 0 0 0,0 0 0 0 0,0 0 0 0 0,0-1 0 0 0,-1 1 1 0 0,1 0-1 0 0,0-1 0 0 0,1 1 0 0 0,-1-1 0 0 0,0 1 0 0 0,0-1 0 0 0,0 1 0 0 0,0-1 0 0 0,0 0 0 0 0,0 0 0 0 0,1 1 1 0 0,-1-1-1 0 0,0 0 0 0 0,0 0 0 0 0,1 0 0 0 0,-1 0 0 0 0,1 1 0 0 0,-1-1 0 0 0,1 0 0 0 0,-1 0 0 0 0,1 0 0 0 0,-1-2 1 0 0,1 2-44 0 0,0-1 0 0 0,0 1 0 0 0,1 0 0 0 0,-1 0 0 0 0,0 0 0 0 0,1 0 0 0 0,-1 0 0 0 0,0-1 0 0 0,1 1 1 0 0,-1 0-1 0 0,1 0 0 0 0,0 0 0 0 0,-1 0 0 0 0,1 0 0 0 0,0 1 0 0 0,0-1 0 0 0,-1 0 0 0 0,1 0 1 0 0,0 0-1 0 0,0 1 0 0 0,0-1 0 0 0,0 0 0 0 0,0 1 0 0 0,0-1 0 0 0,0 1 0 0 0,0-1 0 0 0,2 0 1 0 0,6-2-1268 0 0,-1 0 1 0 0,0 0 0 0 0,0 1 0 0 0,1 0 0 0 0,9-1 0 0 0,1 3-2846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3:51.9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129 262 11658 0 0,'0'0'4871'0'0,"-2"3"-3878"0"0,1-1-819 0 0,-7 15 436 0 0,3-12-293 0 0,2-3-68 0 0,-6-2 18 0 0,8-1-237 0 0,0 1 0 0 0,1 0-1 0 0,-1 0 1 0 0,0 0 0 0 0,0 0 0 0 0,0 0-1 0 0,1 0 1 0 0,-1 0 0 0 0,0 0 0 0 0,0 0 0 0 0,1 1-1 0 0,-1-1 1 0 0,0 0 0 0 0,0 0 0 0 0,1 1-1 0 0,-2 0 1 0 0,-6 11 368 0 0,0 22 70 0 0,1 0 0 0 0,2 1 0 0 0,1 0 0 0 0,2-1 0 0 0,1 1 1 0 0,2 0-1 0 0,6 46 0 0 0,-6-78-469 0 0,-1 1 1 0 0,1-1-1 0 0,0 1 1 0 0,-1-1-1 0 0,1 0 1 0 0,1 1-1 0 0,-1-1 1 0 0,0 0-1 0 0,1 0 1 0 0,3 5-1 0 0,-5-7-143 0 0,-6-23-3758 0 0,-3-8 2024 0 0,3 4 1001 0 0,1 10 788 0 0,2-1-1 0 0,0 0 1 0 0,-1-19 0 0 0,-1-3 281 0 0,2 16 151 0 0,0 1 0 0 0,2-1 1 0 0,1 1-1 0 0,0-1 0 0 0,2 0 1 0 0,8-42-1 0 0,-7 52-79 0 0,1 1 1 0 0,0-1-1 0 0,1 1 1 0 0,1 0-1 0 0,-1 0 1 0 0,2 1-1 0 0,0 0 0 0 0,0 0 1 0 0,1 0-1 0 0,0 1 1 0 0,1 0-1 0 0,0 1 1 0 0,14-12-1 0 0,-3 6 205 0 0,1 0 0 0 0,1 1 0 0 0,29-14 0 0 0,-42 24-367 0 0,0 0 0 0 0,0 0 0 0 0,1 1 0 0 0,-1 0-1 0 0,1 1 1 0 0,-1 0 0 0 0,1 0 0 0 0,0 1 0 0 0,0 1-1 0 0,-1-1 1 0 0,18 3 0 0 0,-25-2-89 0 0,0 0-1 0 0,1 1 1 0 0,-1 0 0 0 0,0-1-1 0 0,0 1 1 0 0,1 0 0 0 0,-1 0 0 0 0,0 0-1 0 0,0 0 1 0 0,0 1 0 0 0,0-1-1 0 0,0 0 1 0 0,-1 1 0 0 0,1-1 0 0 0,0 1-1 0 0,-1 0 1 0 0,1 0 0 0 0,2 3-1 0 0,-3-2 4 0 0,1 0 0 0 0,-1 0-1 0 0,0 0 1 0 0,0 1-1 0 0,-1-1 1 0 0,1 0-1 0 0,0 0 1 0 0,-1 1 0 0 0,0-1-1 0 0,0 0 1 0 0,0 0-1 0 0,-1 4 1 0 0,0 3 18 0 0,-1-1 0 0 0,-1 1 1 0 0,1-1-1 0 0,-1 0 0 0 0,-1 0 0 0 0,0 0 1 0 0,0 0-1 0 0,-7 8 0 0 0,-11 14 31 0 0,-2-1-1 0 0,0-1 1 0 0,-2-1 0 0 0,-2-1-1 0 0,-59 44 1 0 0,80-66-46 0 0,2 0 7 0 0,-1-1-1 0 0,0-1 1 0 0,0 1-1 0 0,-7 2 1 0 0,12-5 95 0 0,7-2-96 0 0,0 0-1 0 0,0 0 1 0 0,-1-1-1 0 0,1 0 1 0 0,0 0-1 0 0,9-5 1 0 0,19-5 5 0 0,-24 10-29 0 0,1 0 0 0 0,0 1 1 0 0,0 1-1 0 0,-1 0 1 0 0,1 0-1 0 0,0 1 1 0 0,-1 1-1 0 0,1 0 1 0 0,0 0-1 0 0,17 7 1 0 0,-15-4 0 0 0,0 0-1 0 0,0 1 1 0 0,-1 0 0 0 0,0 1 0 0 0,-1 1 0 0 0,1 0 0 0 0,-2 0 0 0 0,12 11 0 0 0,-20-17-2 0 0,1 1 0 0 0,-1 0 0 0 0,1-1 0 0 0,-1 1 1 0 0,0 0-1 0 0,0 0 0 0 0,0 1 0 0 0,-1-1 0 0 0,1 0 0 0 0,-1 1 0 0 0,0-1 1 0 0,1 1-1 0 0,-2-1 0 0 0,1 1 0 0 0,0-1 0 0 0,-1 1 0 0 0,1 0 0 0 0,-1 4 0 0 0,-1-3 5 0 0,0 0-1 0 0,0 0 1 0 0,0 0-1 0 0,-1 0 0 0 0,0 0 1 0 0,0 0-1 0 0,0-1 0 0 0,0 1 1 0 0,-1-1-1 0 0,0 1 0 0 0,-5 6 1 0 0,-3 1 27 0 0,-1 0 0 0 0,0-1 1 0 0,0 0-1 0 0,-1-1 0 0 0,-1 0 1 0 0,1-1-1 0 0,-17 8 0 0 0,-8 0 103 0 0,0-2 0 0 0,-1-1 0 0 0,0-1 0 0 0,-1-3 0 0 0,0-1 0 0 0,-68 5 0 0 0,97-14 20 0 0,-3 1-3436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4:12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300 115 5257 0 0,'2'-12'682'0'0,"-2"7"34"0"0,1 0-1 0 0,0-1 1 0 0,0 1 0 0 0,3-9 0 0 0,-4 14-696 0 0,1-5 572 0 0,-3-2-200 0 0,-9-21 578 0 0,11 17 451 0 0,7-3 2774 0 0,-7 14-4105 0 0,0-1-1 0 0,0 1 1 0 0,1 0 0 0 0,-1 0 0 0 0,0 0-1 0 0,0 0 1 0 0,0-1 0 0 0,0 1 0 0 0,1 0-1 0 0,-1 0 1 0 0,0 0 0 0 0,0 0 0 0 0,0 0 0 0 0,1 0-1 0 0,-1-1 1 0 0,0 1 0 0 0,0 0 0 0 0,1 0-1 0 0,-1 0 1 0 0,0 0 0 0 0,0 0 0 0 0,0 0-1 0 0,1 0 1 0 0,-1 0 0 0 0,0 0 0 0 0,0 0-1 0 0,1 0 1 0 0,-1 0 0 0 0,0 0 0 0 0,0 0 0 0 0,1 1-1 0 0,-1-1 1 0 0,2 13 36 0 0,-11 563 4497 0 0,10-359-3655 0 0,-14 308 249 0 0,7-221-872 0 0,-3 41 72 0 0,11-197-230 0 0,1-53 42 0 0,-3-94 162 0 0,-4-1-372 0 0,0-1 1 0 0,0 0 0 0 0,0 0 0 0 0,1 0-1 0 0,-1 0 1 0 0,0 0 0 0 0,0-1 0 0 0,1 0-1 0 0,-6-3 1 0 0,-35-25-32 0 0,19 12 4 0 0,-137-77-96 0 0,161 95 103 0 0,1-1 0 0 0,0 1-1 0 0,0 0 1 0 0,0 0 0 0 0,0 0 0 0 0,0 0 0 0 0,0 0-1 0 0,0 0 1 0 0,-1 0 0 0 0,1 0 0 0 0,0 0-1 0 0,0 0 1 0 0,0-1 0 0 0,0 1 0 0 0,0 0 0 0 0,-1 0-1 0 0,1 0 1 0 0,0 0 0 0 0,0 0 0 0 0,0 0 0 0 0,0 0-1 0 0,0 0 1 0 0,-1 0 0 0 0,1 0 0 0 0,0 0-1 0 0,0 0 1 0 0,0 0 0 0 0,0 0 0 0 0,-1 0 0 0 0,1 1-1 0 0,0-1 1 0 0,0 0 0 0 0,0 0 0 0 0,0 0-1 0 0,0 0 1 0 0,0 0 0 0 0,-1 0 0 0 0,1 0 0 0 0,0 0-1 0 0,0 0 1 0 0,0 0 0 0 0,0 1 0 0 0,0-1-1 0 0,0 0 1 0 0,0 0 0 0 0,0 0 0 0 0,-1 1 0 0 0,1 10-11 0 0,5 15 21 0 0,-4-24-12 0 0,28 89 7 0 0,-3-15 1 0 0,-10-32 2 0 0,1-1-1 0 0,3 0 1 0 0,1-1-1 0 0,2-2 1 0 0,40 54-1 0 0,-60-90 3 0 0,0 1 0 0 0,1-1 0 0 0,-1 0-1 0 0,1 0 1 0 0,0 0 0 0 0,0 0 0 0 0,1-1 0 0 0,5 5 0 0 0,-8-8 1 0 0,-1 1 0 0 0,1 0 1 0 0,-1-1-1 0 0,0 1 1 0 0,1-1-1 0 0,0 0 1 0 0,-1 1-1 0 0,1-1 1 0 0,-1 0-1 0 0,1 0 0 0 0,-1 0 1 0 0,1 0-1 0 0,-1 0 1 0 0,1 0-1 0 0,0 0 1 0 0,-1-1-1 0 0,1 1 1 0 0,-1-1-1 0 0,1 1 0 0 0,-1-1 1 0 0,1 1-1 0 0,-1-1 1 0 0,0 0-1 0 0,1 0 1 0 0,-1 0-1 0 0,0 0 1 0 0,0 0-1 0 0,1 0 0 0 0,-1 0 1 0 0,0 0-1 0 0,0 0 1 0 0,1-2-1 0 0,20-27 146 0 0,-1-1 1 0 0,-2-1-1 0 0,17-38 0 0 0,-24 47-103 0 0,13-23 18 0 0,-11 22-53 0 0,-1-1 0 0 0,-1 0 1 0 0,14-44-1 0 0,-26 68-86 0 0,9 49-7709 0 0,-8-33 4686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4:14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284 138 7218 0 0,'-27'-12'604'0'0,"-34"-21"0"0"0,53 27-761 0 0,2-1 40 0 0,3 4 128 0 0,-6-7-109 0 0,-7-7-301 0 0,-2 2-86 0 0,13 12 428 0 0,1 1-1 0 0,0-1 1 0 0,0 1-1 0 0,-1 0 1 0 0,-9-3-1 0 0,0 1 180 0 0,1 1-25 0 0,1 0-1 0 0,-1 0 0 0 0,1 1 0 0 0,-17-1 0 0 0,23 3-766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4:15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 4913 0 0,'0'0'13640'0'0,"0"1"-13590"0"0,0-1-1 0 0,0 1 1 0 0,0-1-1 0 0,0 0 0 0 0,1 1 1 0 0,-1-1-1 0 0,0 1 1 0 0,0-1-1 0 0,0 0 1 0 0,0 1-1 0 0,0-1 0 0 0,1 0 1 0 0,-1 1-1 0 0,0-1 1 0 0,0 0-1 0 0,0 1 1 0 0,1-1-1 0 0,-1 0 0 0 0,0 0 1 0 0,0 1-1 0 0,1-1 1 0 0,-1 0-1 0 0,0 0 1 0 0,1 1-1 0 0,-1-1 0 0 0,0 0 1 0 0,1 0-1 0 0,-1 0 1 0 0,0 0-1 0 0,2 1 1 0 0,7 2 91 0 0,0 0 1 0 0,1 0 0 0 0,-1-1-1 0 0,1 0 1 0 0,0-1 0 0 0,0 0 0 0 0,19-1-1 0 0,486-20 2109 0 0,-62 0-1070 0 0,252-4-144 0 0,-71 0-54 0 0,-327 29-346 0 0,-306-5-254 0 0,-7 0-587 0 0,-4 0-4434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4:15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87 13803 0 0,'3'-4'302'0'0,"1"0"-1"0"0,-1 0 1 0 0,1 1 0 0 0,0-1-1 0 0,0 1 1 0 0,0 0 0 0 0,0 0-1 0 0,1 0 1 0 0,-1 1 0 0 0,1 0-1 0 0,0-1 1 0 0,0 2 0 0 0,-1-1-1 0 0,10-2 1 0 0,9 0 789 0 0,-1 0-1 0 0,26 0 1 0 0,-14 1 59 0 0,185-11 1763 0 0,-110 10-2416 0 0,-77 0-236 0 0,9 0-3052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4:16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 13 9610 0 0,'0'0'566'0'0,"0"-1"-100"0"0,1 0 0 0 0,0 1 1 0 0,0-1-1 0 0,-1 0 1 0 0,1 1-1 0 0,0-1 1 0 0,0 1-1 0 0,0-1 1 0 0,0 1-1 0 0,0-1 0 0 0,-1 1 1 0 0,1 0-1 0 0,0 0 1 0 0,0-1-1 0 0,0 1 1 0 0,2 0-1 0 0,1-1-142 0 0,1 0-1 0 0,-1 0 1 0 0,0 0 0 0 0,1 1-1 0 0,-1 0 1 0 0,1 0 0 0 0,-1 0-1 0 0,1 0 1 0 0,-1 1-1 0 0,1 0 1 0 0,-1 0 0 0 0,1 0-1 0 0,-1 0 1 0 0,8 4 0 0 0,15 11 1593 0 0,38 29 0 0 0,-37-22-1560 0 0,-1 1 1 0 0,38 45-1 0 0,-61-65-337 0 0,0 1 0 0 0,-1 0 0 0 0,0 0 0 0 0,0 0 0 0 0,-1 0 0 0 0,1 1 0 0 0,-1-1 0 0 0,0 1 0 0 0,0-1 0 0 0,-1 1 0 0 0,0 0 0 0 0,0 0 0 0 0,0 0 0 0 0,0 7 0 0 0,-2-10-13 0 0,0-1 0 0 0,0 0-1 0 0,1 0 1 0 0,-1 0 0 0 0,-1 1 0 0 0,1-1 0 0 0,0 0-1 0 0,0 0 1 0 0,-1-1 0 0 0,1 1 0 0 0,-1 0 0 0 0,0 0-1 0 0,1-1 1 0 0,-4 3 0 0 0,-31 21 21 0 0,25-19-15 0 0,-112 65 22 0 0,18-12-29 0 0,-120 92 2 0 0,193-130-4 0 0,-35 31 0 0 0,65-51-4 0 0,0 0 0 0 0,1 1-1 0 0,-1-1 1 0 0,1 1 0 0 0,-1-1 0 0 0,1 1-1 0 0,0 0 1 0 0,0 0 0 0 0,0-1 0 0 0,0 1-1 0 0,0 0 1 0 0,0 0 0 0 0,0 0 0 0 0,0 0-1 0 0,1 0 1 0 0,-1 0 0 0 0,1 0-1 0 0,0 1 1 0 0,-1-1 0 0 0,1 0 0 0 0,0 3-1 0 0,1-3 2 0 0,0 1-1 0 0,-1-1 0 0 0,1 0 1 0 0,0 0-1 0 0,0 0 0 0 0,0 0 0 0 0,1 0 1 0 0,-1-1-1 0 0,0 1 0 0 0,1 0 0 0 0,-1-1 1 0 0,1 1-1 0 0,0-1 0 0 0,-1 1 0 0 0,1-1 1 0 0,0 0-1 0 0,0 1 0 0 0,0-1 1 0 0,0 0-1 0 0,3 1 0 0 0,11 4 19 0 0,1 0-1 0 0,-1 0 1 0 0,2-2 0 0 0,-1 0 0 0 0,0-1-1 0 0,25 1 1 0 0,110-3 109 0 0,-113-3-90 0 0,403-31 556 0 0,-233 13-478 0 0,-201 20-118 0 0,53-3 24 0 0,-55 3-29 0 0,0 0-1 0 0,0 1 1 0 0,0 0 0 0 0,0 0-1 0 0,0 0 1 0 0,0 1 0 0 0,10 3-1 0 0,-16-4-30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4:18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1 9642 0 0,'-3'0'268'0'0,"0"-1"1"0"0,-1 1-1 0 0,1 0 0 0 0,0 0 1 0 0,0 1-1 0 0,-1-1 0 0 0,1 1 0 0 0,0 0 1 0 0,0-1-1 0 0,-1 1 0 0 0,1 0 1 0 0,0 1-1 0 0,0-1 0 0 0,0 1 1 0 0,1-1-1 0 0,-1 1 0 0 0,0 0 0 0 0,1 0 1 0 0,-1 0-1 0 0,1 0 0 0 0,-1 1 1 0 0,1-1-1 0 0,0 1 0 0 0,0-1 1 0 0,-3 6-1 0 0,-3 4 241 0 0,0 0-1 0 0,1 1 1 0 0,1 0 0 0 0,-8 21-1 0 0,10-21-305 0 0,0-1-1 0 0,1 1 0 0 0,0 0 0 0 0,1 0 0 0 0,1 0 1 0 0,0 1-1 0 0,1-1 0 0 0,0 0 0 0 0,1 0 0 0 0,5 26 0 0 0,-5-33-146 0 0,0-1-1 0 0,1 0 1 0 0,0 0-1 0 0,0 0 1 0 0,0 0-1 0 0,0 0 1 0 0,1-1-1 0 0,0 1 1 0 0,0-1-1 0 0,0 0 1 0 0,0 1-1 0 0,1-1 1 0 0,0-1-1 0 0,0 1 1 0 0,0 0-1 0 0,0-1 1 0 0,0 0-1 0 0,1 0 1 0 0,-1 0-1 0 0,1-1 1 0 0,0 1-1 0 0,0-1 1 0 0,0 0-1 0 0,0-1 1 0 0,0 1-1 0 0,0-1 1 0 0,0 0-1 0 0,1 0 1 0 0,7 0-1 0 0,-6-1-24 0 0,0-1 0 0 0,0 1 0 0 0,0-1 0 0 0,0 0 0 0 0,0-1 0 0 0,0 0 0 0 0,-1 0 0 0 0,1 0 0 0 0,-1-1 0 0 0,1 0 0 0 0,-1 0 0 0 0,0-1 0 0 0,0 1 0 0 0,-1-1 0 0 0,1-1 0 0 0,-1 1 0 0 0,0-1 0 0 0,0 0 0 0 0,0 0 0 0 0,0 0 0 0 0,-1-1 0 0 0,0 0 0 0 0,0 0 0 0 0,-1 0 0 0 0,0 0 0 0 0,0 0 0 0 0,0-1 0 0 0,-1 1 0 0 0,0-1 0 0 0,0 0-1 0 0,0 1 1 0 0,-1-1 0 0 0,0 0 0 0 0,-1 0 0 0 0,1 0 0 0 0,-1 0 0 0 0,-1 0 0 0 0,1 0 0 0 0,-1 0 0 0 0,0 0 0 0 0,-1 0 0 0 0,0 1 0 0 0,-5-14 0 0 0,1 8-8 0 0,0 1-1 0 0,0 0 0 0 0,-1 0 1 0 0,-1 1-1 0 0,0 0 1 0 0,-15-15-1 0 0,20 22-75 0 0,0 0 0 0 0,0 0 0 0 0,-1 0 0 0 0,1 1 0 0 0,-1-1 0 0 0,1 1 0 0 0,-1 0 0 0 0,0 0 0 0 0,0 0 0 0 0,0 0 0 0 0,0 1 0 0 0,0 0 0 0 0,0 0-1 0 0,0 0 1 0 0,0 0 0 0 0,0 0 0 0 0,-1 1 0 0 0,1 0 0 0 0,0 0 0 0 0,-1 0 0 0 0,1 0 0 0 0,0 1 0 0 0,-7 1 0 0 0,9-1-216 0 0,0 0 1 0 0,0 0-1 0 0,0 0 1 0 0,1 0-1 0 0,-1 0 0 0 0,0 0 1 0 0,1 1-1 0 0,-1-1 1 0 0,1 1-1 0 0,-1-1 0 0 0,1 1 1 0 0,0-1-1 0 0,-1 1 1 0 0,1 0-1 0 0,0-1 0 0 0,0 1 1 0 0,0 0-1 0 0,1 0 1 0 0,-1 0-1 0 0,0 0 0 0 0,0 4 1 0 0,-1 5-2165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4:18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 18028 0 0,'-1'0'107'0'0,"1"0"0"0"0,0 1-1 0 0,0-1 1 0 0,0 0 0 0 0,-1 1 0 0 0,1-1 0 0 0,0 0-1 0 0,0 1 1 0 0,0-1 0 0 0,0 0 0 0 0,0 1 0 0 0,0-1 0 0 0,0 0-1 0 0,0 1 1 0 0,0-1 0 0 0,0 0 0 0 0,0 1 0 0 0,0-1 0 0 0,0 0-1 0 0,0 1 1 0 0,0-1 0 0 0,0 0 0 0 0,0 1 0 0 0,0-1 0 0 0,0 0-1 0 0,0 1 1 0 0,1-1 0 0 0,-1 0 0 0 0,0 1 0 0 0,0-1-1 0 0,0 0 1 0 0,1 0 0 0 0,-1 1 0 0 0,0-1 0 0 0,0 0 0 0 0,1 0-1 0 0,-1 1 1 0 0,0-1 0 0 0,0 0 0 0 0,1 0 0 0 0,-1 0 0 0 0,0 1-1 0 0,1-1 1 0 0,-1 0 0 0 0,0 0 0 0 0,1 0 0 0 0,-1 0 0 0 0,0 0-1 0 0,1 0 1 0 0,-1 0 0 0 0,0 0 0 0 0,1 0 0 0 0,-1 0 0 0 0,0 0-1 0 0,1 0 1 0 0,-1 0 0 0 0,0 0 0 0 0,1 0 0 0 0,-1 0-1 0 0,0 0 1 0 0,1 0 0 0 0,-1-1 0 0 0,0 1 0 0 0,1 0 0 0 0,-1 0-1 0 0,-20 34-295 0 0,12-22 167 0 0,7-12-457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4:18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37 14291 0 0,'0'-1'137'0'0,"1"-1"0"0"0,-1 1 1 0 0,0 0-1 0 0,0 0 0 0 0,1-1 0 0 0,-1 1 0 0 0,0 0 1 0 0,0-1-1 0 0,0 1 0 0 0,0 0 0 0 0,0 0 0 0 0,0-1 1 0 0,-1 1-1 0 0,1 0 0 0 0,0-1 0 0 0,-1 1 0 0 0,1 0 1 0 0,-1 0-1 0 0,1 0 0 0 0,-1 0 0 0 0,0-1 0 0 0,1 1 1 0 0,-1 0-1 0 0,0 0 0 0 0,-1-1 0 0 0,1 2-26 0 0,0-1-1 0 0,-1 1 0 0 0,1-1 1 0 0,-1 1-1 0 0,1-1 1 0 0,-1 1-1 0 0,0 0 0 0 0,1 0 1 0 0,-1 0-1 0 0,1 0 1 0 0,-1 0-1 0 0,1 0 1 0 0,-1 0-1 0 0,1 1 0 0 0,-1-1 1 0 0,1 0-1 0 0,-3 2 1 0 0,-4 1 76 0 0,0 0 0 0 0,0 1 0 0 0,0 0 0 0 0,0 0 0 0 0,1 1 0 0 0,-9 7 0 0 0,4-2-81 0 0,1 2 0 0 0,1-1 0 0 0,0 1 0 0 0,0 1-1 0 0,1-1 1 0 0,-9 18 0 0 0,15-25-96 0 0,1 0 0 0 0,-1 0-1 0 0,1 0 1 0 0,0 1 0 0 0,0-1 0 0 0,1 0-1 0 0,-1 1 1 0 0,1 0 0 0 0,0-1 0 0 0,1 1-1 0 0,0 0 1 0 0,0-1 0 0 0,0 1 0 0 0,0-1-1 0 0,1 1 1 0 0,0 0 0 0 0,0-1 0 0 0,0 1-1 0 0,1-1 1 0 0,3 9 0 0 0,-4-13-2 0 0,0 1 0 0 0,0 0 0 0 0,0 0 0 0 0,0 0 0 0 0,0-1 0 0 0,0 1 0 0 0,0-1 0 0 0,1 1 0 0 0,-1-1 0 0 0,0 1 1 0 0,1-1-1 0 0,-1 0 0 0 0,1 0 0 0 0,0 0 0 0 0,-1 0 0 0 0,1 0 0 0 0,0 0 0 0 0,0 0 0 0 0,0 0 0 0 0,0-1 0 0 0,-1 1 0 0 0,1-1 0 0 0,0 1 1 0 0,0-1-1 0 0,0 0 0 0 0,0 0 0 0 0,0 0 0 0 0,0 0 0 0 0,0 0 0 0 0,0 0 0 0 0,0 0 0 0 0,0-1 0 0 0,0 1 0 0 0,0-1 0 0 0,0 1 0 0 0,0-1 1 0 0,3-2-1 0 0,0 0 17 0 0,0 0 1 0 0,0 0-1 0 0,-1 0 1 0 0,1-1-1 0 0,-1 0 1 0 0,0 0-1 0 0,0 0 1 0 0,0-1 0 0 0,0 1-1 0 0,-1-1 1 0 0,5-9-1 0 0,2-7 13 0 0,-1 1 0 0 0,-2-1 0 0 0,0 0 1 0 0,-1-1-1 0 0,-1 0 0 0 0,3-30 0 0 0,-8 37-35 0 0,0 14-70 0 0,0 9 22 0 0,2 27 56 0 0,2 1 1 0 0,1-1-1 0 0,12 42 1 0 0,-7-36 32 0 0,7 73-1 0 0,-17-111-28 0 0,0-1 0 0 0,1 1 0 0 0,-2-1 0 0 0,1 1 1 0 0,0-1-1 0 0,0 1 0 0 0,-1-1 0 0 0,1 1 0 0 0,-1-1 0 0 0,0 1 0 0 0,0-1 0 0 0,0 0 1 0 0,0 0-1 0 0,0 1 0 0 0,-1-1 0 0 0,1 0 0 0 0,0 0 0 0 0,-1 0 0 0 0,0 0 0 0 0,-2 2 1 0 0,-1 0 56 0 0,0-1 0 0 0,0 0 0 0 0,0 0 1 0 0,-1-1-1 0 0,1 1 0 0 0,-1-1 1 0 0,-9 2-1 0 0,7-1-90 0 0,-1 0 0 0 0,1-1 0 0 0,0 0 0 0 0,-1-1 0 0 0,1 0 0 0 0,-1 0 1 0 0,1-1-1 0 0,-1 0 0 0 0,1-1 0 0 0,-10-1 0 0 0,10-3-2851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4:19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19 13955 0 0,'0'0'5366'0'0,"17"-4"-4604"0"0,-7 5-590 0 0,0 0 0 0 0,0-1 0 0 0,0 0-1 0 0,0-1 1 0 0,0 0 0 0 0,1 0 0 0 0,12-4 0 0 0,-22 5 176 0 0,-2-1-241 0 0,0 0-101 0 0,1 0 0 0 0,0 1-1 0 0,-1-1 1 0 0,1 1-1 0 0,-1-1 1 0 0,1 1 0 0 0,-1-1-1 0 0,1 1 1 0 0,-1-1-1 0 0,0 1 1 0 0,1 0 0 0 0,-1-1-1 0 0,0 1 1 0 0,1 0 0 0 0,-1 0-1 0 0,0-1 1 0 0,-9 2-2 0 0,0-1 1 0 0,1 2 0 0 0,0-1 0 0 0,-1 2-1 0 0,1-1 1 0 0,0 1 0 0 0,0 0 0 0 0,0 1 0 0 0,-15 8-1 0 0,19-9 10 0 0,0 0 0 0 0,-1 1-1 0 0,1 0 1 0 0,1 0 0 0 0,-1 0-1 0 0,0 0 1 0 0,1 1 0 0 0,0-1 0 0 0,0 1-1 0 0,1 0 1 0 0,-1 0 0 0 0,1 1-1 0 0,0-1 1 0 0,0 1 0 0 0,-3 11-1 0 0,5-14-7 0 0,1-1 0 0 0,-1 1 0 0 0,1-1 0 0 0,0 1 0 0 0,0-1 0 0 0,0 1 0 0 0,0-1 0 0 0,1 1 0 0 0,-1-1 0 0 0,1 1 0 0 0,-1-1 1 0 0,1 0-1 0 0,0 1 0 0 0,0-1 0 0 0,0 0 0 0 0,0 1 0 0 0,1-1 0 0 0,-1 0 0 0 0,0 0 0 0 0,1 0 0 0 0,0 0 0 0 0,-1 0 0 0 0,1-1 0 0 0,0 1 0 0 0,0 0 0 0 0,0-1 0 0 0,0 1 0 0 0,0-1 0 0 0,3 1 0 0 0,7 5 22 0 0,2 0 0 0 0,-1-2 0 0 0,28 9 0 0 0,-16-6-15 0 0,6 2 12 0 0,-15-6-19 0 0,-1 1 0 0 0,15 8 1 0 0,-26-12-4 0 0,-1 1 1 0 0,0 0-1 0 0,0 0 1 0 0,0 0-1 0 0,0 0 1 0 0,0 1 0 0 0,0-1-1 0 0,0 1 1 0 0,-1-1-1 0 0,0 1 1 0 0,1 0-1 0 0,-1 0 1 0 0,0 0 0 0 0,2 4-1 0 0,-4-6 9 0 0,0 1 0 0 0,0-1 0 0 0,0 0 0 0 0,1 0-1 0 0,-1 0 1 0 0,-1 0 0 0 0,1 0 0 0 0,0 0 0 0 0,0 1 0 0 0,0-1 0 0 0,0 0-1 0 0,-1 0 1 0 0,1 0 0 0 0,-1 0 0 0 0,1 0 0 0 0,-1 0 0 0 0,1 0 0 0 0,-1 0-1 0 0,1 0 1 0 0,-1 0 0 0 0,0 0 0 0 0,0-1 0 0 0,1 1 0 0 0,-1 0 0 0 0,0 0-1 0 0,0-1 1 0 0,0 1 0 0 0,0 0 0 0 0,0-1 0 0 0,-1 1 0 0 0,-34 18 460 0 0,32-17-413 0 0,-19 6 327 0 0,-41 11-1 0 0,-8 2-148 0 0,47-13-228 0 0,13-4-643 0 0,1 0 0 0 0,-20 9 0 0 0,26-10-1222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4:20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54 12043 0 0,'0'-1'288'0'0,"0"1"1"0"0,0-1 0 0 0,0 0 0 0 0,0 1-1 0 0,0-1 1 0 0,0 0 0 0 0,0 1 0 0 0,-1-1-1 0 0,1 1 1 0 0,0-1 0 0 0,0 0 0 0 0,0 1 0 0 0,-1-1-1 0 0,1 1 1 0 0,0-1 0 0 0,0 1 0 0 0,-1-1-1 0 0,1 0 1 0 0,-1 1 0 0 0,1 0 0 0 0,-1-2 0 0 0,-6 5 2992 0 0,2 4-4374 0 0,2 1 1246 0 0,1-1-1 0 0,0 1 0 0 0,1 0 0 0 0,-1 0 0 0 0,1 0 0 0 0,1 0 0 0 0,-1 0 1 0 0,2 0-1 0 0,-1 0 0 0 0,1 0 0 0 0,2 11 0 0 0,-2-13-90 0 0,1 1-1 0 0,0-1 1 0 0,0 0-1 0 0,0 1 1 0 0,1-1-1 0 0,0 0 1 0 0,0 0-1 0 0,0-1 1 0 0,1 1-1 0 0,0-1 1 0 0,0 0-1 0 0,0 0 1 0 0,7 6-1 0 0,-6-7-32 0 0,-1-1 0 0 0,1 0 0 0 0,0 0 0 0 0,1 0-1 0 0,-1-1 1 0 0,0 0 0 0 0,1 0 0 0 0,-1 0-1 0 0,1 0 1 0 0,0-1 0 0 0,-1 0 0 0 0,1 0-1 0 0,0-1 1 0 0,0 0 0 0 0,9 0 0 0 0,-7-2-9 0 0,1 1 0 0 0,-1-2 1 0 0,1 1-1 0 0,-1-1 1 0 0,0 0-1 0 0,0-1 0 0 0,0 0 1 0 0,-1 0-1 0 0,1-1 0 0 0,-1 0 1 0 0,0 0-1 0 0,0-1 0 0 0,-1 0 1 0 0,0 0-1 0 0,0 0 0 0 0,0-1 1 0 0,-1 0-1 0 0,0 0 0 0 0,0 0 1 0 0,-1-1-1 0 0,1 1 1 0 0,4-15-1 0 0,-8 19-13 0 0,0-1 0 0 0,-1 0 0 0 0,1 1 0 0 0,-1-1 0 0 0,1 0 0 0 0,-1 1 1 0 0,0-1-1 0 0,-1 0 0 0 0,1 1 0 0 0,-1-1 0 0 0,1 0 0 0 0,-1 1 0 0 0,0-1 0 0 0,0 1 0 0 0,-1-1 1 0 0,-1-3-1 0 0,0 2-3 0 0,0 1 0 0 0,0 0 0 0 0,-1 0 0 0 0,1 0 0 0 0,-1 0 1 0 0,0 0-1 0 0,0 1 0 0 0,0 0 0 0 0,0 0 0 0 0,-7-4 0 0 0,1 2-6 0 0,0 0 0 0 0,-1 1-1 0 0,0 0 1 0 0,1 1-1 0 0,-1 0 1 0 0,0 0 0 0 0,0 2-1 0 0,-1-1 1 0 0,-21 1 0 0 0,22 2 15 0 0,0 0 1 0 0,0 1-1 0 0,0 0 1 0 0,1 0 0 0 0,-1 1-1 0 0,-15 8 1 0 0,19-8-233 0 0,0 0 1 0 0,1 0-1 0 0,0 1 1 0 0,0 0-1 0 0,0 1 1 0 0,0-1-1 0 0,1 1 1 0 0,-1 0-1 0 0,1 1 1 0 0,-7 9-1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4:20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8154 0 0,'4'0'10886'0'0,"5"0"-7930"0"0,5 0-5453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4:21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259 147 5729 0 0,'13'-25'1438'0'0,"12"-28"3102"0"0,-24 50-4201 0 0,0 1 1 0 0,0-1-1 0 0,-1 0 0 0 0,1 0 0 0 0,-1 0 0 0 0,1 1 1 0 0,-1-1-1 0 0,0 0 0 0 0,0 0 0 0 0,0 0 0 0 0,-1 0 1 0 0,1 0-1 0 0,0 1 0 0 0,-1-1 0 0 0,-2-5 0 0 0,2 6-210 0 0,0 1-1 0 0,0-1 1 0 0,0 1-1 0 0,-1 0 1 0 0,1-1-1 0 0,-1 1 1 0 0,1 0-1 0 0,-1 0 1 0 0,1 0-1 0 0,-1 0 1 0 0,1 0-1 0 0,-1 1 1 0 0,0-1-1 0 0,0 0 1 0 0,1 1 0 0 0,-1-1-1 0 0,0 1 1 0 0,0 0-1 0 0,0-1 1 0 0,0 1-1 0 0,0 0 1 0 0,1 0-1 0 0,-1 0 1 0 0,0 0-1 0 0,0 1 1 0 0,-3 0-1 0 0,-5 0 156 0 0,0 1-1 0 0,0 1 1 0 0,-13 5-1 0 0,7-2-111 0 0,0 1-1 0 0,0 1 1 0 0,0 0-1 0 0,1 1 1 0 0,1 1-1 0 0,-19 14 1 0 0,27-18-148 0 0,0 0 1 0 0,0 0-1 0 0,0 0 0 0 0,0 1 0 0 0,1 0 1 0 0,0 0-1 0 0,1 0 0 0 0,0 0 1 0 0,0 1-1 0 0,0 0 0 0 0,1 0 1 0 0,0 0-1 0 0,1 0 0 0 0,-1 0 0 0 0,0 9 1 0 0,3-15-20 0 0,-1 0-1 0 0,1 0 1 0 0,0-1 0 0 0,0 1 0 0 0,0 0 0 0 0,0 0 0 0 0,0 0 0 0 0,1 0 0 0 0,-1-1 0 0 0,0 1 0 0 0,1 0-1 0 0,-1 0 1 0 0,1 0 0 0 0,0-1 0 0 0,-1 1 0 0 0,1 0 0 0 0,0-1 0 0 0,0 1 0 0 0,0-1 0 0 0,0 1 0 0 0,1-1 0 0 0,-1 0-1 0 0,0 1 1 0 0,1-1 0 0 0,-1 0 0 0 0,0 0 0 0 0,1 0 0 0 0,0 0 0 0 0,-1 0 0 0 0,1 0 0 0 0,-1 0 0 0 0,1 0-1 0 0,0-1 1 0 0,0 1 0 0 0,-1-1 0 0 0,1 1 0 0 0,0-1 0 0 0,2 0 0 0 0,3 1 11 0 0,-1-1 1 0 0,1 0 0 0 0,0 0-1 0 0,-1-1 1 0 0,1 0 0 0 0,-1 0-1 0 0,1 0 1 0 0,-1-1-1 0 0,9-3 1 0 0,-3 0 0 0 0,-1-1-1 0 0,1 0 1 0 0,-1-1 0 0 0,0 0-1 0 0,-1 0 1 0 0,0-1 0 0 0,11-11-1 0 0,-16 14-4 0 0,-1 1 0 0 0,0-1-1 0 0,1 0 1 0 0,-1-1 0 0 0,-1 1-1 0 0,1-1 1 0 0,-1 0 0 0 0,0 1-1 0 0,-1-1 1 0 0,1-1 0 0 0,-1 1-1 0 0,0 0 1 0 0,-1-1 0 0 0,1 1-1 0 0,0-12 1 0 0,-2 17 0 0 0,-3 3-120 0 0,0 2 105 0 0,0-1-1 0 0,1 0 1 0 0,-1 1-1 0 0,1-1 1 0 0,-1 1-1 0 0,1 0 1 0 0,0 0-1 0 0,1 0 1 0 0,-1 0-1 0 0,1 0 1 0 0,0 0-1 0 0,-1 1 1 0 0,2-1-1 0 0,-1 0 1 0 0,0 9-1 0 0,0 12 19 0 0,3 38 1 0 0,-1-47-15 0 0,3 32 39 0 0,-2-28 50 0 0,0 0-1 0 0,-2 0 1 0 0,0 0-1 0 0,-1 0 1 0 0,-5 28 0 0 0,5-45-47 0 0,1-1 0 0 0,-1 0 1 0 0,0 0-1 0 0,0 1 1 0 0,0-1-1 0 0,0 0 1 0 0,0 0-1 0 0,-1 0 1 0 0,1 0-1 0 0,-1 0 1 0 0,1-1-1 0 0,-1 1 0 0 0,0 0 1 0 0,1-1-1 0 0,-1 1 1 0 0,0-1-1 0 0,-3 2 1 0 0,2-1 25 0 0,-1 0 1 0 0,0-1-1 0 0,0 1 1 0 0,-1-1-1 0 0,1 0 1 0 0,0 0-1 0 0,0-1 1 0 0,-9 1-1 0 0,3-1-15 0 0,0 0 0 0 0,0-1 0 0 0,0-1 1 0 0,1 1-1 0 0,-1-2 0 0 0,0 1 0 0 0,-13-7 0 0 0,18 7-110 0 0,1 0-148 0 0,0 1 0 0 0,0-1 0 0 0,0 0 0 0 0,0 1 0 0 0,0 0 1 0 0,0 0-1 0 0,-5 0 0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4:21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62 10602 0 0,'1'-7'2470'0'0,"4"-6"6423"0"0,4 10-8788 0 0,0 0 1 0 0,0 0 0 0 0,0 1 0 0 0,0 0-1 0 0,0 0 1 0 0,17 0 0 0 0,-11 0 44 0 0,-1 0 0 0 0,20-5 1 0 0,16-6 302 0 0,-49 13-80 0 0,-18 0-230 0 0,-6 5-136 0 0,1 0 1 0 0,1 2-1 0 0,-1 1 0 0 0,1 0 0 0 0,0 2 0 0 0,1 0 1 0 0,0 1-1 0 0,1 2 0 0 0,0-1 0 0 0,1 2 1 0 0,-22 21-1 0 0,38-33-7 0 0,0 0 0 0 0,0 0 0 0 0,1 0 0 0 0,-1 0 0 0 0,1 0 0 0 0,-1 0 0 0 0,1 0 0 0 0,0 1-1 0 0,0-1 1 0 0,0 0 0 0 0,0 1 0 0 0,1-1 0 0 0,-1 1 0 0 0,1-1 0 0 0,-1 1 0 0 0,1-1 0 0 0,0 1 0 0 0,0-1 0 0 0,0 5 0 0 0,0-5 4 0 0,1 0-1 0 0,0 0 1 0 0,-1 0-1 0 0,1-1 1 0 0,0 1 0 0 0,0 0-1 0 0,0 0 1 0 0,0-1-1 0 0,0 1 1 0 0,0-1-1 0 0,0 1 1 0 0,1-1 0 0 0,-1 0-1 0 0,1 1 1 0 0,-1-1-1 0 0,1 0 1 0 0,-1 0 0 0 0,1 0-1 0 0,0 0 1 0 0,-1 0-1 0 0,1 0 1 0 0,0-1 0 0 0,0 1-1 0 0,-1 0 1 0 0,1-1-1 0 0,4 1 1 0 0,66 8 105 0 0,-55-8-100 0 0,-1 1-1 0 0,1 0 1 0 0,-1 1 0 0 0,0 1 0 0 0,0 1 0 0 0,30 12 0 0 0,-43-15-7 0 0,0 1 1 0 0,0-1-1 0 0,0 1 1 0 0,0 0 0 0 0,0 0-1 0 0,0 0 1 0 0,-1 0 0 0 0,0 0-1 0 0,0 1 1 0 0,0-1 0 0 0,0 1-1 0 0,0 0 1 0 0,-1-1 0 0 0,1 1-1 0 0,-1 0 1 0 0,0 0-1 0 0,0 0 1 0 0,0 0 0 0 0,0 5-1 0 0,-1-4 30 0 0,1-1 0 0 0,-1 0 0 0 0,0 1 0 0 0,0-1 0 0 0,-1 1 0 0 0,1-1 0 0 0,-1 0 0 0 0,0 1-1 0 0,0-1 1 0 0,0 0 0 0 0,-1 1 0 0 0,1-1 0 0 0,-1 0 0 0 0,0 0 0 0 0,0 0 0 0 0,-1-1-1 0 0,-4 7 1 0 0,-6 5 264 0 0,10-11-212 0 0,-1 0-1 0 0,1-1 1 0 0,-1 1 0 0 0,0-1 0 0 0,0 1 0 0 0,0-1 0 0 0,-7 4 0 0 0,-4 0 156 0 0,-1 0 0 0 0,-1-1 0 0 0,1-1 0 0 0,-20 4 0 0 0,26-7-235 0 0,1 0 0 0 0,0-1-1 0 0,0-1 1 0 0,0 1 0 0 0,0-2 0 0 0,-1 1 0 0 0,1-1 0 0 0,0-1 0 0 0,-14-3 0 0 0,4-6-1871 0 0,16 7-216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4:25.5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24 11146 0 0,'-7'-8'1557'0'0,"3"4"796"0"0,1 0 846 0 0,-1-1-3030 0 0,-1 3 140 0 0,1 6 294 0 0,4 6-104 0 0,1 10 145 0 0,0-6-377 0 0,-2 338 3522 0 0,0-333-3685 0 0,1 1 0 0 0,1-1 0 0 0,0 0 0 0 0,9 38 0 0 0,1-2-930 0 0,-10-54 130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4:26.0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23 298 11426 0 0,'-4'-6'491'0'0,"1"0"0"0"0,0 0-1 0 0,1-1 1 0 0,-1 1-1 0 0,1-1 1 0 0,1 0-1 0 0,-3-13 1 0 0,4 17-298 0 0,0 0 1 0 0,0 0-1 0 0,0-1 1 0 0,1 1-1 0 0,-1 0 1 0 0,1 0 0 0 0,-1 0-1 0 0,1-1 1 0 0,0 1-1 0 0,0 0 1 0 0,1 0-1 0 0,-1 0 1 0 0,1 1-1 0 0,-1-1 1 0 0,1 0-1 0 0,0 0 1 0 0,0 1-1 0 0,0-1 1 0 0,3-2-1 0 0,11-8 296 0 0,1-1-1 0 0,1 2 1 0 0,0 1-1 0 0,1 0 1 0 0,0 1-1 0 0,35-13 0 0 0,-3 5 144 0 0,80-16 0 0 0,-89 26-455 0 0,0 1-1 0 0,58-2 1 0 0,-85 8-163 0 0,0 2-1 0 0,0-1 1 0 0,0 2-1 0 0,0 0 1 0 0,0 1-1 0 0,0 0 1 0 0,0 1-1 0 0,-1 1 1 0 0,1 0-1 0 0,15 9 1 0 0,-27-13-9 0 0,0 0 1 0 0,-1 1 0 0 0,1 0 0 0 0,-1-1 0 0 0,1 1 0 0 0,-1 0 0 0 0,0 0-1 0 0,1 0 1 0 0,-1 0 0 0 0,0 1 0 0 0,0-1 0 0 0,-1 1 0 0 0,1-1-1 0 0,0 1 1 0 0,-1-1 0 0 0,0 1 0 0 0,0 0 0 0 0,1 0 0 0 0,-2 0 0 0 0,1 0-1 0 0,0 0 1 0 0,0 0 0 0 0,-1 0 0 0 0,0 0 0 0 0,0 0 0 0 0,1 0-1 0 0,-2 0 1 0 0,1 0 0 0 0,0 0 0 0 0,-1 0 0 0 0,1 0 0 0 0,-1 0 0 0 0,0 0-1 0 0,0 0 1 0 0,0-1 0 0 0,0 1 0 0 0,-1 0 0 0 0,-2 3 0 0 0,-4 8 31 0 0,-1-1 1 0 0,-1 0-1 0 0,0-1 1 0 0,0 0-1 0 0,-25 21 1 0 0,0-5 12 0 0,-1 0 0 0 0,-41 22 0 0 0,-83 40 67 0 0,102-59-61 0 0,19-13 6 0 0,38-17-12 0 0,137-8 141 0 0,18 1-169 0 0,-108 7-21 0 0,0 2 0 0 0,70 15 0 0 0,-94-13 0 0 0,-1 0 0 0 0,0 2 0 0 0,0 1 0 0 0,0 0 0 0 0,-1 2 0 0 0,-1 0 0 0 0,27 18 0 0 0,-41-24-3 0 0,0 0 1 0 0,0 0-1 0 0,-1 1 1 0 0,1-1-1 0 0,-1 1 1 0 0,0 0-1 0 0,-1 0 1 0 0,1 0-1 0 0,4 9 1 0 0,-7-11 0 0 0,0-1 1 0 0,0 1 0 0 0,0-1 0 0 0,-1 1 0 0 0,1-1 0 0 0,0 1 0 0 0,-1 0 0 0 0,0 0 0 0 0,0-1 0 0 0,0 1 0 0 0,0 0 0 0 0,0-1 0 0 0,0 1 0 0 0,-1 0 0 0 0,1-1 0 0 0,-1 1 0 0 0,0 0 0 0 0,0-1 0 0 0,0 1 0 0 0,0-1 0 0 0,0 1 0 0 0,0-1 0 0 0,-1 0 0 0 0,-1 3 0 0 0,-5 4 6 0 0,0 0 0 0 0,-1 0 0 0 0,0-1 0 0 0,-1 0 0 0 0,0-1 0 0 0,-19 12 0 0 0,-71 29 57 0 0,75-37-45 0 0,-43 17 136 0 0,-1-4 1 0 0,-1-2-1 0 0,-2-4 1 0 0,0-3-1 0 0,0-3 1 0 0,-131 5-1 0 0,102-18-561 0 0,100 1-6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4:26.6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1 11939 0 0,'0'0'154'0'0,"-1"0"0"0"0,1 0 0 0 0,-1 0 1 0 0,1 0-1 0 0,-1 0 0 0 0,1 1 0 0 0,-1-1 1 0 0,1 0-1 0 0,-1 0 0 0 0,1 1 0 0 0,0-1 0 0 0,-1 0 1 0 0,1 0-1 0 0,-1 1 0 0 0,1-1 0 0 0,0 1 1 0 0,0-1-1 0 0,-1 0 0 0 0,1 1 0 0 0,0-1 1 0 0,-1 1-1 0 0,1-1 0 0 0,0 1 0 0 0,0-1 1 0 0,0 0-1 0 0,0 1 0 0 0,-1-1 0 0 0,1 2 1 0 0,-3 18 1966 0 0,1-7-1409 0 0,0-8-382 0 0,-3-2 171 0 0,1 1 15 0 0,2 0-263 0 0,2 8 100 0 0,1 28 145 0 0,1 0 1 0 0,3 0-1 0 0,1 0 0 0 0,2 0 1 0 0,1-1-1 0 0,3-1 0 0 0,1 0 1 0 0,1 0-1 0 0,32 56 1 0 0,-20-45-1449 0 0,-25-48 289 0 0,5-1-1445 0 0,-5-7-251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4:27.2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178 193 15251 0 0,'11'-13'523'0'0,"0"-1"-1"0"0,1 2 1 0 0,0 0-1 0 0,1 0 1 0 0,0 1-1 0 0,1 1 1 0 0,0 0-1 0 0,1 1 1 0 0,0 0-1 0 0,0 2 1 0 0,29-11-1 0 0,-7 5 104 0 0,1 2 0 0 0,1 2 0 0 0,-1 2 0 0 0,43-4 0 0 0,-42 8-238 0 0,70 2 0 0 0,-94 2-360 0 0,0 0 0 0 0,0 1 0 0 0,0 1 0 0 0,-1 1 1 0 0,0 0-1 0 0,0 1 0 0 0,27 13 0 0 0,-38-17-25 0 0,1 1-1 0 0,0 1 1 0 0,-1-1 0 0 0,1 1-1 0 0,-1-1 1 0 0,0 1 0 0 0,0 0-1 0 0,0 0 1 0 0,0 0-1 0 0,-1 1 1 0 0,1-1 0 0 0,-1 1-1 0 0,0-1 1 0 0,0 1 0 0 0,0 0-1 0 0,0 0 1 0 0,-1 0-1 0 0,1 0 1 0 0,-1 0 0 0 0,0 0-1 0 0,0 0 1 0 0,0 8 0 0 0,-1-5 1 0 0,-1 0 1 0 0,0 0 0 0 0,0 0 0 0 0,0 0 0 0 0,-1-1 0 0 0,0 1 0 0 0,0 0 0 0 0,-1-1 0 0 0,0 0 0 0 0,0 1 0 0 0,0-1 0 0 0,-1 0 0 0 0,-5 6 0 0 0,-7 7 11 0 0,-1 0 1 0 0,0-2-1 0 0,-1 0 1 0 0,-1-1 0 0 0,-1 0-1 0 0,0-2 1 0 0,-34 18-1 0 0,-162 67 58 0 0,102-58-55 0 0,62-24 1 0 0,-59 29 0 0 0,153-54-12 0 0,10-4-18 0 0,0 3 0 0 0,2 1 1 0 0,-1 3-1 0 0,0 3 0 0 0,1 2 0 0 0,-1 2 1 0 0,1 2-1 0 0,-1 3 0 0 0,96 25 1 0 0,-135-28 3 0 0,0 1 1 0 0,0 1 0 0 0,0 0-1 0 0,-1 1 1 0 0,1 1 0 0 0,15 12-1 0 0,-25-17 4 0 0,-1-1-1 0 0,0 1 1 0 0,0 1-1 0 0,0-1 0 0 0,0 0 1 0 0,0 1-1 0 0,-1-1 0 0 0,1 1 1 0 0,-1 0-1 0 0,0 0 0 0 0,2 7 1 0 0,-3-9 1 0 0,-1 1 0 0 0,1 0 0 0 0,-1 0 0 0 0,0 0 0 0 0,0 0 0 0 0,0 0 0 0 0,0 0 0 0 0,-1 0 0 0 0,1 0 0 0 0,-1 0 0 0 0,1 0 0 0 0,-1 0 1 0 0,0 0-1 0 0,0-1 0 0 0,-1 1 0 0 0,1 0 0 0 0,0-1 0 0 0,-4 6 0 0 0,-1-1 8 0 0,0 0 0 0 0,-1 0 0 0 0,1 0 0 0 0,-1-1 0 0 0,0 0 0 0 0,-1 0 0 0 0,1-1 0 0 0,-1 0 0 0 0,-15 7 0 0 0,-9 1 54 0 0,-42 14 0 0 0,53-20-37 0 0,-113 32 344 0 0,-1-5 1 0 0,-219 25-1 0 0,336-56-342 0 0,-4 0-7 0 0,1 0 0 0 0,-1-2 1 0 0,0 0-1 0 0,1-2 0 0 0,-32-4 1 0 0,52 5-58 0 0,0 0 0 0 0,0 0 0 0 0,0 0 0 0 0,0 0-1 0 0,-1 0 1 0 0,1-1 0 0 0,0 1 0 0 0,0 0 0 0 0,0-1 0 0 0,0 1 0 0 0,0-1 0 0 0,0 1 0 0 0,0-1 0 0 0,0 0 0 0 0,0 1 0 0 0,1-1 0 0 0,-1 0-1 0 0,0 0 1 0 0,0 0 0 0 0,0 1 0 0 0,1-1 0 0 0,-1 0 0 0 0,1 0 0 0 0,-1 0 0 0 0,0 0 0 0 0,1 0 0 0 0,0 0 0 0 0,-1 0 0 0 0,1 0 0 0 0,0-1-1 0 0,-1 1 1 0 0,1 0 0 0 0,0 0 0 0 0,0 0 0 0 0,0 0 0 0 0,0 0 0 0 0,0 0 0 0 0,0-1 0 0 0,0 1 0 0 0,0 0 0 0 0,1 0 0 0 0,-1 0 0 0 0,0 0-1 0 0,1 0 1 0 0,-1 0 0 0 0,1 0 0 0 0,-1 0 0 0 0,1 0 0 0 0,-1 0 0 0 0,1 0 0 0 0,0 0 0 0 0,0 0 0 0 0,-1 0 0 0 0,1 1 0 0 0,0-1 0 0 0,0 0-1 0 0,1-1 1 0 0,10-9-1826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4:40.3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114 120 9658 0 0,'-2'-65'6124'0'0,"1"59"-5448"0"0,-2 0-244 0 0,-16-15 558 0 0,12 18 2473 0 0,6 3-3374 0 0,1 0-1 0 0,-1 0 1 0 0,1 1-1 0 0,-1-1 1 0 0,0 0-1 0 0,1 1 1 0 0,-1-1-1 0 0,1 1 0 0 0,-1-1 1 0 0,1 1-1 0 0,-1-1 1 0 0,1 1-1 0 0,0-1 1 0 0,-1 1-1 0 0,1-1 1 0 0,0 1-1 0 0,-1 1 1 0 0,-9 23-266 0 0,9-22 510 0 0,-7 34 74 0 0,1 1 0 0 0,1 0 0 0 0,0 48 0 0 0,4-36-45 0 0,-12 56 0 0 0,1-48-83 0 0,13-57 22 0 0,-2-13-263 0 0,0-1-1 0 0,1 0 0 0 0,0 1 1 0 0,1-1-1 0 0,1 0 0 0 0,0 1 1 0 0,1-1-1 0 0,0 1 0 0 0,7-21 1 0 0,5-12-41 0 0,25-50 1 0 0,-38 91 7 0 0,12-25 8 0 0,22-36 0 0 0,-30 56-6 0 0,2-1-1 0 0,0 1 1 0 0,0 0 0 0 0,0 1-1 0 0,1-1 1 0 0,0 2 0 0 0,12-9 0 0 0,-19 14-6 0 0,1 1 0 0 0,0 1 1 0 0,0-1-1 0 0,0 0 0 0 0,0 0 1 0 0,-1 1-1 0 0,1-1 0 0 0,0 1 1 0 0,0-1-1 0 0,0 1 0 0 0,0 0 1 0 0,0 0-1 0 0,0 0 0 0 0,0 0 1 0 0,0 0-1 0 0,0 0 1 0 0,0 1-1 0 0,0-1 0 0 0,0 1 1 0 0,0-1-1 0 0,0 1 0 0 0,0 0 1 0 0,0 0-1 0 0,-1-1 0 0 0,1 1 1 0 0,0 1-1 0 0,0-1 0 0 0,-1 0 1 0 0,1 0-1 0 0,-1 1 0 0 0,1-1 1 0 0,-1 0-1 0 0,0 1 0 0 0,3 3 1 0 0,-2-2 4 0 0,0 0 1 0 0,1 0-1 0 0,-1 0 0 0 0,0 1 1 0 0,0-1-1 0 0,-1 1 1 0 0,1-1-1 0 0,-1 1 1 0 0,0 0-1 0 0,0 0 0 0 0,0 0 1 0 0,0-1-1 0 0,-1 1 1 0 0,1 0-1 0 0,-1 0 1 0 0,0 0-1 0 0,-1 6 0 0 0,-2 0 10 0 0,-1 0-1 0 0,0 0 1 0 0,0-1-1 0 0,-1 1 1 0 0,0-1-1 0 0,-7 9 1 0 0,-41 52 46 0 0,41-55-54 0 0,-57 77 0 0 0,92-89-12 0 0,-10-7 7 0 0,-1 1 0 0 0,1 0 0 0 0,0 1 0 0 0,0 1 0 0 0,0 0 0 0 0,21 2-1 0 0,-30-1-1 0 0,1 0 0 0 0,0 1 0 0 0,-1 0 0 0 0,1 0 0 0 0,-1 0-1 0 0,1 0 1 0 0,-1 1 0 0 0,0 0 0 0 0,0 0 0 0 0,1 0 0 0 0,-1 0-1 0 0,-1 1 1 0 0,1-1 0 0 0,0 1 0 0 0,0 0 0 0 0,-1 0 0 0 0,0 0-1 0 0,0 1 1 0 0,0-1 0 0 0,0 1 0 0 0,5 8 0 0 0,-6-8 1 0 0,0 1-1 0 0,0 0 1 0 0,-1 0 0 0 0,1 0 0 0 0,-1 0 0 0 0,0 0 0 0 0,0 1 0 0 0,-1-1-1 0 0,0 0 1 0 0,1 0 0 0 0,-2 1 0 0 0,0 9 0 0 0,-1-7 5 0 0,-1 0-1 0 0,1 0 1 0 0,-1 0 0 0 0,0 0-1 0 0,-1-1 1 0 0,0 1 0 0 0,-7 10-1 0 0,0-3 6 0 0,-2 0 0 0 0,0 0 0 0 0,0-2 0 0 0,-2 1 0 0 0,1-2 0 0 0,-21 14 0 0 0,25-19 3 0 0,0 0 0 0 0,-1-1 0 0 0,1 0 1 0 0,-1-1-1 0 0,0 0 0 0 0,0-1 0 0 0,-1 0 0 0 0,0-1 0 0 0,1 0 0 0 0,-1-1 0 0 0,-15 2 0 0 0,27-4-27 0 0,-1 0 0 0 0,1 0 0 0 0,-1 0 0 0 0,1-1 0 0 0,0 1 0 0 0,-1 0 0 0 0,1 0 0 0 0,0 0 0 0 0,-1 0-1 0 0,1 0 1 0 0,-1-1 0 0 0,1 1 0 0 0,0 0 0 0 0,0 0 0 0 0,-1 0 0 0 0,1-1 0 0 0,0 1 0 0 0,-1 0-1 0 0,1-1 1 0 0,0 1 0 0 0,0 0 0 0 0,-1 0 0 0 0,1-1 0 0 0,0 1 0 0 0,0-1 0 0 0,0 1 0 0 0,0 0-1 0 0,-1-1 1 0 0,1 1 0 0 0,0 0 0 0 0,0-1 0 0 0,0 1 0 0 0,0-1 0 0 0,0 1 0 0 0,0 0 0 0 0,0-1 0 0 0,0 1-1 0 0,0-1 1 0 0,0 1 0 0 0,0 0 0 0 0,0-1 0 0 0,0 1 0 0 0,1 0 0 0 0,-1-1 0 0 0,0 1 0 0 0,0-1-1 0 0,0 1 1 0 0,0 0 0 0 0,1-1 0 0 0,-1 1 0 0 0,0-1 0 0 0,11-19-1138 0 0,-3 10 100 0 0,1-1-824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4:41.4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1 3145 0 0,'-4'1'15697'0'0,"3"2"-15232"0"0,-3 20 360 0 0,0 0 1 0 0,1 0-1 0 0,2 41 0 0 0,0-21-363 0 0,-6 146-267 0 0,7-188-791 0 0,8-5-5942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4:42.0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3 269 8442 0 0,'-1'-23'4123'0'0,"0"19"-3712"0"0,1 0 0 0 0,0 0 0 0 0,0 0 1 0 0,0-1-1 0 0,0 1 0 0 0,1 0 0 0 0,0 0 0 0 0,-1 0 0 0 0,1-1 0 0 0,1 1 1 0 0,-1 0-1 0 0,1 0 0 0 0,0 1 0 0 0,2-5 0 0 0,10-15 713 0 0,1 1 0 0 0,30-33 1 0 0,-34 44-892 0 0,0 0 1 0 0,0 1 0 0 0,1 0 0 0 0,0 0 0 0 0,1 2-1 0 0,14-9 1 0 0,-25 17-229 0 0,-1-1-1 0 0,1 0 0 0 0,-1 1 1 0 0,1-1-1 0 0,0 1 1 0 0,-1 0-1 0 0,1 0 0 0 0,-1-1 1 0 0,1 1-1 0 0,0 0 1 0 0,-1 0-1 0 0,1 1 1 0 0,0-1-1 0 0,-1 0 0 0 0,1 0 1 0 0,0 1-1 0 0,-1-1 1 0 0,1 1-1 0 0,-1-1 1 0 0,1 1-1 0 0,-1 0 0 0 0,1 0 1 0 0,-1 0-1 0 0,0 0 1 0 0,1 0-1 0 0,-1 0 0 0 0,0 0 1 0 0,0 0-1 0 0,0 0 1 0 0,1 0-1 0 0,0 3 1 0 0,0-1 3 0 0,0-1 0 0 0,0 1 0 0 0,-1 0 0 0 0,1 0 0 0 0,-1 0 1 0 0,0 0-1 0 0,0 0 0 0 0,0 0 0 0 0,0 0 0 0 0,0 0 0 0 0,-1 1 0 0 0,1-1 1 0 0,-1 0-1 0 0,0 0 0 0 0,0 5 0 0 0,-2 0 7 0 0,-1 0 0 0 0,1 0 0 0 0,-1 0 0 0 0,-1 0 1 0 0,1-1-1 0 0,-1 0 0 0 0,0 0 0 0 0,-1 0 0 0 0,-10 12 0 0 0,-1-1 14 0 0,0-1 1 0 0,-22 17-1 0 0,30-27-6 0 0,0-1 1 0 0,0-1-1 0 0,-1 1 0 0 0,0-2 1 0 0,0 1-1 0 0,0-1 0 0 0,0 0 1 0 0,-1-1-1 0 0,-19 4 0 0 0,29-7-40 0 0,0 0 0 0 0,0 0-1 0 0,-1 0 1 0 0,1-1 0 0 0,0 1-1 0 0,0 0 1 0 0,-1 0 0 0 0,1 0-1 0 0,0-1 1 0 0,0 1-1 0 0,-1 0 1 0 0,1 0 0 0 0,0 0-1 0 0,0-1 1 0 0,0 1 0 0 0,-1 0-1 0 0,1 0 1 0 0,0-1 0 0 0,0 1-1 0 0,0 0 1 0 0,0 0 0 0 0,0-1-1 0 0,0 1 1 0 0,0 0 0 0 0,0-1-1 0 0,-1 1 1 0 0,1 0 0 0 0,0-1-1 0 0,0 1 1 0 0,0 0 0 0 0,0 0-1 0 0,1-1 1 0 0,-1 1 0 0 0,0 0-1 0 0,0-1 1 0 0,0 1 0 0 0,0 0-1 0 0,0-1 1 0 0,0 1 0 0 0,0 0-1 0 0,0 0 1 0 0,1-1 0 0 0,-1 0-59 0 0,0 0 0 0 0,1 0 0 0 0,-1-1 1 0 0,1 1-1 0 0,-1 0 0 0 0,1 0 0 0 0,-1 0 1 0 0,1 0-1 0 0,0 0 0 0 0,-1 0 0 0 0,1 0 1 0 0,0 0-1 0 0,0 0 0 0 0,1 0 0 0 0,13-8-2311 0 0,-5 5-73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4:42.5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124 63 5521 0 0,'-4'-17'2636'0'0,"4"14"-2150"0"0,0 1 1 0 0,0-1-1 0 0,-1 0 0 0 0,0 0 1 0 0,1 1-1 0 0,-1-1 1 0 0,0 0-1 0 0,0 1 0 0 0,0-1 1 0 0,-1 1-1 0 0,1-1 1 0 0,-1 1-1 0 0,1 0 1 0 0,-1-1-1 0 0,-3-2 0 0 0,4 5-386 0 0,-1-1 0 0 0,1 1-1 0 0,0 0 1 0 0,0 0-1 0 0,-1 0 1 0 0,1 0-1 0 0,0 0 1 0 0,-1 0-1 0 0,1 0 1 0 0,0 0 0 0 0,0 0-1 0 0,-1 1 1 0 0,1-1-1 0 0,0 0 1 0 0,0 1-1 0 0,-1-1 1 0 0,1 1 0 0 0,0 0-1 0 0,0-1 1 0 0,0 1-1 0 0,0 0 1 0 0,0 0-1 0 0,0 0 1 0 0,0-1 0 0 0,0 1-1 0 0,-1 2 1 0 0,-24 30 570 0 0,24-29-461 0 0,-4 5-78 0 0,1-1 0 0 0,0 2 0 0 0,1-1 0 0 0,0 0 0 0 0,1 1 0 0 0,0 0-1 0 0,0-1 1 0 0,1 1 0 0 0,1 0 0 0 0,-1 1 0 0 0,1 9 0 0 0,1-16-111 0 0,0 1 0 0 0,0-1 0 0 0,0 1 0 0 0,1-1-1 0 0,-1 0 1 0 0,1 1 0 0 0,0-1 0 0 0,0 0 0 0 0,1 0 0 0 0,-1 1 0 0 0,1-1-1 0 0,0 0 1 0 0,0 0 0 0 0,0-1 0 0 0,1 1 0 0 0,-1 0 0 0 0,1-1-1 0 0,0 0 1 0 0,0 1 0 0 0,0-1 0 0 0,1 0 0 0 0,-1-1 0 0 0,1 1 0 0 0,-1-1-1 0 0,1 1 1 0 0,0-1 0 0 0,7 3 0 0 0,-7-4 18 0 0,1 1 0 0 0,-1-1 1 0 0,1 0-1 0 0,0-1 0 0 0,-1 1 0 0 0,1-1 1 0 0,-1 0-1 0 0,1 0 0 0 0,0 0 0 0 0,-1-1 1 0 0,1 0-1 0 0,-1 0 0 0 0,1 0 0 0 0,-1 0 0 0 0,8-4 1 0 0,-6 2 12 0 0,0 0 1 0 0,1-1 0 0 0,-1 0-1 0 0,-1 0 1 0 0,1 0-1 0 0,-1-1 1 0 0,0 0 0 0 0,0 0-1 0 0,8-11 1 0 0,-8 10-7 0 0,-1-1 0 0 0,1 0 0 0 0,-2 0 0 0 0,1-1 0 0 0,-1 1 0 0 0,0-1 0 0 0,0 0 0 0 0,1-11 0 0 0,-3 13-25 0 0,0 1 0 0 0,0 0 0 0 0,-1 0-1 0 0,0 0 1 0 0,0-1 0 0 0,-1 1 0 0 0,1 0 0 0 0,-1 0 0 0 0,0 0 0 0 0,-1 0-1 0 0,1 0 1 0 0,-1 0 0 0 0,-3-6 0 0 0,2 6-6 0 0,0 1 0 0 0,0-1 0 0 0,0 1 1 0 0,-1 0-1 0 0,1 0 0 0 0,-1 1 0 0 0,0-1 0 0 0,-1 1 0 0 0,1 0 0 0 0,0 0 0 0 0,-1 0 1 0 0,0 1-1 0 0,0-1 0 0 0,1 1 0 0 0,-1 0 0 0 0,-6-1 0 0 0,6 2-33 0 0,1 0 0 0 0,0 0 0 0 0,0 0-1 0 0,-1 1 1 0 0,1 0 0 0 0,-1-1 0 0 0,1 2-1 0 0,0-1 1 0 0,-1 0 0 0 0,1 1-1 0 0,0 0 1 0 0,0 0 0 0 0,-1 0 0 0 0,1 0-1 0 0,0 1 1 0 0,0 0 0 0 0,0 0 0 0 0,0 0-1 0 0,1 0 1 0 0,-6 4 0 0 0,9-6-95 0 0,-1 1-1 0 0,0-1 1 0 0,1 0-1 0 0,-1 1 1 0 0,1-1-1 0 0,-1 1 1 0 0,1-1 0 0 0,-1 1-1 0 0,1-1 1 0 0,-1 1-1 0 0,1 0 1 0 0,-1-1 0 0 0,1 1-1 0 0,0-1 1 0 0,-1 1-1 0 0,1 0 1 0 0,0-1-1 0 0,0 1 1 0 0,-1 0 0 0 0,1-1-1 0 0,0 1 1 0 0,0 0-1 0 0,0 0 1 0 0,0-1 0 0 0,0 1-1 0 0,0 0 1 0 0,0-1-1 0 0,0 1 1 0 0,0 0-1 0 0,0 0 1 0 0,1-1 0 0 0,-1 1-1 0 0,0 0 1 0 0,0-1-1 0 0,1 1 1 0 0,-1 0-1 0 0,0-1 1 0 0,1 1 0 0 0,-1-1-1 0 0,1 1 1 0 0,-1 0-1 0 0,1-1 1 0 0,0 1 0 0 0,4 1-1745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4:42.9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98 0 12707 0 0,'-8'3'962'0'0,"0"0"0"0"0,1 1-1 0 0,-1 0 1 0 0,1 0 0 0 0,-11 9 0 0 0,15-10-758 0 0,0-1 0 0 0,1 1 0 0 0,-1 0 0 0 0,1 0 0 0 0,0 0 0 0 0,0 0-1 0 0,0 1 1 0 0,0-1 0 0 0,0 0 0 0 0,1 1 0 0 0,0 0 0 0 0,0-1 0 0 0,0 1 0 0 0,0-1 0 0 0,0 5 0 0 0,-6 50 698 0 0,2 71 0 0 0,6-115-802 0 0,0 1 0 0 0,2-1 1 0 0,5 20-1 0 0,-5-20-1208 0 0,0 1 1 0 0,0-1 0 0 0,0 21-1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4:43.2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86 14819 0 0,'1'-5'449'0'0,"1"0"0"0"0,1 0 1 0 0,-1 1-1 0 0,1 0 0 0 0,0-1 0 0 0,0 1 0 0 0,0 0 0 0 0,0 0 0 0 0,1 0 0 0 0,-1 1 0 0 0,1-1 1 0 0,0 1-1 0 0,0 0 0 0 0,0 0 0 0 0,1 0 0 0 0,-1 1 0 0 0,1 0 0 0 0,0-1 0 0 0,5-1 0 0 0,0 1-234 0 0,0 1-1 0 0,0 0 0 0 0,0 0 0 0 0,0 0 0 0 0,0 2 0 0 0,0-1 0 0 0,0 1 0 0 0,18 2 0 0 0,10 2-1207 0 0,42-3 0 0 0,-63-1-148 0 0,5 0-600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4:44.3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151 136 7930 0 0,'0'-1'551'0'0,"0"-7"4171"0"0,-1 8-4330 0 0,1-1-7 0 0,-2 0-129 0 0,-3-3 170 0 0,-16-10 293 0 0,21 14-689 0 0,0 0 1 0 0,-1 0 0 0 0,1-1 0 0 0,0 1-1 0 0,-1 0 1 0 0,1 0 0 0 0,-1 0 0 0 0,1 0 0 0 0,0 0-1 0 0,-1 0 1 0 0,1 0 0 0 0,0 0 0 0 0,-1 0-1 0 0,1 0 1 0 0,0 0 0 0 0,-1 0 0 0 0,1 1-1 0 0,0-1 1 0 0,-1 0 0 0 0,1 0 0 0 0,0 0 0 0 0,0 0-1 0 0,-1 1 1 0 0,1-1 0 0 0,0 0 0 0 0,-1 0-1 0 0,1 0 1 0 0,0 1 0 0 0,0-1 0 0 0,-1 0-1 0 0,1 0 1 0 0,0 1 0 0 0,0-1 0 0 0,0 0 0 0 0,-1 1-1 0 0,-5 13 535 0 0,5-11-293 0 0,-18 41 1097 0 0,3 0 0 0 0,1 2 1 0 0,-10 55-1 0 0,12-50-710 0 0,9-34-548 0 0,0 1 0 0 0,1-1 0 0 0,1 1 1 0 0,0-1-1 0 0,1 1 0 0 0,1-1 0 0 0,1 1 0 0 0,4 22 0 0 0,-5-39-104 0 0,0-1 0 0 0,0 1-1 0 0,0 0 1 0 0,0-1 0 0 0,0 1-1 0 0,1-1 1 0 0,-1 1-1 0 0,0-1 1 0 0,0 1 0 0 0,0 0-1 0 0,1-1 1 0 0,-1 1 0 0 0,0-1-1 0 0,1 1 1 0 0,-1-1 0 0 0,0 1-1 0 0,1-1 1 0 0,-1 0 0 0 0,1 1-1 0 0,0 0 1 0 0,5-8 271 0 0,2-19-38 0 0,7-72-162 0 0,32-106 1 0 0,-41 182-82 0 0,1 1 1 0 0,0-1-1 0 0,2 2 0 0 0,0-1 1 0 0,2 1-1 0 0,0 0 0 0 0,1 1 1 0 0,1 1-1 0 0,1 0 0 0 0,0 1 1 0 0,19-18-1 0 0,-31 33 4 0 0,0 1 0 0 0,-1-1 0 0 0,1 1 0 0 0,1-1 0 0 0,-1 1 0 0 0,0-1 0 0 0,0 1 0 0 0,0 0 0 0 0,1 0 0 0 0,-1 0 0 0 0,1 1 0 0 0,-1-1 0 0 0,0 0 0 0 0,1 1 0 0 0,0-1 0 0 0,-1 1 0 0 0,6 0 0 0 0,-7 1 0 0 0,1-1 0 0 0,0 1-1 0 0,0 0 1 0 0,0 0 0 0 0,0 0-1 0 0,-1 0 1 0 0,1 0 0 0 0,0 0 0 0 0,-1 0-1 0 0,1 0 1 0 0,-1 1 0 0 0,1-1 0 0 0,-1 0-1 0 0,0 1 1 0 0,1 0 0 0 0,-1-1-1 0 0,0 1 1 0 0,0 0 0 0 0,0-1 0 0 0,0 1-1 0 0,-1 0 1 0 0,2 2 0 0 0,2 7 4 0 0,0 0 0 0 0,-1 0 0 0 0,0 0 1 0 0,-1 0-1 0 0,0 0 0 0 0,-1 1 0 0 0,0-1 1 0 0,-1 0-1 0 0,-1 18 0 0 0,-1-21-1 0 0,1 1 0 0 0,-1 0 0 0 0,0-1 0 0 0,-1 0-1 0 0,0 1 1 0 0,-1-1 0 0 0,0 0 0 0 0,0 0 0 0 0,0-1 0 0 0,-1 1 0 0 0,0-1 0 0 0,-11 11-1 0 0,-2 0 1 0 0,-1-1 0 0 0,-1-1-1 0 0,-31 19 1 0 0,51-34-82 0 0,3-2 24 0 0,11-3 1 0 0,18-6 25 0 0,-9 1 26 0 0,1 1 0 0 0,1 1 0 0 0,37-6-1 0 0,-51 12 6 0 0,1-1 0 0 0,-1 2 0 0 0,1-1 0 0 0,0 2 0 0 0,-1-1 0 0 0,1 2 0 0 0,-1 0 0 0 0,1 0 0 0 0,20 7 0 0 0,-30-8-1 0 0,1 0-1 0 0,-1 0 0 0 0,1 1 1 0 0,-1-1-1 0 0,1 1 1 0 0,-1 0-1 0 0,0-1 1 0 0,0 1-1 0 0,0 0 1 0 0,0 0-1 0 0,0 1 1 0 0,0-1-1 0 0,0 0 1 0 0,-1 0-1 0 0,1 1 0 0 0,-1-1 1 0 0,2 5-1 0 0,-1-2 3 0 0,-1-1-1 0 0,0 0 1 0 0,-1 1-1 0 0,1-1 1 0 0,-1 1-1 0 0,0-1 1 0 0,0 1 0 0 0,0-1-1 0 0,-1 1 1 0 0,0 5-1 0 0,-2 2 5 0 0,-1-1-1 0 0,0 1 1 0 0,0-1 0 0 0,-1 0 0 0 0,0 0-1 0 0,-1-1 1 0 0,-11 15 0 0 0,0-4 4 0 0,0-1 1 0 0,-2-1-1 0 0,0 0 1 0 0,-37 25 0 0 0,18-17 17 0 0,-76 38-1 0 0,100-58-18 0 0,-1 0-1 0 0,0-2 0 0 0,-21 6 1 0 0,31-9-7 0 0,1-1 0 0 0,-1 0 0 0 0,0-1 1 0 0,0 1-1 0 0,1-1 0 0 0,-1 0 0 0 0,0 0 1 0 0,0 0-1 0 0,0-1 0 0 0,1 0 0 0 0,-1 0 1 0 0,0 0-1 0 0,1 0 0 0 0,-1-1 1 0 0,-5-2-1 0 0,9 3-21 0 0,0 0-1 0 0,-1 0 1 0 0,1 1 0 0 0,0-1 0 0 0,0 0 0 0 0,0 0-1 0 0,0 0 1 0 0,1-1 0 0 0,-1 1 0 0 0,0 0 0 0 0,0 0 0 0 0,1 0-1 0 0,-1-1 1 0 0,0 1 0 0 0,1 0 0 0 0,0 0 0 0 0,-1-1-1 0 0,1 1 1 0 0,0-1 0 0 0,-1 1 0 0 0,1 0 0 0 0,0-1 0 0 0,0 1-1 0 0,0-1 1 0 0,0 1 0 0 0,0 0 0 0 0,1-1 0 0 0,-1 1-1 0 0,0 0 1 0 0,1-1 0 0 0,-1 1 0 0 0,1 0 0 0 0,-1-1-1 0 0,1 1 1 0 0,0 0 0 0 0,-1 0 0 0 0,1 0 0 0 0,0-1 0 0 0,2-1-1 0 0,1-2-531 0 0,0-1-1 0 0,1 1 1 0 0,-1 0-1 0 0,1 0 1 0 0,1 0-1 0 0,9-6 0 0 0,2 1-1682 0 0,2 1-665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4:44.9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35 122 10442 0 0,'1'-8'501'0'0,"-1"-5"8269"0"0,-4 18-8068 0 0,-1 5-508 0 0,0-1 1 0 0,1 1-1 0 0,0 1 0 0 0,1-1 0 0 0,0 0 1 0 0,0 1-1 0 0,2 0 0 0 0,-1-1 0 0 0,1 1 1 0 0,1 0-1 0 0,-1 0 0 0 0,2 0 0 0 0,1 12 1 0 0,5 16-31 0 0,1-2 1 0 0,17 50 0 0 0,-17-60-88 0 0,1-3-46 0 0,-6-16-3 0 0,0-1-1 0 0,-1 1 1 0 0,1 0 0 0 0,-2 0 0 0 0,1-1 0 0 0,0 15 0 0 0,-15-39 53 0 0,1-14-75 0 0,2 0 1 0 0,1-1-1 0 0,2 0 0 0 0,-5-42 0 0 0,10 56-1 0 0,1 0-1 0 0,0 0 0 0 0,2-1 0 0 0,0 1 0 0 0,1 0 0 0 0,1 0 0 0 0,0 0 0 0 0,2 1 0 0 0,7-23 0 0 0,-7 30 14 0 0,0 0-1 0 0,1 1 1 0 0,0-1 0 0 0,1 1 0 0 0,-1 1-1 0 0,1-1 1 0 0,1 1 0 0 0,0 1-1 0 0,10-9 1 0 0,-14 13-2 0 0,0-1 1 0 0,1 1-1 0 0,-1 0 0 0 0,1 1 1 0 0,-1-1-1 0 0,1 1 0 0 0,0 0 1 0 0,0 0-1 0 0,0 0 0 0 0,0 0 1 0 0,0 1-1 0 0,1 0 0 0 0,-1 0 1 0 0,0 1-1 0 0,1 0 1 0 0,-1-1-1 0 0,0 2 0 0 0,1-1 1 0 0,-1 1-1 0 0,8 1 0 0 0,-11-1-10 0 0,0-1 0 0 0,-1 1 0 0 0,1 0 0 0 0,0 0 0 0 0,0 0 0 0 0,-1 0 0 0 0,1 0 0 0 0,0 0 0 0 0,-1 1 0 0 0,1-1-1 0 0,-1 0 1 0 0,0 1 0 0 0,1-1 0 0 0,-1 1 0 0 0,0 0 0 0 0,0-1 0 0 0,0 1 0 0 0,2 3 0 0 0,-2-1 1 0 0,0-1 0 0 0,-1 1 0 0 0,1-1 0 0 0,0 1-1 0 0,-1-1 1 0 0,0 1 0 0 0,0-1 0 0 0,0 1 0 0 0,0-1 0 0 0,-2 5 0 0 0,1-1 4 0 0,-1 1-1 0 0,0-1 1 0 0,-1 0-1 0 0,1 0 1 0 0,-1 0 0 0 0,-1 0-1 0 0,0 0 1 0 0,0-1-1 0 0,-6 9 1 0 0,-2-3-95 0 0,-1 0 0 0 0,0 0 0 0 0,-1-1 0 0 0,-1-1 1 0 0,0 0-1 0 0,0-1 0 0 0,-1 0 0 0 0,1-2 0 0 0,-2 0 0 0 0,-28 9 0 0 0,44-16-420 0 0,14-7-6501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4:45.3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127 56 7714 0 0,'-13'0'5926'0'0,"-2"0"-2536"0"0,12 0-3236 0 0,0 1 1 0 0,0-1 0 0 0,0 1 0 0 0,0-1 0 0 0,1 1 0 0 0,-1 0 0 0 0,0 0 0 0 0,1 0-1 0 0,-1 0 1 0 0,1 1 0 0 0,-3 1 0 0 0,-1 1-57 0 0,1 0-1 0 0,0 0 1 0 0,1 0-1 0 0,-1 1 1 0 0,1 0-1 0 0,0 0 1 0 0,0 0-1 0 0,1 0 1 0 0,-1 0-1 0 0,1 1 1 0 0,0 0-1 0 0,1 0 1 0 0,-1 0 0 0 0,1 0-1 0 0,0 0 1 0 0,1 0-1 0 0,-1 0 1 0 0,1 1-1 0 0,1-1 1 0 0,-1 0-1 0 0,1 1 1 0 0,1 10-1 0 0,-1-10-70 0 0,1-1 0 0 0,0 1-1 0 0,0-1 1 0 0,1 0-1 0 0,0 1 1 0 0,0-1 0 0 0,0 0-1 0 0,1 0 1 0 0,0 0-1 0 0,0 0 1 0 0,0-1 0 0 0,1 1-1 0 0,0-1 1 0 0,0 0-1 0 0,0 0 1 0 0,0 0 0 0 0,1 0-1 0 0,0-1 1 0 0,0 0-1 0 0,0 0 1 0 0,1 0 0 0 0,6 3-1 0 0,-6-5 11 0 0,0 0-1 0 0,0 0 0 0 0,1-1 0 0 0,-1 1 0 0 0,0-2 1 0 0,1 1-1 0 0,-1 0 0 0 0,1-1 0 0 0,-1-1 1 0 0,1 1-1 0 0,-1-1 0 0 0,1 0 0 0 0,-1 0 1 0 0,0-1-1 0 0,1 1 0 0 0,-1-2 0 0 0,0 1 1 0 0,0-1-1 0 0,-1 1 0 0 0,1-2 0 0 0,0 1 1 0 0,-1-1-1 0 0,0 0 0 0 0,0 0 0 0 0,0 0 0 0 0,0 0 1 0 0,4-7-1 0 0,-5 7-5 0 0,0 0-1 0 0,0-1 1 0 0,0 0-1 0 0,-1 1 1 0 0,0-1 0 0 0,0-1-1 0 0,0 1 1 0 0,0 0 0 0 0,-1-1-1 0 0,0 1 1 0 0,0-1 0 0 0,-1 0-1 0 0,0 0 1 0 0,0 1-1 0 0,0-1 1 0 0,0 0 0 0 0,-1 0-1 0 0,0 0 1 0 0,0 0 0 0 0,-1 0-1 0 0,0 0 1 0 0,0 0 0 0 0,0 1-1 0 0,-1-1 1 0 0,1 0 0 0 0,-1 1-1 0 0,-1-1 1 0 0,1 1-1 0 0,-6-10 1 0 0,1 5-16 0 0,-1 0 0 0 0,0 0 1 0 0,0 1-1 0 0,-1 0 0 0 0,0 0 0 0 0,-1 1 0 0 0,1 0 1 0 0,-2 0-1 0 0,1 1 0 0 0,-1 1 0 0 0,0 0 0 0 0,-17-7 0 0 0,24 12-40 0 0,-1 0-1 0 0,0 1 1 0 0,0-1-1 0 0,1 1 0 0 0,-1 0 1 0 0,0 0-1 0 0,0 1 1 0 0,-7 1-1 0 0,11-2-87 0 0,0 0-1 0 0,0 0 0 0 0,0 0 1 0 0,0 0-1 0 0,0 1 0 0 0,-1-1 1 0 0,1 0-1 0 0,0 1 0 0 0,0-1 1 0 0,0 1-1 0 0,0-1 1 0 0,0 1-1 0 0,0 0 0 0 0,0-1 1 0 0,0 1-1 0 0,0 0 0 0 0,1 0 1 0 0,-1-1-1 0 0,0 1 0 0 0,0 0 1 0 0,1 0-1 0 0,-1 0 1 0 0,0 0-1 0 0,1 0 0 0 0,-1 0 1 0 0,1 0-1 0 0,-1 0 0 0 0,1 0 1 0 0,0 0-1 0 0,0 1 0 0 0,-1-1 1 0 0,1 0-1 0 0,0 0 1 0 0,0 0-1 0 0,0 0 0 0 0,0 0 1 0 0,0 1-1 0 0,0-1 0 0 0,1 2 1 0 0,2 2-2174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4:45.7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130 0 16852 0 0,'-4'1'357'0'0,"1"-1"0"0"0,0 1 1 0 0,0 0-1 0 0,0 0 1 0 0,0 0-1 0 0,0 1 0 0 0,0-1 1 0 0,1 1-1 0 0,-1-1 0 0 0,0 1 1 0 0,1 0-1 0 0,-1 0 1 0 0,1 0-1 0 0,0 0 0 0 0,-1 1 1 0 0,-2 4-1 0 0,-1 0-124 0 0,0 1-1 0 0,1-1 1 0 0,0 1 0 0 0,-6 15-1 0 0,0 5 72 0 0,1 1-1 0 0,-8 38 0 0 0,16-54-283 0 0,0 0-1 0 0,0 0 0 0 0,1-1 1 0 0,1 1-1 0 0,0 0 1 0 0,0 0-1 0 0,2 0 0 0 0,2 14 1 0 0,-2-21-34 0 0,0-1 0 0 0,0 0 0 0 0,0 0 0 0 0,1 0 0 0 0,0 0 0 0 0,5 7 0 0 0,-7-11-127 0 0,0 1 0 0 0,0-1 0 0 0,0 1-1 0 0,0-1 1 0 0,1 0 0 0 0,-1 1 0 0 0,0-1 0 0 0,1 0-1 0 0,-1 0 1 0 0,1 0 0 0 0,-1 0 0 0 0,1 0 0 0 0,0 0 0 0 0,0-1-1 0 0,-1 1 1 0 0,1 0 0 0 0,0-1 0 0 0,0 1 0 0 0,-1-1 0 0 0,1 0-1 0 0,0 0 1 0 0,4 1 0 0 0,2-8-3353 0 0,-6 2 1033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4:46.0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37 16540 0 0,'1'-2'266'0'0,"0"0"0"0"0,1 0 1 0 0,-1 1-1 0 0,1-1 1 0 0,-1 0-1 0 0,1 0 1 0 0,0 1-1 0 0,0-1 1 0 0,0 1-1 0 0,0-1 1 0 0,0 1-1 0 0,0 0 1 0 0,0 0-1 0 0,1 0 0 0 0,-1 0 1 0 0,0 0-1 0 0,1 1 1 0 0,-1-1-1 0 0,4 0 1 0 0,7 0 498 0 0,0 0 0 0 0,22 1 0 0 0,-3-1 164 0 0,209-5 156 0 0,-219 6-1692 0 0,-2 0-1183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4:59.4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28 14355 0 0,'1'-1'213'0'0,"0"0"1"0"0,0 0-1 0 0,0 0 1 0 0,0 0-1 0 0,1 0 1 0 0,-1 0-1 0 0,0 1 1 0 0,0-1-1 0 0,0 0 0 0 0,1 1 1 0 0,-1-1-1 0 0,0 1 1 0 0,1 0-1 0 0,-1-1 1 0 0,1 1-1 0 0,-1 0 0 0 0,0 0 1 0 0,1 0-1 0 0,-1 0 1 0 0,1 0-1 0 0,-1 0 1 0 0,1 0-1 0 0,-1 0 0 0 0,2 1 1 0 0,2-4 189 0 0,-3-7-116 0 0,-2 6-44 0 0,3 6 258 0 0,1 4-231 0 0,-1 0 1 0 0,-1 0 0 0 0,1 1 0 0 0,-1-1 0 0 0,0 1 0 0 0,-1 0 0 0 0,1-1 0 0 0,-1 1 0 0 0,-1 0 0 0 0,1 0 0 0 0,-2 13 0 0 0,2 12 196 0 0,4 52 363 0 0,-10 137 1 0 0,-1-182-876 0 0,5-37-31 0 0,1 1 0 0 0,-1 0 0 0 0,0 0 0 0 0,0-1 0 0 0,0 1-1 0 0,0 0 1 0 0,0-1 0 0 0,-1 1 0 0 0,1-1 0 0 0,-4 5-1 0 0,4-7 31 0 0,1 0-1 0 0,0 1 0 0 0,0-1 0 0 0,-1 0 0 0 0,1 0 0 0 0,0 0 0 0 0,-1 1 0 0 0,1-1 0 0 0,-1 0 0 0 0,1 0 0 0 0,0 0 1 0 0,-1 0-1 0 0,1 0 0 0 0,0 0 0 0 0,-1 0 0 0 0,1 0 0 0 0,-1 0 0 0 0,1 0 0 0 0,0 0 0 0 0,-1 0 0 0 0,1 0 0 0 0,0 0 1 0 0,-1 0-1 0 0,1 0 0 0 0,-1 0 0 0 0,1-1 0 0 0,0 1 0 0 0,-1 0 0 0 0,1 0 0 0 0,0 0 0 0 0,-1-1 0 0 0,1 1 0 0 0,0 0 1 0 0,0 0-1 0 0,-1-1 0 0 0,1 1 0 0 0,0 0 0 0 0,0 0 0 0 0,-1-1 0 0 0,1 1 0 0 0,0 0 0 0 0,0-1 0 0 0,0 1 0 0 0,0-1 0 0 0,-1 1 1 0 0,-4-17-1988 0 0,4 3-384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4:59.9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110 98 18756 0 0,'0'-1'46'0'0,"-1"1"1"0"0,0 0-1 0 0,1-1 0 0 0,-1 1 0 0 0,1-1 1 0 0,-1 1-1 0 0,1-1 0 0 0,0 1 0 0 0,-1-1 1 0 0,1 1-1 0 0,-1-1 0 0 0,1 1 0 0 0,0-1 1 0 0,0 1-1 0 0,-1-1 0 0 0,1 0 0 0 0,0 1 1 0 0,0-1-1 0 0,0 0 0 0 0,0 1 0 0 0,-1-1 1 0 0,1 0-1 0 0,0 1 0 0 0,0-1 1 0 0,0 0-1 0 0,0 1 0 0 0,1-1 0 0 0,-1 1 1 0 0,0-1-1 0 0,0 0 0 0 0,0 1 0 0 0,0-1 1 0 0,1 0-1 0 0,-1 1 0 0 0,0-1 0 0 0,1 1 1 0 0,-1-1-1 0 0,0 1 0 0 0,1-1 0 0 0,-1 1 1 0 0,1-1-1 0 0,-1 1 0 0 0,1-1 0 0 0,-1 1 1 0 0,1-1-1 0 0,-1 1 0 0 0,1 0 1 0 0,-1-1-1 0 0,1 1 0 0 0,-1 0 0 0 0,2-1 1 0 0,5-3 51 0 0,0 0 0 0 0,1 1 1 0 0,11-5-1 0 0,-8 4 108 0 0,18-6 141 0 0,0 1-1 0 0,0 1 1 0 0,1 2 0 0 0,0 0 0 0 0,1 3 0 0 0,-1 0 0 0 0,1 2 0 0 0,38 3 0 0 0,-63-1-323 0 0,0 0-1 0 0,1 0 1 0 0,-1 0 0 0 0,0 1 0 0 0,0 0 0 0 0,0 0 0 0 0,0 0 0 0 0,-1 1 0 0 0,1 0 0 0 0,-1 0-1 0 0,1 0 1 0 0,5 5 0 0 0,-10-6-11 0 0,1 0 0 0 0,0-1 0 0 0,0 1 0 0 0,-1 0 1 0 0,1 0-1 0 0,-1 0 0 0 0,1 0 0 0 0,-1 0 0 0 0,0 0 0 0 0,0 1 0 0 0,0-1 0 0 0,0 0 0 0 0,0 0 0 0 0,-1 1 0 0 0,1-1 0 0 0,-1 1 0 0 0,1-1 0 0 0,-1 0 0 0 0,0 1 1 0 0,0-1-1 0 0,0 1 0 0 0,0-1 0 0 0,-1 1 0 0 0,1-1 0 0 0,0 1 0 0 0,-1-1 0 0 0,0 0 0 0 0,0 1 0 0 0,0-1 0 0 0,0 0 0 0 0,0 0 0 0 0,0 0 0 0 0,-2 3 0 0 0,-6 7 46 0 0,1-1-1 0 0,-2 1 0 0 0,0-2 0 0 0,0 0 0 0 0,-1 0 0 0 0,0-1 0 0 0,-1 0 0 0 0,0-1 0 0 0,-17 9 0 0 0,-7 2 26 0 0,0-2 0 0 0,-44 13 0 0 0,-1-5 52 0 0,79-24-136 0 0,28-1-251 0 0,21-3 229 0 0,10-1 6 0 0,89 5 0 0 0,-130 1 15 0 0,1 0-1 0 0,-1 1 1 0 0,1 0 0 0 0,-1 1 0 0 0,0 1-1 0 0,-1 1 1 0 0,1 0 0 0 0,-1 1 0 0 0,0 0-1 0 0,13 10 1 0 0,-24-14 3 0 0,1 0 0 0 0,-2 0 0 0 0,1 1-1 0 0,0-1 1 0 0,-1 1 0 0 0,0 0 0 0 0,1 0 0 0 0,-1 0 0 0 0,-1 0 0 0 0,1 0-1 0 0,-1 1 1 0 0,0-1 0 0 0,0 1 0 0 0,0-1 0 0 0,2 11 0 0 0,-3-11 4 0 0,-1 0 1 0 0,0 0-1 0 0,0 0 1 0 0,0 0 0 0 0,0-1-1 0 0,-1 1 1 0 0,1 0-1 0 0,-1 0 1 0 0,0 0 0 0 0,0 0-1 0 0,-1-1 1 0 0,1 1-1 0 0,-1 0 1 0 0,0-1-1 0 0,0 1 1 0 0,0-1 0 0 0,0 0-1 0 0,0 0 1 0 0,-1 0-1 0 0,-4 5 1 0 0,-7 5 23 0 0,-1-1 0 0 0,0-1 0 0 0,-1 0 0 0 0,0-1 0 0 0,0-1 0 0 0,-34 14 1 0 0,-112 30 92 0 0,153-51-117 0 0,-86 21 59 0 0,-110 12 1 0 0,149-33-44 0 0,32-3-4467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5:00.4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99 149 19452 0 0,'-1'-9'817'0'0,"4"9"-71"0"0,-2 1-706 0 0,-1 0-1 0 0,1 0 1 0 0,-1 0-1 0 0,1 0 1 0 0,-1 0-1 0 0,1 0 0 0 0,-1 0 1 0 0,0 0-1 0 0,0 0 1 0 0,1 1-1 0 0,-1-1 1 0 0,0 0-1 0 0,0 0 1 0 0,0 2-1 0 0,-6 298 2790 0 0,7-201-2614 0 0,-1-99-237 0 0,-7-22-531 0 0,-11-84 109 0 0,8 59 381 0 0,-5-82-1 0 0,14 113 67 0 0,1 1 0 0 0,1-1 1 0 0,0 1-1 0 0,1-1 0 0 0,1 1 0 0 0,0 0 0 0 0,1 0 1 0 0,0 0-1 0 0,13-26 0 0 0,-13 34 22 0 0,0-1 0 0 0,1 1 1 0 0,0 0-1 0 0,0 0 0 0 0,1 1 0 0 0,-1-1 0 0 0,1 1 0 0 0,0 1 0 0 0,1-1 1 0 0,-1 1-1 0 0,1 0 0 0 0,0 0 0 0 0,0 1 0 0 0,0 0 0 0 0,0 0 1 0 0,1 1-1 0 0,-1 0 0 0 0,15-2 0 0 0,-10 2 16 0 0,0 0 0 0 0,0 1 0 0 0,0 1 0 0 0,0 0 0 0 0,0 1 0 0 0,0 0 1 0 0,0 1-1 0 0,0 0 0 0 0,-1 1 0 0 0,1 0 0 0 0,18 8 0 0 0,-26-9-32 0 0,0 0 1 0 0,0 1-1 0 0,0-1 1 0 0,0 1-1 0 0,-1 0 0 0 0,1 0 1 0 0,-1 0-1 0 0,0 0 1 0 0,0 1-1 0 0,0-1 1 0 0,0 1-1 0 0,0 0 1 0 0,-1 0-1 0 0,0 0 0 0 0,0 0 1 0 0,0 0-1 0 0,0 0 1 0 0,1 9-1 0 0,-2-10 2 0 0,0 0 1 0 0,-1 1-1 0 0,0-1 0 0 0,0 1 1 0 0,0-1-1 0 0,0 1 0 0 0,-1-1 1 0 0,1 1-1 0 0,-1-1 0 0 0,0 1 1 0 0,0-1-1 0 0,0 0 0 0 0,0 1 1 0 0,-1-1-1 0 0,1 0 0 0 0,-1 0 1 0 0,0 0-1 0 0,0 0 0 0 0,0 0 0 0 0,0-1 1 0 0,0 1-1 0 0,-1-1 0 0 0,1 1 1 0 0,-1-1-1 0 0,-3 3 0 0 0,-9 4 28 0 0,0 0 0 0 0,0 0 0 0 0,-1-2 0 0 0,0 0 0 0 0,-31 9-1 0 0,9-6-180 0 0,-59 7-1 0 0,91-16 33 0 0,-74 7-1011 0 0,28-9-2574 0 0,48 0 1528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5:00.8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127 0 18244 0 0,'-9'6'133'0'0,"0"1"1"0"0,0 0-1 0 0,0 0 1 0 0,1 1-1 0 0,0-1 1 0 0,1 2-1 0 0,0-1 1 0 0,0 1-1 0 0,1 0 1 0 0,0 1-1 0 0,0-1 1 0 0,-7 22-1 0 0,8-20 7 0 0,1 0 0 0 0,0 1 0 0 0,1 0-1 0 0,1 0 1 0 0,0 0 0 0 0,1 0 0 0 0,0 0 0 0 0,0 0-1 0 0,1 0 1 0 0,1 0 0 0 0,4 21 0 0 0,-4-28-85 0 0,0-1 0 0 0,0 1 1 0 0,1-1-1 0 0,0 1 1 0 0,0-1-1 0 0,0 1 0 0 0,0-1 1 0 0,1 0-1 0 0,0 0 0 0 0,0 0 1 0 0,0-1-1 0 0,0 1 1 0 0,0-1-1 0 0,1 1 0 0 0,6 3 1 0 0,-5-4 13 0 0,1 1 1 0 0,-1-2-1 0 0,1 1 0 0 0,0-1 1 0 0,0 1-1 0 0,1-2 1 0 0,-1 1-1 0 0,0-1 0 0 0,0 0 1 0 0,11 1-1 0 0,-6-2 8 0 0,1 0 0 0 0,-1-1-1 0 0,0-1 1 0 0,0 1 0 0 0,0-1-1 0 0,-1-1 1 0 0,1 0 0 0 0,-1-1-1 0 0,1 0 1 0 0,-1-1 0 0 0,0 0 0 0 0,0 0-1 0 0,9-8 1 0 0,-11 7-45 0 0,-1 0 0 0 0,-1-1 0 0 0,1 0 0 0 0,-1 0 0 0 0,0 0 0 0 0,-1-1 0 0 0,0 0 0 0 0,0 0 1 0 0,-1 0-1 0 0,0-1 0 0 0,0 0 0 0 0,4-17 0 0 0,-6 19-15 0 0,0 1 0 0 0,-1-1 0 0 0,0 0 0 0 0,-1 1 1 0 0,0-1-1 0 0,0 0 0 0 0,0 0 0 0 0,-1 1 0 0 0,0-1 0 0 0,0 0 0 0 0,0 1 1 0 0,-1-1-1 0 0,0 1 0 0 0,0 0 0 0 0,-1-1 0 0 0,0 1 0 0 0,0 0 1 0 0,-7-9-1 0 0,7 10-18 0 0,-1 0 0 0 0,1 1 1 0 0,-1 0-1 0 0,0-1 0 0 0,0 1 0 0 0,-1 1 1 0 0,1-1-1 0 0,-1 1 0 0 0,1 0 0 0 0,-1 0 1 0 0,0 0-1 0 0,-1 0 0 0 0,1 1 0 0 0,0 0 1 0 0,-1 0-1 0 0,1 1 0 0 0,-1-1 0 0 0,1 1 1 0 0,-1 0-1 0 0,0 1 0 0 0,0-1 1 0 0,1 1-1 0 0,-1 0 0 0 0,0 1 0 0 0,0 0 1 0 0,1-1-1 0 0,-1 2 0 0 0,-7 1 0 0 0,-15 6-313 0 0,-41 18 0 0 0,33-7-3005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5:01.2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0 18636 0 0,'0'0'2234'0'0,"0"4"-1905"0"0,-3 55 1534 0 0,-11 62-1 0 0,-3 39-1138 0 0,16-51-1433 0 0,1-108 271 0 0,13-1-6307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5:01.5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1 136 21845 0 0,'3'-3'43'0'0,"0"1"1"0"0,1 0 0 0 0,-1 0-1 0 0,1 0 1 0 0,0 1-1 0 0,0-1 1 0 0,-1 1 0 0 0,1 0-1 0 0,0 0 1 0 0,0 0-1 0 0,6 0 1 0 0,5-2 157 0 0,167-36 1773 0 0,9-2-2036 0 0,-111 20-2014 0 0,-27 11-2330 0 0,-33 8 1306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5:08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5 183 13883 0 0,'-1'-7'350'0'0,"-1"1"0"0"0,2-1-1 0 0,-1 0 1 0 0,1 0 0 0 0,0 1 0 0 0,0-1 0 0 0,0 0-1 0 0,1 0 1 0 0,0 1 0 0 0,3-9 0 0 0,1-11 218 0 0,-5 26-539 0 0,0 0 0 0 0,0 0-1 0 0,0 0 1 0 0,0 0 0 0 0,0 0 0 0 0,0 0 0 0 0,0 0 0 0 0,0 0 0 0 0,0 0 0 0 0,0 0 0 0 0,0 1 0 0 0,0-1 0 0 0,0 0 0 0 0,0 0 0 0 0,0 0 0 0 0,0 0 0 0 0,0 0 0 0 0,0 0 0 0 0,0 0 0 0 0,1 0 0 0 0,-1 0 0 0 0,0 0 0 0 0,0 0 0 0 0,0 0 0 0 0,0 0 0 0 0,0 0 0 0 0,0 0 0 0 0,0 0 0 0 0,0 0 0 0 0,0 0 0 0 0,0 0 0 0 0,0 0 0 0 0,0 0 0 0 0,0 0 0 0 0,0 0 0 0 0,0 0 0 0 0,1-1 0 0 0,-1 1 0 0 0,0 0 0 0 0,0 0 0 0 0,0 0 0 0 0,0 0 0 0 0,0 0-1 0 0,0 0 1 0 0,0 0 0 0 0,0 0 0 0 0,0 0 0 0 0,0 0 0 0 0,0 0 0 0 0,0 0 0 0 0,0 0 0 0 0,0 0 0 0 0,0 0 0 0 0,0 0 0 0 0,0 0 0 0 0,0 0 0 0 0,0-1 0 0 0,0 1 0 0 0,0 0 0 0 0,0 0 0 0 0,0 0 0 0 0,0 0 0 0 0,0 0 0 0 0,0 0 0 0 0,4 8 549 0 0,3 14-108 0 0,1 78 1244 0 0,-7-68-1370 0 0,1 0 0 0 0,10 46 0 0 0,1-24-145 0 0,20 72 126 0 0,-9-35-96 0 0,-23-90-29 0 0,-3-23 232 0 0,-14-51-223 0 0,-4-32-149 0 0,18 91-57 0 0,2-1-1 0 0,-1 1 1 0 0,2 0-1 0 0,0-1 1 0 0,4-21-1 0 0,-1 21-4 0 0,0-1 0 0 0,1 1-1 0 0,1 0 1 0 0,1 1-1 0 0,0 0 1 0 0,0 0-1 0 0,1 0 1 0 0,17-20-1 0 0,-21 28-1 0 0,1 1-1 0 0,-1 0 1 0 0,1 0-1 0 0,0 0 1 0 0,0 1-1 0 0,1 0 0 0 0,0 0 1 0 0,-1 0-1 0 0,1 1 1 0 0,0-1-1 0 0,0 1 1 0 0,1 1-1 0 0,-1-1 1 0 0,1 1-1 0 0,-1 0 1 0 0,1 1-1 0 0,0 0 0 0 0,0 0 1 0 0,-1 0-1 0 0,1 1 1 0 0,0 0-1 0 0,10 1 1 0 0,-12 0 3 0 0,-1 1 1 0 0,0 0 0 0 0,1 0-1 0 0,-1 0 1 0 0,0 0 0 0 0,0 0-1 0 0,-1 1 1 0 0,1 0 0 0 0,0 0-1 0 0,-1 0 1 0 0,0 0 0 0 0,1 0-1 0 0,-1 1 1 0 0,-1 0-1 0 0,1-1 1 0 0,0 1 0 0 0,-1 0-1 0 0,0 0 1 0 0,3 8 0 0 0,4 7 17 0 0,-2 1 1 0 0,10 38-1 0 0,-9-24 18 0 0,-2 1 0 0 0,0-1 0 0 0,-3 1 0 0 0,-1 0 0 0 0,-3 50 0 0 0,1-81-21 0 0,-1 1 1 0 0,1-1-1 0 0,-1 0 1 0 0,0 1-1 0 0,-1-1 1 0 0,1 0-1 0 0,0 0 1 0 0,-5 7-1 0 0,6-11-11 0 0,0 0 0 0 0,-1 0 0 0 0,1 0 0 0 0,0 1 0 0 0,0-1 0 0 0,-1 0 0 0 0,1 0 0 0 0,0 0 0 0 0,-1 0 0 0 0,1 0 0 0 0,0 0 0 0 0,-1 0 0 0 0,1 0 0 0 0,0 0 0 0 0,-1 0 0 0 0,1 0 0 0 0,0 0 0 0 0,-1 0 0 0 0,1 0 0 0 0,0 0 0 0 0,-1 0 0 0 0,1 0 0 0 0,0 0 0 0 0,-1 0 0 0 0,1 0 0 0 0,0 0 0 0 0,0-1 0 0 0,-1 1 0 0 0,1 0 0 0 0,0 0 0 0 0,-1 0 0 0 0,1-1 0 0 0,0 1 0 0 0,0 0 0 0 0,0 0 0 0 0,-1-1 0 0 0,1 1 0 0 0,0 0 0 0 0,0 0 0 0 0,0-1 0 0 0,-1 1 0 0 0,1 0 0 0 0,0-1 0 0 0,0 1 0 0 0,0 0 0 0 0,0-1 0 0 0,0 1 0 0 0,-8-17 52 0 0,2-12-47 0 0,0 0 1 0 0,2 0 0 0 0,2 0-1 0 0,0-1 1 0 0,2 1-1 0 0,1-1 1 0 0,2 1-1 0 0,0 0 1 0 0,9-32-1 0 0,-9 50-15 0 0,0 1 0 0 0,1 0 0 0 0,0 0 0 0 0,1 0 0 0 0,0 0 0 0 0,1 1 0 0 0,0-1 0 0 0,13-15 0 0 0,-17 23 4 0 0,0 0-1 0 0,0 0 0 0 0,0-1 0 0 0,0 1 0 0 0,1 1 0 0 0,-1-1 1 0 0,1 0-1 0 0,-1 1 0 0 0,1-1 0 0 0,0 1 0 0 0,-1 0 0 0 0,1 0 0 0 0,0 0 1 0 0,0 0-1 0 0,0 0 0 0 0,0 1 0 0 0,0-1 0 0 0,0 1 0 0 0,0 0 0 0 0,0 0 1 0 0,0 0-1 0 0,0 0 0 0 0,0 0 0 0 0,0 1 0 0 0,0-1 0 0 0,-1 1 0 0 0,1 0 1 0 0,0 0-1 0 0,0 0 0 0 0,0 0 0 0 0,-1 1 0 0 0,1-1 0 0 0,-1 1 0 0 0,1-1 1 0 0,-1 1-1 0 0,4 3 0 0 0,1 1 4 0 0,-1 1 0 0 0,0-1 0 0 0,0 1 0 0 0,-1 0 0 0 0,0 1 1 0 0,0-1-1 0 0,-1 1 0 0 0,0 0 0 0 0,0 0 0 0 0,-1 0 0 0 0,5 17 0 0 0,-1 8 20 0 0,7 59-1 0 0,-13-80-15 0 0,2 15 6 0 0,-1 0 0 0 0,-2 0 0 0 0,-1-1 0 0 0,0 1 0 0 0,-10 41 0 0 0,4-53 22 0 0,7-15-31 0 0,0 0 0 0 0,0 1 0 0 0,0-1 0 0 0,-1 0 0 0 0,1 0 0 0 0,0 0 0 0 0,0 0 0 0 0,-1 0 0 0 0,1 0 0 0 0,0 0 0 0 0,0 0 0 0 0,-1 0 0 0 0,1 0-1 0 0,0 0 1 0 0,0 0 0 0 0,-1 0 0 0 0,1 0 0 0 0,0 0 0 0 0,0 0 0 0 0,-1 0 0 0 0,1 0 0 0 0,0 0 0 0 0,0 0 0 0 0,-1 0 0 0 0,1 0 0 0 0,0 0 0 0 0,0-1 0 0 0,0 1 0 0 0,-1 0 0 0 0,1 0 0 0 0,0 0 0 0 0,-1-1 0 0 0,0 0 0 0 0,0-1 0 0 0,0 0 0 0 0,-1 0 1 0 0,1 0-1 0 0,0 0 0 0 0,0 0 0 0 0,0 0 1 0 0,1 0-1 0 0,-1 0 0 0 0,1 0 0 0 0,-1-2 1 0 0,-1-12-13 0 0,0 0 1 0 0,2 0-1 0 0,0 0 1 0 0,0 0-1 0 0,2 0 1 0 0,5-28 0 0 0,3 6-27 0 0,22-60 1 0 0,-25 79 17 0 0,1 0 0 0 0,1 1 0 0 0,17-25 0 0 0,-23 38 11 0 0,0 0 0 0 0,0 1 0 0 0,1 0-1 0 0,-1 0 1 0 0,1 0 0 0 0,0 0 0 0 0,0 0 0 0 0,0 1-1 0 0,1 0 1 0 0,-1 0 0 0 0,1 0 0 0 0,-1 0-1 0 0,1 1 1 0 0,0 0 0 0 0,0 0 0 0 0,0 0 0 0 0,1 1-1 0 0,5-2 1 0 0,-8 3 5 0 0,-1 0-1 0 0,0 0 1 0 0,0 0-1 0 0,0 1 1 0 0,1-1-1 0 0,-1 1 1 0 0,0-1-1 0 0,0 1 1 0 0,0 0 0 0 0,0 0-1 0 0,0 0 1 0 0,0 0-1 0 0,0 0 1 0 0,0 0-1 0 0,-1 1 1 0 0,1-1-1 0 0,0 0 1 0 0,-1 1-1 0 0,1-1 1 0 0,-1 1 0 0 0,1 0-1 0 0,-1 0 1 0 0,0-1-1 0 0,0 1 1 0 0,0 0-1 0 0,0 0 1 0 0,0 0-1 0 0,1 3 1 0 0,2 7 1 0 0,-1-1 0 0 0,0 1 0 0 0,3 24 0 0 0,-3-21 6 0 0,5 48 6 0 0,-5-30-7 0 0,2-1 0 0 0,14 50 1 0 0,-17-74-3 0 0,1 0 0 0 0,0 0 1 0 0,0-1-1 0 0,1 1 0 0 0,0-1 1 0 0,0 0-1 0 0,1 0 1 0 0,0 0-1 0 0,0-1 0 0 0,1 1 1 0 0,-1-2-1 0 0,1 1 0 0 0,1 0 1 0 0,-1-1-1 0 0,9 5 0 0 0,-11-8 2 0 0,-1 0 0 0 0,1 0-1 0 0,0-1 1 0 0,0 1 0 0 0,0-1-1 0 0,0 0 1 0 0,0 0 0 0 0,1-1-1 0 0,-1 1 1 0 0,0-1 0 0 0,0 0-1 0 0,0 0 1 0 0,1 0 0 0 0,5-2-1 0 0,-2 0 3 0 0,-1 0 0 0 0,1 0-1 0 0,-1-1 1 0 0,0 0 0 0 0,0 0-1 0 0,0-1 1 0 0,8-6-1 0 0,4-4 8 0 0,-1-2 0 0 0,-1 1 0 0 0,0-2 0 0 0,17-23 0 0 0,-17 19-2 0 0,-1-1 1 0 0,-1-1 0 0 0,-1-1 0 0 0,18-43 0 0 0,-25 51-7 0 0,-1-1 0 0 0,-1 1-1 0 0,0-2 1 0 0,-1 1 0 0 0,-1 0-1 0 0,-1-1 1 0 0,-1 1 0 0 0,0-26 0 0 0,-1 39-1 0 0,-1-1-1 0 0,0 0 1 0 0,0 1 0 0 0,0-1 0 0 0,0 1 0 0 0,-1 0 0 0 0,1-1 0 0 0,-1 1 0 0 0,0 0 0 0 0,0 0 0 0 0,-1 0 0 0 0,1 0 0 0 0,-1 0 0 0 0,-3-3 0 0 0,4 5-1 0 0,-1 0 0 0 0,1 0 0 0 0,0 0 1 0 0,-1 1-1 0 0,1-1 0 0 0,-1 1 0 0 0,1-1 0 0 0,-1 1 0 0 0,0 0 0 0 0,0 0 1 0 0,1 0-1 0 0,-1 0 0 0 0,0 1 0 0 0,0-1 0 0 0,0 1 0 0 0,0 0 1 0 0,0 0-1 0 0,0 0 0 0 0,0 0 0 0 0,0 0 0 0 0,0 1 0 0 0,0-1 0 0 0,-3 2 1 0 0,-4 1 5 0 0,0 1 0 0 0,0 1 0 0 0,0 0 0 0 0,0 0 0 0 0,1 1 0 0 0,-1 0 0 0 0,1 1 1 0 0,1 0-1 0 0,0 0 0 0 0,0 1 0 0 0,-12 14 0 0 0,4-1 12 0 0,1 0 0 0 0,0 1 0 0 0,-21 43 0 0 0,20-31-5 0 0,-16 53 1 0 0,27-73-14 0 0,2 1 0 0 0,-1 0 1 0 0,2 0-1 0 0,0 0 0 0 0,1 0 0 0 0,1 23 1 0 0,0-34-2 0 0,1-1 0 0 0,-1 1 0 0 0,1-1 0 0 0,0 1-1 0 0,0-1 1 0 0,0 0 0 0 0,0 1 0 0 0,0-1 0 0 0,1 0 0 0 0,-1 0 0 0 0,1 0 0 0 0,0 0 0 0 0,0 0 0 0 0,0 0 0 0 0,5 4 0 0 0,-5-6 1 0 0,-1 1 1 0 0,1-1-1 0 0,0 0 0 0 0,0 0 0 0 0,0 0 0 0 0,0-1 1 0 0,0 1-1 0 0,0 0 0 0 0,0-1 0 0 0,1 1 0 0 0,-1-1 0 0 0,0 0 1 0 0,0 0-1 0 0,0 0 0 0 0,0 0 0 0 0,1 0 0 0 0,-1 0 1 0 0,0 0-1 0 0,0-1 0 0 0,0 1 0 0 0,0-1 0 0 0,0 1 1 0 0,0-1-1 0 0,0 0 0 0 0,0 0 0 0 0,3-2 0 0 0,13-7 10 0 0,-2-1-1 0 0,1-1 0 0 0,-1 0 1 0 0,-1-1-1 0 0,15-17 0 0 0,62-79 0 0 0,9-29 18 0 0,-101 137-23 0 0,1 0 0 0 0,-1 0 0 0 0,1 0 0 0 0,0 0 0 0 0,-1 1 0 0 0,1-1 0 0 0,0 0-1 0 0,-1 0 1 0 0,1 1 0 0 0,0-1 0 0 0,0 0 0 0 0,0 1 0 0 0,0-1 0 0 0,0 1 0 0 0,-1 0 0 0 0,3-1-1 0 0,-3 1-2 0 0,0 0 0 0 0,1 0 0 0 0,-1 0-1 0 0,0 1 1 0 0,1-1 0 0 0,-1 0-1 0 0,0 0 1 0 0,0 1 0 0 0,1-1 0 0 0,-1 0-1 0 0,0 0 1 0 0,0 1 0 0 0,0-1-1 0 0,1 0 1 0 0,-1 1 0 0 0,0-1 0 0 0,0 0-1 0 0,0 1 1 0 0,0-1 0 0 0,0 1-1 0 0,0-1 1 0 0,0 0 0 0 0,1 1 0 0 0,-1-1-1 0 0,0 0 1 0 0,0 1 0 0 0,0-1-1 0 0,-1 1 1 0 0,-2 39 123 0 0,2-32-91 0 0,-10 59 131 0 0,-3 24-27 0 0,13-79-122 0 0,0 0-1 0 0,1 0 1 0 0,1-1 0 0 0,0 1 0 0 0,4 17 0 0 0,-5-26-15 0 0,1-1 0 0 0,-1 1 0 0 0,1-1 0 0 0,0 1 0 0 0,0-1 1 0 0,0 0-1 0 0,0 1 0 0 0,0-1 0 0 0,1 0 0 0 0,-1 0 0 0 0,1 0 0 0 0,0 0 0 0 0,-1 0 0 0 0,1 0 1 0 0,0 0-1 0 0,0-1 0 0 0,0 1 0 0 0,0-1 0 0 0,0 1 0 0 0,4 1 0 0 0,-3-2-2 0 0,1-1 0 0 0,-1 1 0 0 0,0-1 0 0 0,0 1 1 0 0,1-1-1 0 0,-1 0 0 0 0,0 0 0 0 0,1 0 0 0 0,-1-1 0 0 0,0 1 0 0 0,0-1 0 0 0,1 0 0 0 0,-1 0 0 0 0,0 0 0 0 0,5-3 0 0 0,11-5-13 0 0,0-1 0 0 0,-1-1 0 0 0,-1-1 0 0 0,1-1 0 0 0,-2 0-1 0 0,18-18 1 0 0,84-101-2 0 0,-96 105 21 0 0,31-38 8 0 0,-24 28-20 0 0,1 1 1 0 0,2 1-1 0 0,40-33 1 0 0,-69 65 2 0 0,13-5 0 0 0,-16 7 4 0 0,1 1 0 0 0,-1 0 0 0 0,0 0 0 0 0,1 0 0 0 0,-1 0 0 0 0,0 0 0 0 0,1 0 0 0 0,-1 0 0 0 0,0 0 0 0 0,1 0 0 0 0,-1-1-1 0 0,0 1 1 0 0,1 0 0 0 0,-1 1 0 0 0,0-1 0 0 0,1 0 0 0 0,-1 0 0 0 0,0 0 0 0 0,0 0 0 0 0,1 0 0 0 0,-1 0 0 0 0,0 0-1 0 0,1 0 1 0 0,-1 1 0 0 0,0-1 0 0 0,0 0 0 0 0,1 0 0 0 0,-1 0 0 0 0,0 1 0 0 0,0-1 0 0 0,1 0 0 0 0,-1 0 0 0 0,0 0-1 0 0,0 1 1 0 0,0-1 0 0 0,1 0 0 0 0,-1 1 0 0 0,0-1 0 0 0,0 0 0 0 0,0 0 0 0 0,0 1 0 0 0,0-1 0 0 0,0 0 0 0 0,0 1 0 0 0,1-1-1 0 0,-1 0 1 0 0,0 1 0 0 0,0-1 0 0 0,0 0 0 0 0,0 1 0 0 0,-1-1 0 0 0,1 0 0 0 0,0 1 0 0 0,0-1 0 0 0,0 1 0 0 0,-4 17 55 0 0,-33 59 193 0 0,-59 95-1 0 0,74-134-167 0 0,-60 86 132 0 0,69-107-189 0 0,0 0 0 0 0,-2-1 0 0 0,0-1-1 0 0,-32 26 1 0 0,46-40-31 0 0,0 0 1 0 0,-1-1-1 0 0,1 1 0 0 0,0 0 0 0 0,0 0 1 0 0,-1 0-1 0 0,1-1 0 0 0,0 1 1 0 0,-1-1-1 0 0,1 1 0 0 0,-1-1 1 0 0,1 1-1 0 0,0-1 0 0 0,-1 0 0 0 0,1 0 1 0 0,-1 0-1 0 0,1 0 0 0 0,-1 0 1 0 0,1 0-1 0 0,-1 0 0 0 0,1 0 1 0 0,-3-1-1 0 0,3 0-9 0 0,-1 0 0 0 0,1 0 0 0 0,0 0 1 0 0,0 0-1 0 0,-1 0 0 0 0,1-1 0 0 0,0 1 0 0 0,0 0 1 0 0,0-1-1 0 0,0 1 0 0 0,0-1 0 0 0,0 1 0 0 0,1-1 1 0 0,-1 1-1 0 0,0-1 0 0 0,0-2 0 0 0,-2-7-67 0 0,1-1-1 0 0,0 0 1 0 0,1 0-1 0 0,-1-15 1 0 0,2 26 80 0 0,0-24-28 0 0,1 0-1 0 0,0 0 1 0 0,2 0-1 0 0,8-31 0 0 0,-7 40 18 0 0,0 1 0 0 0,2 0-1 0 0,-1 1 1 0 0,2-1-1 0 0,0 1 1 0 0,1 0-1 0 0,18-24 1 0 0,-24 35 29 0 0,-1 1 0 0 0,1 0 0 0 0,0 0 0 0 0,0 1 0 0 0,0-1 0 0 0,0 0 0 0 0,0 0 0 0 0,0 1 0 0 0,0 0 0 0 0,0-1 0 0 0,1 1 0 0 0,-1 0 0 0 0,0 0 0 0 0,1 0 0 0 0,-1 0 0 0 0,1 1 0 0 0,-1-1 0 0 0,1 0 0 0 0,5 1 0 0 0,-6 0 4 0 0,1 1 0 0 0,0-1 0 0 0,0 1 0 0 0,-1 0 1 0 0,1 0-1 0 0,0 0 0 0 0,-1 1 0 0 0,1-1 0 0 0,-1 0 0 0 0,1 1 0 0 0,-1 0 0 0 0,0-1 0 0 0,0 1 0 0 0,0 0 0 0 0,0 0 0 0 0,0 0 0 0 0,0 1 1 0 0,1 2-1 0 0,7 10 71 0 0,-1 1-1 0 0,0 1 1 0 0,-2-1 0 0 0,0 1 0 0 0,-1 1 0 0 0,0-1 0 0 0,3 27 0 0 0,-3-19-153 0 0,1 1 0 0 0,16 37 0 0 0,-22-61-25 0 0,0 0-1 0 0,0 0 1 0 0,0 0-1 0 0,0 0 1 0 0,0 0-1 0 0,0 0 1 0 0,1-1-1 0 0,-1 1 1 0 0,1 0-1 0 0,-1-1 1 0 0,1 1 0 0 0,0-1-1 0 0,0 1 1 0 0,0-1-1 0 0,-1 0 1 0 0,1 0-1 0 0,0 0 1 0 0,0 0-1 0 0,1 0 1 0 0,-1 0-1 0 0,3 0 1 0 0,-2-1-382 0 0,1 1 1 0 0,-1-2 0 0 0,1 1-1 0 0,0 0 1 0 0,-1-1-1 0 0,1 1 1 0 0,-1-1 0 0 0,1 0-1 0 0,-1 0 1 0 0,0-1 0 0 0,1 1-1 0 0,3-3 1 0 0,6-3-2198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5:08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29 18124 0 0,'6'-28'2252'0'0,"-6"27"-1684"0"0,-7 15 1083 0 0,-10 16-916 0 0,1 1-1 0 0,1 0 0 0 0,-14 46 0 0 0,-23 102 589 0 0,20-49-399 0 0,-16 144 0 0 0,38-182-663 0 0,5 0 1 0 0,8 135 0 0 0,4-145-141 0 0,22 107 1 0 0,-21-154-150 0 0,2 0-1 0 0,1 0 1 0 0,1-1 0 0 0,2-1-1 0 0,28 48 1 0 0,-39-76-99 0 0,0 0 1 0 0,0-1-1 0 0,0 0 1 0 0,1 0-1 0 0,-1 0 1 0 0,1 0-1 0 0,0 0 1 0 0,7 4-1 0 0,-10-7-21 0 0,0 0-1 0 0,1-1 0 0 0,-1 1 0 0 0,1-1 1 0 0,-1 1-1 0 0,0-1 0 0 0,1 1 0 0 0,-1-1 1 0 0,1 0-1 0 0,-1 0 0 0 0,1 0 0 0 0,-1 0 0 0 0,1 0 1 0 0,-1 0-1 0 0,0 0 0 0 0,1 0 0 0 0,-1 0 1 0 0,1-1-1 0 0,-1 1 0 0 0,1-1 0 0 0,-1 1 1 0 0,0-1-1 0 0,1 1 0 0 0,-1-1 0 0 0,0 0 1 0 0,0 0-1 0 0,1 0 0 0 0,-1 1 0 0 0,0-1 0 0 0,0 0 1 0 0,0-1-1 0 0,0 1 0 0 0,0 0 0 0 0,1-2 1 0 0,5-7-2240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5:09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18 15795 0 0,'-5'0'226'0'0,"0"0"0"0"0,-1 0-1 0 0,1 1 1 0 0,0-1-1 0 0,0 1 1 0 0,0 1 0 0 0,0-1-1 0 0,0 1 1 0 0,0 0 0 0 0,0 0-1 0 0,1 0 1 0 0,-1 1-1 0 0,1-1 1 0 0,-1 1 0 0 0,1 0-1 0 0,0 1 1 0 0,0-1 0 0 0,0 1-1 0 0,1-1 1 0 0,-1 1-1 0 0,-4 8 1 0 0,-10 11 35 0 0,1 2-1 0 0,1 1 1 0 0,1 0-1 0 0,1 0 1 0 0,2 2 0 0 0,1-1-1 0 0,1 2 1 0 0,1-1-1 0 0,1 1 1 0 0,2 1-1 0 0,1-1 1 0 0,-2 53-1 0 0,6-42 36 0 0,2-1 0 0 0,13 76 0 0 0,-12-102-246 0 0,1 0 0 0 0,0-1 0 0 0,1 1 0 0 0,0-1-1 0 0,1 0 1 0 0,0 0 0 0 0,1-1 0 0 0,1 1 0 0 0,0-1 0 0 0,0-1 0 0 0,1 1 0 0 0,17 16 0 0 0,-21-23-33 0 0,0-1-1 0 0,0 0 1 0 0,0 0 0 0 0,1 0 0 0 0,-1 0-1 0 0,1 0 1 0 0,0-1 0 0 0,0 0 0 0 0,0 0-1 0 0,0-1 1 0 0,0 1 0 0 0,1-1 0 0 0,-1 0 0 0 0,0 0-1 0 0,8-1 1 0 0,-6 0 0 0 0,-1-1 0 0 0,0 0 1 0 0,0 0-1 0 0,1-1 0 0 0,-1 0 0 0 0,0 0 1 0 0,0 0-1 0 0,-1-1 0 0 0,1 0 0 0 0,0 0 0 0 0,6-5 1 0 0,3-4 5 0 0,0-1 0 0 0,-2-1 0 0 0,1 1 0 0 0,-2-2 0 0 0,0 0 0 0 0,0 0 0 0 0,13-27 0 0 0,-12 18-7 0 0,0 0 0 0 0,-2-2 0 0 0,-1 1 0 0 0,-1-1 0 0 0,-2-1 0 0 0,0 1 0 0 0,-2-1 0 0 0,0-1 0 0 0,-2 1 0 0 0,-1 0 0 0 0,-2-1 0 0 0,0 1 0 0 0,-2-1 0 0 0,-1 1 0 0 0,-7-31 0 0 0,-22-59 33 0 0,26 100-45 0 0,-1 1 1 0 0,0 0-1 0 0,-1 1 1 0 0,-18-28 0 0 0,24 41-13 0 0,0-1 1 0 0,0 1 0 0 0,0 0-1 0 0,-1-1 1 0 0,1 1 0 0 0,0 0-1 0 0,-1 1 1 0 0,1-1 0 0 0,-1 0-1 0 0,0 1 1 0 0,0-1 0 0 0,1 1-1 0 0,-1 0 1 0 0,0 0 0 0 0,0 0-1 0 0,0 0 1 0 0,0 1 0 0 0,0-1-1 0 0,0 1 1 0 0,-1 0-1 0 0,1 0 1 0 0,0 0 0 0 0,0 0-1 0 0,0 0 1 0 0,0 1 0 0 0,0-1-1 0 0,0 1 1 0 0,-3 1 0 0 0,-5 2-325 0 0,1 0 1 0 0,0 1-1 0 0,0 0 0 0 0,0 1 1 0 0,1 0-1 0 0,-12 9 1 0 0,3-2-912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5:09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15147 0 0,'20'-2'2734'0'0,"-17"1"-2268"0"0,0 1-1 0 0,0 0 0 0 0,0-1 1 0 0,0 1-1 0 0,0 0 1 0 0,0 0-1 0 0,5 1 0 0 0,-6 0-361 0 0,-1 0 1 0 0,0-1-1 0 0,0 1 0 0 0,0-1 0 0 0,1 1 0 0 0,-1 0 0 0 0,0 0 0 0 0,0 0 0 0 0,0 0 0 0 0,0 0 0 0 0,0 0 0 0 0,0 0 0 0 0,0 0 0 0 0,-1 0 0 0 0,1 0 0 0 0,0 0 0 0 0,-1 1 0 0 0,1-1 0 0 0,-1 0 0 0 0,1 1 0 0 0,0 1 0 0 0,2 7 174 0 0,-1 1 0 0 0,0 0 1 0 0,-1 0-1 0 0,0-1 0 0 0,-1 1 0 0 0,0 0 0 0 0,-2 14 1 0 0,-15 75 44 0 0,-13-2-978 0 0,13-47-884 0 0,11-31 400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5:15.8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302 171 10730 0 0,'-1'0'6673'0'0,"-1"-2"-5952"0"0,-14-10 2122 0 0,-1 6-2877 0 0,13 5 336 0 0,3 1-271 0 0,1 0 0 0 0,-1 0 0 0 0,0 0 0 0 0,1 0 0 0 0,-1 0 0 0 0,1 1 1 0 0,-1-1-1 0 0,0 0 0 0 0,1 0 0 0 0,-1 1 0 0 0,1-1 0 0 0,-1 0 0 0 0,1 0 0 0 0,-1 1 0 0 0,1-1 0 0 0,-1 1 0 0 0,1-1 0 0 0,-1 1 0 0 0,1-1 0 0 0,-1 0 0 0 0,1 1 0 0 0,0 0 0 0 0,-1-1 0 0 0,1 1 0 0 0,0-1 0 0 0,0 1 0 0 0,-1-1 0 0 0,1 1 1 0 0,0 0-1 0 0,0-1 0 0 0,0 1 0 0 0,-1 0 0 0 0,-4 24 544 0 0,5-23-484 0 0,-7 50 431 0 0,2 1-1 0 0,3-1 1 0 0,4 71-1 0 0,1-103-474 0 0,0 1 0 0 0,1-1 0 0 0,0 0 0 0 0,2 0 1 0 0,12 28-1 0 0,-15-44 378 0 0,-5-13-271 0 0,-6-18-41 0 0,-9-10-42 0 0,-37-60 1 0 0,38 73-68 0 0,2 0 1 0 0,1-1-1 0 0,0-1 0 0 0,2 0 1 0 0,-14-51-1 0 0,25 75-4 0 0,-11-68-16 0 0,10 64 12 0 0,1-1 0 0 0,0 1 0 0 0,1-1 0 0 0,-1 1 0 0 0,1-1 0 0 0,1 1 0 0 0,-1-1 0 0 0,5-9 0 0 0,-4 10 1 0 0,0 0-1 0 0,1 0 1 0 0,0 0 0 0 0,0 0-1 0 0,0 1 1 0 0,1-1-1 0 0,0 1 1 0 0,0 0 0 0 0,0 0-1 0 0,0 0 1 0 0,1 1 0 0 0,0 0-1 0 0,0-1 1 0 0,0 2-1 0 0,1-1 1 0 0,-1 1 0 0 0,1-1-1 0 0,0 2 1 0 0,0-1-1 0 0,0 1 1 0 0,9-3 0 0 0,-1 2 9 0 0,1 0 1 0 0,-1 1-1 0 0,1 1 1 0 0,0 0-1 0 0,-1 1 1 0 0,1 0 0 0 0,-1 2-1 0 0,1-1 1 0 0,-1 2-1 0 0,1 0 1 0 0,-1 1-1 0 0,17 6 1 0 0,-18-5-1 0 0,-2 0 0 0 0,1 0 1 0 0,0 1-1 0 0,-1 1 0 0 0,0-1 0 0 0,-1 2 0 0 0,0 0 1 0 0,0 0-1 0 0,0 1 0 0 0,-1 0 0 0 0,-1 1 1 0 0,1-1-1 0 0,-1 2 0 0 0,7 12 0 0 0,-13-19 1 0 0,0 0-1 0 0,1 0 0 0 0,-1 0 1 0 0,-1 1-1 0 0,1-1 1 0 0,-1 0-1 0 0,0 1 1 0 0,0 0-1 0 0,0-1 0 0 0,0 1 1 0 0,-1 0-1 0 0,0-1 1 0 0,0 1-1 0 0,0 0 0 0 0,-1-1 1 0 0,1 1-1 0 0,-1-1 1 0 0,0 1-1 0 0,0 0 0 0 0,-1-1 1 0 0,1 0-1 0 0,-1 1 1 0 0,0-1-1 0 0,0 0 1 0 0,-1 0-1 0 0,1 0 0 0 0,-1 0 1 0 0,0 0-1 0 0,0-1 1 0 0,0 1-1 0 0,-1-1 0 0 0,1 0 1 0 0,-1 0-1 0 0,1 0 1 0 0,-6 2-1 0 0,-17 12 27 0 0,-1 0 0 0 0,-1-3 1 0 0,-53 22-1 0 0,-94 18 57 0 0,139-47-94 0 0,35-7-22 0 0,17 0-55 0 0,62-6 71 0 0,-15 1-8 0 0,96 4 0 0 0,-140 2 16 0 0,-1 1 0 0 0,1 1 0 0 0,-1 0 0 0 0,0 2 0 0 0,0 0 0 0 0,0 1 0 0 0,-1 1 1 0 0,0 0-1 0 0,27 17 0 0 0,-39-21 6 0 0,-1 0 1 0 0,1 0 0 0 0,-1 1 0 0 0,0 0 0 0 0,0 0-1 0 0,0 0 1 0 0,0 0 0 0 0,-1 0 0 0 0,0 1 0 0 0,0 0-1 0 0,0 0 1 0 0,0 0 0 0 0,-1 0 0 0 0,0 0 0 0 0,0 0-1 0 0,0 0 1 0 0,-1 1 0 0 0,2 8 0 0 0,-3-9-1 0 0,0 0 1 0 0,0-1-1 0 0,0 1 1 0 0,-1 0 0 0 0,1-1-1 0 0,-1 1 1 0 0,-1 0-1 0 0,1-1 1 0 0,0 0-1 0 0,-1 1 1 0 0,0-1-1 0 0,0 0 1 0 0,-1 1 0 0 0,1-1-1 0 0,-1-1 1 0 0,1 1-1 0 0,-1 0 1 0 0,-1-1-1 0 0,1 1 1 0 0,0-1 0 0 0,-1 0-1 0 0,-4 3 1 0 0,-16 11 28 0 0,-1-2 0 0 0,0 0 0 0 0,-48 18 1 0 0,-87 24 48 0 0,135-49-69 0 0,-39 13 23 0 0,0-3 0 0 0,-1-3 0 0 0,-92 9 0 0 0,147-25-167 0 0,17-6-37 0 0,21-6-462 0 0,-26 13 543 0 0,62-20-2482 0 0,-37 11 144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5:16.4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1 154 17044 0 0,'1'-3'115'0'0,"0"1"1"0"0,1-1 0 0 0,-1 0-1 0 0,1 1 1 0 0,-1-1 0 0 0,1 1 0 0 0,0-1-1 0 0,0 1 1 0 0,0 0 0 0 0,0 0-1 0 0,0 0 1 0 0,1 0 0 0 0,-1 0-1 0 0,1 0 1 0 0,-1 1 0 0 0,1-1 0 0 0,0 1-1 0 0,0 0 1 0 0,-1-1 0 0 0,1 1-1 0 0,5-1 1 0 0,-6 2-50 0 0,0 0-1 0 0,0 0 0 0 0,0-1 1 0 0,0 1-1 0 0,-1 1 0 0 0,1-1 1 0 0,0 0-1 0 0,0 0 1 0 0,0 1-1 0 0,0-1 0 0 0,0 1 1 0 0,0-1-1 0 0,-1 1 1 0 0,1 0-1 0 0,0-1 0 0 0,-1 1 1 0 0,1 0-1 0 0,0 0 1 0 0,-1 1-1 0 0,1-1 0 0 0,-1 0 1 0 0,1 0-1 0 0,-1 1 1 0 0,0-1-1 0 0,0 1 0 0 0,0-1 1 0 0,1 1-1 0 0,-1-1 1 0 0,-1 1-1 0 0,1 0 0 0 0,0 0 1 0 0,0-1-1 0 0,-1 1 1 0 0,2 4-1 0 0,9 45 423 0 0,-3 1 0 0 0,-1 0 0 0 0,-3 0-1 0 0,-2 56 1 0 0,-8-276-569 0 0,0-1 130 0 0,6 165-40 0 0,0 0 0 0 0,0 0 0 0 0,0 0 0 0 0,1 0 0 0 0,0 0-1 0 0,0 0 1 0 0,0 0 0 0 0,0 0 0 0 0,0 0 0 0 0,1 0 0 0 0,-1 1 0 0 0,1-1 0 0 0,0 1-1 0 0,1-1 1 0 0,-1 1 0 0 0,0 0 0 0 0,1 0 0 0 0,3-3 0 0 0,-1 1 11 0 0,1 1 1 0 0,1 0 0 0 0,-1 1-1 0 0,0-1 1 0 0,1 1-1 0 0,0 0 1 0 0,0 1 0 0 0,-1 0-1 0 0,10-2 1 0 0,4-1 21 0 0,1 1-1 0 0,37-2 1 0 0,-49 6-35 0 0,0 0 1 0 0,0 0-1 0 0,0 1 1 0 0,0 0-1 0 0,0 1 1 0 0,0-1-1 0 0,-1 2 1 0 0,1-1-1 0 0,8 5 1 0 0,-11-4 25 0 0,0 1 1 0 0,0 0-1 0 0,-1 0 0 0 0,0 1 0 0 0,0 0 1 0 0,0-1-1 0 0,0 2 0 0 0,-1-1 0 0 0,0 0 1 0 0,0 1-1 0 0,0 0 0 0 0,-1 0 0 0 0,1 0 1 0 0,-2 0-1 0 0,1 1 0 0 0,-1-1 1 0 0,0 1-1 0 0,0-1 0 0 0,0 1 0 0 0,0 11 1 0 0,1 12 130 0 0,-2 0 0 0 0,-1 0 1 0 0,-4 41-1 0 0,2-45-126 0 0,-20 141-1303 0 0,21-162 896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5:16.9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65 43 19268 0 0,'0'0'731'0'0,"-2"3"-448"0"0,-3 12 129 0 0,1-1 1 0 0,0 2-1 0 0,-3 27 1 0 0,-3 10 260 0 0,2-7-374 0 0,1 0 0 0 0,2 1 0 0 0,2 51 0 0 0,-7-52-471 0 0,11-52 106 0 0,0 0 0 0 0,0 0 0 0 0,1 0 0 0 0,3-8 1 0 0,3-16-83 0 0,33-161-70 0 0,-34 166 280 0 0,1 2-1 0 0,2-1 0 0 0,0 1 1 0 0,1 0-1 0 0,25-36 0 0 0,-33 56-18 0 0,-1-1-1 0 0,1 1 0 0 0,0 0 1 0 0,0 0-1 0 0,0 1 0 0 0,0-1 1 0 0,0 1-1 0 0,6-4 0 0 0,-8 6-15 0 0,0-1 1 0 0,1 0-1 0 0,-1 1 0 0 0,0-1 0 0 0,0 1 0 0 0,1 0 0 0 0,-1-1 1 0 0,0 1-1 0 0,0 0 0 0 0,1 0 0 0 0,-1 0 0 0 0,0 0 0 0 0,1 0 0 0 0,-1 0 1 0 0,0 0-1 0 0,0 0 0 0 0,1 1 0 0 0,-1-1 0 0 0,0 0 0 0 0,0 1 0 0 0,1-1 1 0 0,-1 1-1 0 0,0-1 0 0 0,0 1 0 0 0,0 0 0 0 0,0-1 0 0 0,0 1 0 0 0,2 2 1 0 0,5 6 109 0 0,0 1 0 0 0,0 1 0 0 0,-1-1 0 0 0,0 1 1 0 0,-1 0-1 0 0,-1 1 0 0 0,1-1 0 0 0,-2 1 0 0 0,0 0 1 0 0,3 13-1 0 0,3 23 113 0 0,6 62 0 0 0,-11-63-111 0 0,-3-30-365 0 0,4 26 610 0 0,3-18-3752 0 0,-18-35-2185 0 0,1 4 2628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5:17.3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0 16003 0 0,'-43'2'5078'0'0,"55"5"-3521"0"0,45 2-724 0 0,86 1-1 0 0,-9-16-3737 0 0,-107 4 1583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5:17.6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253 0 20028 0 0,'0'0'612'0'0,"-3"3"-296"0"0,-1 2-69 0 0,1 1 0 0 0,-1 0 0 0 0,1 1-1 0 0,-4 11 1 0 0,-9 17 672 0 0,-22 40 34 0 0,25-47-846 0 0,-2-1 1 0 0,-19 30-1 0 0,26-46-237 0 0,-16 21-142 0 0,23-30 98 0 0,0-1 0 0 0,-1 1 0 0 0,1-1 0 0 0,0 0-1 0 0,-1 0 1 0 0,0 0 0 0 0,1 0 0 0 0,-1 0 0 0 0,0 0 0 0 0,1 0 0 0 0,-1 0-1 0 0,0 0 1 0 0,0-1 0 0 0,0 1 0 0 0,1-1 0 0 0,-4 1 0 0 0,4-1 65 0 0,1 0 0 0 0,-1 0 0 0 0,1 0 1 0 0,0 0-1 0 0,-1-1 0 0 0,1 1 0 0 0,-1 0 0 0 0,1 0 0 0 0,-1 0 1 0 0,1 0-1 0 0,0-1 0 0 0,-1 1 0 0 0,1 0 0 0 0,-1 0 0 0 0,1-1 1 0 0,0 1-1 0 0,-1 0 0 0 0,1-1 0 0 0,0 1 0 0 0,-1 0 1 0 0,1-1-1 0 0,0 1 0 0 0,0-1 0 0 0,-1 0 0 0 0,-2-5-1668 0 0</inkml:trace>
  <inkml:trace contextRef="#ctx0" brushRef="#br0" timeOffset="1">1 25 14395 0 0,'-1'-5'4165'0'0,"9"6"-2874"0"0,8 8-299 0 0,-1 5-257 0 0,-2 0 1 0 0,0 1-1 0 0,0 0 0 0 0,-2 1 1 0 0,0 1-1 0 0,15 30 0 0 0,-17-29-843 0 0,1 0 0 0 0,1-1 0 0 0,0-1 0 0 0,1 0 0 0 0,0 0-1 0 0,28 25 1 0 0,-27-31-786 0 0,-3-3-832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5:29.6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1 14339 0 0,'-2'6'228'0'0,"1"0"1"0"0,0 1-1 0 0,0-1 0 0 0,0 1 0 0 0,1-1 0 0 0,-1 1 1 0 0,2-1-1 0 0,-1 1 0 0 0,3 12 0 0 0,0 9 529 0 0,-3 382 4669 0 0,-3-344-5149 0 0,3-66-309 0 0,-5-15-1398 0 0,-3-44-2977 0 0,2 37 2750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5:30.1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328 146 9826 0 0,'0'-3'204'0'0,"1"0"0"0"0,-1 0 1 0 0,1 0-1 0 0,0 0 0 0 0,0 1 0 0 0,0-1 0 0 0,0 0 0 0 0,0 0 0 0 0,1 1 0 0 0,-1-1 1 0 0,1 0-1 0 0,0 1 0 0 0,-1-1 0 0 0,1 1 0 0 0,0 0 0 0 0,1 0 0 0 0,-1 0 1 0 0,0 0-1 0 0,1 0 0 0 0,-1 0 0 0 0,1 1 0 0 0,3-3 0 0 0,7-3 340 0 0,1 1-1 0 0,-1 1 0 0 0,19-6 1 0 0,-25 9-370 0 0,38-13 514 0 0,1 3-1 0 0,1 2 1 0 0,0 2 0 0 0,0 2 0 0 0,0 2 0 0 0,56 2-1 0 0,-93 3-626 0 0,-1 0 0 0 0,0 0 0 0 0,0 1 0 0 0,0 0 0 0 0,0 1 1 0 0,16 6-1 0 0,-24-9-48 0 0,1 1 1 0 0,0 0 0 0 0,0 0 0 0 0,-1 0 0 0 0,1 0 0 0 0,0 0-1 0 0,-1 0 1 0 0,1 0 0 0 0,-1 1 0 0 0,0-1 0 0 0,1 1 0 0 0,-1-1-1 0 0,0 1 1 0 0,0-1 0 0 0,0 1 0 0 0,0 0 0 0 0,0-1 0 0 0,0 1-1 0 0,0 0 1 0 0,-1 0 0 0 0,1-1 0 0 0,-1 1 0 0 0,1 0 0 0 0,-1 0-1 0 0,0 0 1 0 0,1 0 0 0 0,-1 0 0 0 0,0 0 0 0 0,0 0 0 0 0,-1 0 0 0 0,1 0-1 0 0,0 0 1 0 0,-1-1 0 0 0,1 1 0 0 0,-1 0 0 0 0,1 0 0 0 0,-1 0-1 0 0,-1 2 1 0 0,-3 4 68 0 0,1-1 1 0 0,-1 1-1 0 0,-1-1 0 0 0,1-1 0 0 0,-1 1 1 0 0,0-1-1 0 0,-1 0 0 0 0,0 0 0 0 0,-13 8 1 0 0,-9 4 182 0 0,-35 16-1 0 0,62-33-250 0 0,-129 59 345 0 0,-56 30-146 0 0,186-89-216 0 0,1-1 0 0 0,-1 0 0 0 0,0 1 0 0 0,0-1 0 0 0,1 0 1 0 0,-1 1-1 0 0,0-1 0 0 0,1 1 0 0 0,-1-1 0 0 0,0 1 0 0 0,1-1 0 0 0,-1 1 0 0 0,1-1 0 0 0,-1 1 1 0 0,1 0-1 0 0,-1-1 0 0 0,1 1 0 0 0,-1 0 0 0 0,1 0 0 0 0,0-1 0 0 0,0 1 0 0 0,-1 0 0 0 0,1 0 1 0 0,0 0-1 0 0,0 0 1 0 0,0 0 1 0 0,1-1 0 0 0,-1 1 0 0 0,1 0 0 0 0,-1-1-1 0 0,1 1 1 0 0,-1-1 0 0 0,1 1 0 0 0,-1-1-1 0 0,1 1 1 0 0,0-1 0 0 0,-1 0 0 0 0,1 1 0 0 0,0-1-1 0 0,-1 0 1 0 0,1 1 0 0 0,0-1 0 0 0,-1 0 0 0 0,1 0-1 0 0,1 1 1 0 0,5 0-2 0 0,1 1 0 0 0,-1-1-1 0 0,14 0 1 0 0,48-1 8 0 0,125 3-1 0 0,-168 0-5 0 0,0 0 0 0 0,-1 1-1 0 0,0 2 1 0 0,0 0 0 0 0,34 15 0 0 0,-52-18-1 0 0,1 1 1 0 0,-1 0-1 0 0,0 0 1 0 0,-1 0-1 0 0,1 1 1 0 0,-1 0-1 0 0,0 1 1 0 0,0-1 0 0 0,0 1-1 0 0,6 10 1 0 0,-9-13 3 0 0,-1 0 0 0 0,0 1 0 0 0,0-1 0 0 0,0 1 0 0 0,-1 0 0 0 0,1 0 0 0 0,-1 0 0 0 0,0-1 0 0 0,0 1 0 0 0,0 0 0 0 0,-1 0 0 0 0,1 1 0 0 0,-1-1 0 0 0,0 0 0 0 0,0 0 0 0 0,-1 0 0 0 0,1 0 0 0 0,-1 0 0 0 0,0 0 0 0 0,0 0 0 0 0,0 0 0 0 0,-3 6 0 0 0,-3 4 12 0 0,-1-1 0 0 0,-1 0-1 0 0,0 0 1 0 0,-1-1 0 0 0,0 0-1 0 0,-1 0 1 0 0,0-1 0 0 0,-1-1-1 0 0,0 0 1 0 0,-21 13 0 0 0,-5 0 61 0 0,0-1 0 0 0,-63 24 0 0 0,8-12 183 0 0,-2-4 0 0 0,-1-4 0 0 0,-1-4 0 0 0,-123 11 0 0 0,216-33-257 0 0,-18 3-4 0 0,0-1 1 0 0,0-1-1 0 0,-27-2 1 0 0,49 1-18 0 0,0 0 1 0 0,0 0-1 0 0,1 0 1 0 0,-1 0-1 0 0,0 0 1 0 0,0 0-1 0 0,0 0 1 0 0,0 0 0 0 0,0 0-1 0 0,0 0 1 0 0,0 0-1 0 0,0-1 1 0 0,0 1-1 0 0,0 0 1 0 0,0 0-1 0 0,0 0 1 0 0,0 0 0 0 0,0 0-1 0 0,0 0 1 0 0,0 0-1 0 0,0 0 1 0 0,0 0-1 0 0,0 0 1 0 0,0 0-1 0 0,0 0 1 0 0,0 0-1 0 0,0 0 1 0 0,0 0 0 0 0,0-1-1 0 0,0 1 1 0 0,0 0-1 0 0,0 0 1 0 0,0 0-1 0 0,0 0 1 0 0,0 0-1 0 0,0 0 1 0 0,0 0 0 0 0,0 0-1 0 0,0 0 1 0 0,0 0-1 0 0,0 0 1 0 0,0 0-1 0 0,0 0 1 0 0,0 0-1 0 0,0-1 1 0 0,0 1 0 0 0,0 0-1 0 0,0 0 1 0 0,0 0-1 0 0,0 0 1 0 0,0 0-1 0 0,0 0 1 0 0,0 0-1 0 0,0 0 1 0 0,0 0-1 0 0,0 0 1 0 0,0 0 0 0 0,0 0-1 0 0,-1 0 1 0 0,1 0-1 0 0,0 0 1 0 0,0 0-1 0 0,0 0 1 0 0,0 0-1 0 0,10-6-759 0 0,14-4-898 0 0,-7 4 326 0 0,2 1-371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5:36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30 11058 0 0,'-38'-23'1523'0'0,"36"22"-932"0"0,-1 0 1 0 0,0 0 0 0 0,0 0 0 0 0,1 0 0 0 0,-1 0 0 0 0,0 1 0 0 0,-5-1 2163 0 0,8 6-1507 0 0,0-2-1105 0 0,1-1 0 0 0,-1 1 0 0 0,1 0 0 0 0,0-1 0 0 0,0 1-1 0 0,0 0 1 0 0,0-1 0 0 0,0 0 0 0 0,1 1 0 0 0,-1-1 0 0 0,1 0 0 0 0,0 1 0 0 0,-1-1 0 0 0,3 2-1 0 0,36 33 1549 0 0,-14-14-1127 0 0,-7-3-279 0 0,0 1-1 0 0,-2 2 1 0 0,0-1-1 0 0,-1 2 1 0 0,-2 0-1 0 0,16 35 1 0 0,-15-22-8 0 0,-1 0 1 0 0,-2 1-1 0 0,13 73 1 0 0,-15-38 56 0 0,2 90 0 0 0,-12 71 332 0 0,0-224-630 0 0,-3 98 289 0 0,-17 119 0 0 0,13-186-262 0 0,-1-1 0 0 0,-2 1 0 0 0,-1-1 0 0 0,-2-1 0 0 0,-2 0 0 0 0,-21 38 0 0 0,27-61-33 0 0,-1 0-1 0 0,-12 14 1 0 0,19-25-24 0 0,-1-1 0 0 0,0 0 0 0 0,0 0 0 0 0,0 0-1 0 0,0 0 1 0 0,-1-1 0 0 0,0 1 0 0 0,1-1 0 0 0,-1 0-1 0 0,-10 3 1 0 0,14-5-36 0 0,-1-18-937 0 0,2 9 502 0 0,1 1 0 0 0,1 0 0 0 0,-1 0 1 0 0,1 0-1 0 0,0 1 0 0 0,1-1 0 0 0,3-7 0 0 0,-1 1-947 0 0,0 1-144 0 0,0 2-348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5:40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85 5817 0 0,'5'-4'738'0'0,"11"-13"851"0"0,-11 6 1175 0 0,-5 11-2424 0 0,0-1 175 0 0,0 0 0 0 0,0-1 239 0 0,0-2 797 0 0,0 4-1439 0 0,0 0-1 0 0,0-1 1 0 0,0 1-1 0 0,-1 0 1 0 0,1 0-1 0 0,0-1 0 0 0,0 1 1 0 0,-1 0-1 0 0,1 0 1 0 0,0 0-1 0 0,0 0 1 0 0,-1-1-1 0 0,1 1 1 0 0,0 0-1 0 0,-1 0 1 0 0,1 0-1 0 0,0 0 1 0 0,0 0-1 0 0,-1 0 1 0 0,1 0-1 0 0,0 0 1 0 0,-1 0-1 0 0,1 0 1 0 0,0 0-1 0 0,-1 0 1 0 0,1 0-1 0 0,0 0 1 0 0,-1 0-1 0 0,-18 2 46 0 0,17-2 78 0 0,-40 4 3123 0 0,77-7-2144 0 0,170-34 1026 0 0,-183 32-2032 0 0,-1 4 336 0 0,-8 0-1385 0 0,-4 0-2581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5:42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324 10 14555 0 0,'0'0'1646'0'0,"21"-7"-469"0"0,211 17 3804 0 0,79-18-2688 0 0,-309 8-2001 0 0,-4-1-285 0 0,1 0 0 0 0,-1 1 0 0 0,1-1 0 0 0,-1 1 0 0 0,1-1 0 0 0,-1 1 0 0 0,1 0 0 0 0,-1 0 0 0 0,1 0 0 0 0,-1-1 0 0 0,1 1 0 0 0,-1 1 0 0 0,1-1 0 0 0,-3 0 0 0 0,2 0-3 0 0,-13 2-10 0 0,1-1-1 0 0,0 2 0 0 0,-25 7 0 0 0,21-5 0 0 0,-57 13-69 0 0,23-6 21 0 0,2 2 0 0 0,-68 28 1 0 0,102-35 54 0 0,1-1-2 0 0,0 1 1 0 0,-14 9-1 0 0,25-14 23 0 0,1 1 0 0 0,0-1 0 0 0,0 1 0 0 0,-1-1 1 0 0,2 1-1 0 0,-1 0 0 0 0,0 0 0 0 0,0 1 0 0 0,1-1 0 0 0,0 0 0 0 0,0 1 0 0 0,0 0 0 0 0,-2 4 0 0 0,3-6 7 0 0,1-1-1 0 0,0 0 0 0 0,-1 0 1 0 0,1 1-1 0 0,0-1 0 0 0,0 0 1 0 0,0 0-1 0 0,0 1 0 0 0,0-1 1 0 0,0 0-1 0 0,0 0 0 0 0,0 1 1 0 0,1-1-1 0 0,-1 0 0 0 0,1 0 1 0 0,-1 1-1 0 0,0-1 0 0 0,1 0 1 0 0,0 0-1 0 0,1 2 1 0 0,-1-1 15 0 0,1 0 1 0 0,0 0 0 0 0,1 0-1 0 0,-1 0 1 0 0,0 0 0 0 0,0 0-1 0 0,1-1 1 0 0,-1 1 0 0 0,4 0-1 0 0,7 4 100 0 0,0-2 0 0 0,1 0 0 0 0,16 3 0 0 0,-17-4-40 0 0,137 30 604 0 0,89 23-52 0 0,-233-54-644 0 0,0 0 0 0 0,0 0 0 0 0,0 1 1 0 0,0 0-1 0 0,-1 0 0 0 0,1 0 0 0 0,-1 0 1 0 0,0 1-1 0 0,6 5 0 0 0,-10-8-5 0 0,0 0 0 0 0,0 0 0 0 0,0 0 0 0 0,0 0 0 0 0,-1 0 0 0 0,1 0 0 0 0,0 1 0 0 0,-1-1 0 0 0,1 0 0 0 0,-1 0 0 0 0,1 1 0 0 0,-1-1 0 0 0,1 0 0 0 0,-1 1-1 0 0,0-1 1 0 0,0 0 0 0 0,0 1 0 0 0,0-1 0 0 0,0 2 0 0 0,0-1 3 0 0,-1 0-1 0 0,0 0 1 0 0,1-1-1 0 0,-1 1 1 0 0,0 0-1 0 0,0-1 1 0 0,0 1-1 0 0,-1 0 0 0 0,1-1 1 0 0,0 1-1 0 0,0-1 1 0 0,-1 0-1 0 0,1 1 1 0 0,-1-1-1 0 0,0 0 1 0 0,1 0-1 0 0,-4 1 1 0 0,-22 14 36 0 0,-46 17 0 0 0,43-20-9 0 0,-36 20-1 0 0,-1 9-24 0 0,-111 92 1 0 0,62-44 28 0 0,-190 113 0 0 0,303-202-41 0 0,0 1 1 0 0,0 0 0 0 0,1 0-1 0 0,-1 0 1 0 0,1 0 0 0 0,-1 0-1 0 0,1 1 1 0 0,0-1-1 0 0,0 0 1 0 0,0 1 0 0 0,0 0-1 0 0,0 0 1 0 0,1-1 0 0 0,-1 1-1 0 0,1 0 1 0 0,0 0 0 0 0,-2 6-1 0 0,3-8 4 0 0,1 0 0 0 0,-1 0-1 0 0,1 0 1 0 0,-1 0 0 0 0,0 0 0 0 0,1-1-1 0 0,0 1 1 0 0,-1 0 0 0 0,1 0 0 0 0,-1 0 0 0 0,1 0-1 0 0,0 0 1 0 0,0-1 0 0 0,-1 1 0 0 0,1 0-1 0 0,0-1 1 0 0,0 1 0 0 0,0-1 0 0 0,0 1-1 0 0,0-1 1 0 0,1 1 0 0 0,22 10 99 0 0,1-6-9 0 0,-1-1 1 0 0,1-1-1 0 0,0-1 1 0 0,30-2 0 0 0,103-13 310 0 0,-57 3-131 0 0,343-1 556 0 0,-443 11-672 0 0,-1 1-240 0 0,-1 0 69 0 0,1 0 0 0 0,-1-1 1 0 0,1 1-1 0 0,-1 0 0 0 0,0 0 1 0 0,1 0-1 0 0,-1-1 0 0 0,0 1 1 0 0,1 0-1 0 0,-1-1 0 0 0,0 1 0 0 0,0 0 1 0 0,1-1-1 0 0,-1 1 0 0 0,0-1 1 0 0,0 1-1 0 0,0-1 0 0 0,0 0 0 0 0,0 1 1 0 0,0-1-1 0 0,0 0 0 0 0,0 0 1 0 0,0 1-1 0 0,0-1 0 0 0,-1 0 1 0 0,-6 2-335 0 0,-1 2 275 0 0,6-2 32 0 0,0-1 0 0 0,1 0 1 0 0,-1 0-1 0 0,0 0 0 0 0,0 0 0 0 0,-1 0 0 0 0,1-1 0 0 0,0 0 1 0 0,-6 1-1 0 0,1-2-724 0 0,-1 0 0 0 0,1 0 0 0 0,-1-1 0 0 0,-14-4 0 0 0,12 2-1077 0 0,-1 2-1014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5:43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504 15 8026 0 0,'-14'-1'-96'0'0,"2"0"4424"0"0,31 4 1650 0 0,3 0-5524 0 0,-1-1 1 0 0,0 0 0 0 0,0-2-1 0 0,1-1 1 0 0,24-4-1 0 0,23 0 286 0 0,73 7 427 0 0,-89 0-879 0 0,0-1 0 0 0,94-13 0 0 0,-130 10-301 0 0,-4-1 390 0 0,-28 4-136 0 0,-166 25-167 0 0,90-11-98 0 0,-157 6-70 0 0,156-16 84 0 0,6-5 34 0 0,85 0-8 0 0,0 0-14 0 0,-1 0 0 0 0,1 0 0 0 0,-1 0 0 0 0,0 0 0 0 0,1 0 0 0 0,-1 0 0 0 0,0 0 0 0 0,1 1 0 0 0,-1-1 0 0 0,0 0 0 0 0,-2 2 0 0 0,-57 24 288 0 0,61-26-275 0 0,0 0 1 0 0,0 1 0 0 0,-1-1 0 0 0,1 0 0 0 0,0 1-1 0 0,0-1 1 0 0,0 0 0 0 0,0 1 0 0 0,0-1 0 0 0,0 0-1 0 0,0 1 1 0 0,0-1 0 0 0,0 0 0 0 0,0 1 0 0 0,0-1-1 0 0,0 0 1 0 0,0 1 0 0 0,0-1 0 0 0,0 0 0 0 0,0 1-1 0 0,0-1 1 0 0,1 0 0 0 0,-1 1 0 0 0,0-1 0 0 0,0 0-1 0 0,0 0 1 0 0,0 1 0 0 0,1-1 0 0 0,-1 0-1 0 0,0 1 1 0 0,0-1 0 0 0,1 0 0 0 0,-1 0 0 0 0,0 0-1 0 0,0 1 1 0 0,1-1 0 0 0,11 12 279 0 0,-10-10-181 0 0,64 62 402 0 0,-37-40-306 0 0,1-1-1 0 0,1-2 0 0 0,1-1 1 0 0,66 30-1 0 0,-47-26-134 0 0,-28-13-15 0 0,0 0-1 0 0,0-2 1 0 0,43 12 0 0 0,-66-21-56 0 0,1 0 1 0 0,0 0 0 0 0,0 0 0 0 0,-1 0 0 0 0,1 0 0 0 0,0 0 0 0 0,-1 0 0 0 0,1 1-1 0 0,-1-1 1 0 0,1 0 0 0 0,0 0 0 0 0,-1 1 0 0 0,1-1 0 0 0,-1 0 0 0 0,1 1 0 0 0,0-1-1 0 0,-1 1 1 0 0,1-1 0 0 0,-1 0 0 0 0,0 1 0 0 0,1-1 0 0 0,-1 1 0 0 0,1 0 0 0 0,-7 17 48 0 0,6-18-53 0 0,-7 14 10 0 0,4-7-8 0 0,-1 0-1 0 0,0 0 1 0 0,0 0 0 0 0,-1 0-1 0 0,-7 8 1 0 0,9-12 0 0 0,-6 7 6 0 0,0-1 1 0 0,-1 0-1 0 0,-15 11 1 0 0,13-11-4 0 0,0 2 0 0 0,-14 13 0 0 0,-28 32 9 0 0,-105 83 0 0 0,95-87-10 0 0,19-19 7 0 0,0-2 0 0 0,-70 35-1 0 0,99-57-9 0 0,-14 7 2 0 0,-9 5 7 0 0,-60 42 0 0 0,96-61-13 0 0,0 1 1 0 0,0-1-1 0 0,0 1 1 0 0,1 0-1 0 0,-1 0 1 0 0,1 0-1 0 0,0 0 0 0 0,0 0 1 0 0,0 0-1 0 0,0 1 1 0 0,0-1-1 0 0,-1 6 1 0 0,2-8-12 0 0,6 1-8 0 0,-2-1 25 0 0,0 1 0 0 0,0-1 0 0 0,0 0 1 0 0,0-1-1 0 0,0 1 0 0 0,0-1 1 0 0,1 1-1 0 0,-1-1 0 0 0,0 0 0 0 0,0 0 1 0 0,1 0-1 0 0,-1-1 0 0 0,3 0 1 0 0,51-13 36 0 0,-21 5-33 0 0,30-5 3 0 0,122-8-1 0 0,-144 21 0 0 0,0 1 0 0 0,0 3 0 0 0,80 14 0 0 0,-68-9 26 0 0,-1-3 0 0 0,96-1 0 0 0,-117-4-11 0 0,-33 0 0 0 0,34-2-6320 0 0,-25 0 3726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5:04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34 13971 0 0,'-14'-1'7118'0'0,"14"-1"-6516"0"0,0 1-491 0 0,1-1 0 0 0,-1 1 0 0 0,0 0-1 0 0,1-1 1 0 0,-1 1 0 0 0,1 0 0 0 0,-1-1 0 0 0,1 1-1 0 0,0 0 1 0 0,0 0 0 0 0,-1 0 0 0 0,1 0 0 0 0,0 0-1 0 0,0 0 1 0 0,0 0 0 0 0,0 0 0 0 0,0 0 0 0 0,0 0-1 0 0,1 0 1 0 0,-1 0 0 0 0,0 1 0 0 0,0-1-1 0 0,0 0 1 0 0,1 1 0 0 0,-1-1 0 0 0,0 1 0 0 0,1 0-1 0 0,-1-1 1 0 0,1 1 0 0 0,-1 0 0 0 0,0 0 0 0 0,3 0-1 0 0,7-1 128 0 0,1 0-1 0 0,23 2 1 0 0,-20-1-15 0 0,0 1-160 0 0,0 1 0 0 0,0 0 0 0 0,-1 1 0 0 0,18 6 0 0 0,-19-5-73 0 0,-1 0-1 0 0,1-1 1 0 0,-1-1-1 0 0,1 0 0 0 0,0-1 1 0 0,20 0-1 0 0,-27-2-432 0 0,-1 0-1 0 0,1 0 0 0 0,0-1 0 0 0,-1 0 1 0 0,1 0-1 0 0,-1 0 0 0 0,0-1 0 0 0,0 0 1 0 0,0 0-1 0 0,8-6 0 0 0,-11 5-393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5:05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35 6961 0 0,'-4'-5'6701'0'0,"10"-5"-4183"0"0,-4 9-2411 0 0,0-1 0 0 0,0 1 0 0 0,0 0 0 0 0,0 0 0 0 0,0 0 0 0 0,0 0 0 0 0,0 0 1 0 0,3-1-1 0 0,29-2 1340 0 0,-1 1 1 0 0,1 2-1 0 0,43 3 1 0 0,-56-1-1164 0 0,192 20 350 0 0,-194-16-785 0 0,5 0-2955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5:53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2303 361 5641 0 0,'2'-12'828'0'0,"0"-1"-83"0"0,-3 1-536 0 0,-4-13-64 0 0,5 15 81 0 0,3-1 152 0 0,0-1-68 0 0,-3 7-192 0 0,-1 0 1 0 0,1 0-1 0 0,-1-1 0 0 0,0 1 1 0 0,0 0-1 0 0,0 0 0 0 0,-1 0 1 0 0,0 0-1 0 0,0 0 0 0 0,0 0 1 0 0,0 1-1 0 0,-1-1 0 0 0,0 1 1 0 0,0-1-1 0 0,0 1 0 0 0,0 0 1 0 0,-1 0-1 0 0,-7-6 0 0 0,-3 0-44 0 0,-1 0-1 0 0,0 1 0 0 0,-1 0 0 0 0,-21-8 0 0 0,11 5-57 0 0,-16-7 202 0 0,-1 2 1 0 0,0 2 0 0 0,-1 1-1 0 0,0 3 1 0 0,-1 2-1 0 0,0 1 1 0 0,-1 3 0 0 0,0 2-1 0 0,0 1 1 0 0,1 3-1 0 0,-47 6 1 0 0,-217 39-34 0 0,245-29-61 0 0,1 2 0 0 0,0 3-1 0 0,1 2 1 0 0,2 4 0 0 0,1 1-1 0 0,1 4 1 0 0,-71 52 0 0 0,117-76-106 0 0,-136 102 271 0 0,116-85-100 0 0,1 2 0 0 0,-38 46 1 0 0,25-22 89 0 0,1-2 106 0 0,-45 69 0 0 0,48-54-173 0 0,-40 90 0 0 0,62-114-126 0 0,2 0 0 0 0,2 2 0 0 0,-15 70 0 0 0,5 98 337 0 0,22-174-335 0 0,1 0-1 0 0,2 0 1 0 0,2-1-1 0 0,1 1 1 0 0,9 37 0 0 0,-4-41 14 0 0,3 0 1 0 0,0-1 0 0 0,2 0-1 0 0,1-1 1 0 0,2-1 0 0 0,1 0-1 0 0,1-1 1 0 0,2-1 0 0 0,0-1 0 0 0,2-1-1 0 0,1-1 1 0 0,33 26 0 0 0,-21-25-16 0 0,1-1 0 0 0,1-2 0 0 0,58 26 0 0 0,-25-16-7 0 0,0-4 0 0 0,2-3 0 0 0,1-3 1 0 0,1-3-1 0 0,1-4 0 0 0,0-3 0 0 0,1-3 1 0 0,0-4-1 0 0,0-3 0 0 0,1-3 0 0 0,120-17 1 0 0,232-69 198 0 0,-339 66-205 0 0,-52 9-53 0 0,-1-1 0 0 0,-1-2 1 0 0,0-1-1 0 0,0-2 0 0 0,-2-2 0 0 0,0-1 0 0 0,-1-2 1 0 0,-1-1-1 0 0,32-30 0 0 0,-14 4 2 0 0,69-83 1 0 0,31-68-52 0 0,-100 124-1 0 0,-4-2 0 0 0,45-103 0 0 0,-70 132 29 0 0,-2-1-1 0 0,-3-1 1 0 0,-1-1-1 0 0,-3 0 1 0 0,-2-1 0 0 0,6-80-1 0 0,-16 119-9 0 0,-1-1 0 0 0,-1 1-1 0 0,0-1 1 0 0,-1 1 0 0 0,-1 0-1 0 0,0 0 1 0 0,-1 0 0 0 0,0 0-1 0 0,-1 1 1 0 0,-8-16 0 0 0,8 20-250 0 0,0 1 1 0 0,0-1-1 0 0,-1 1 0 0 0,0 1 1 0 0,0-1-1 0 0,-1 1 1 0 0,0 0-1 0 0,0 0 1 0 0,-1 1-1 0 0,0 0 1 0 0,0 1-1 0 0,0-1 1 0 0,-1 2-1 0 0,0-1 1 0 0,-16-5-1 0 0,-3 2-1738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6:20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289 237 14971 0 0,'0'0'6'0'0,"15"-41"3384"0"0,-14 39-3222 0 0,0-1 1 0 0,0 1-1 0 0,1 0 1 0 0,-1-1-1 0 0,1 1 1 0 0,0 0-1 0 0,-1 0 1 0 0,1 0-1 0 0,0 0 1 0 0,0 1-1 0 0,1-1 1 0 0,-1 0-1 0 0,4-1 1 0 0,-6 2-161 0 0,4-1 55 0 0,-4-2-16 0 0,-1 1-38 0 0,-2-9 191 0 0,2 16 5 0 0,-1 5-53 0 0,0-1-60 0 0,0-1 0 0 0,0 1 0 0 0,-1 0 0 0 0,0-1 0 0 0,-1 0 0 0 0,-5 9 0 0 0,-7 15 109 0 0,-5 24 59 0 0,-24 94-1 0 0,0 62 27 0 0,42-195-262 0 0,-6 32 56 0 0,-2 0 1 0 0,-2-1-1 0 0,-3-1 1 0 0,-23 50-1 0 0,14-54 48 0 0,23-39-103 0 0,0-1 0 0 0,0 1 1 0 0,0-1-1 0 0,-1 1 1 0 0,1-1-1 0 0,-1 0 0 0 0,0 0 1 0 0,1 0-1 0 0,-1 0 1 0 0,0 0-1 0 0,-6 2 0 0 0,9-4-16 0 0,-1 0-1 0 0,0 0 1 0 0,0 0-1 0 0,0 0 0 0 0,0 0 1 0 0,1-1-1 0 0,-1 1 1 0 0,0 0-1 0 0,0 0 0 0 0,0-1 1 0 0,1 1-1 0 0,-1 0 1 0 0,0-1-1 0 0,0 1 0 0 0,1-1 1 0 0,-1 1-1 0 0,0-1 0 0 0,1 1 1 0 0,-1-1-1 0 0,1 0 1 0 0,-1 1-1 0 0,0-1 0 0 0,1 0 1 0 0,0 1-1 0 0,-1-1 1 0 0,1 0-1 0 0,-1 0 0 0 0,1 1 1 0 0,0-1-1 0 0,-1 0 1 0 0,1 0-1 0 0,0 0 0 0 0,0 1 1 0 0,0-1-1 0 0,0 0 0 0 0,0 0 1 0 0,0-1-1 0 0,-4-35 114 0 0,4 37-118 0 0,0-35 15 0 0,1 1 0 0 0,10-51 1 0 0,21-70 20 0 0,-14 74 24 0 0,-5 18 15 0 0,3 1-1 0 0,3 0 1 0 0,31-69 0 0 0,-39 107 3 0 0,1 1-1 0 0,1 0 1 0 0,1 0 0 0 0,1 1 0 0 0,1 1 0 0 0,0 1 0 0 0,2 0 0 0 0,0 1-1 0 0,2 1 1 0 0,33-25 0 0 0,-51 42-66 0 0,0-1 0 0 0,1 1 0 0 0,-1-1 0 0 0,0 1-1 0 0,1 0 1 0 0,-1 0 0 0 0,1 0 0 0 0,-1 0 0 0 0,1 1 0 0 0,-1-1 0 0 0,1 1-1 0 0,0-1 1 0 0,-1 1 0 0 0,1 0 0 0 0,-1 0 0 0 0,1 0 0 0 0,0 0-1 0 0,-1 0 1 0 0,1 1 0 0 0,0-1 0 0 0,-1 1 0 0 0,1 0 0 0 0,-1 0 0 0 0,1 0-1 0 0,-1 0 1 0 0,1 0 0 0 0,-1 0 0 0 0,0 1 0 0 0,0-1 0 0 0,0 1 0 0 0,0 0-1 0 0,0-1 1 0 0,0 1 0 0 0,0 0 0 0 0,0 0 0 0 0,-1 0 0 0 0,1 0 0 0 0,1 3-1 0 0,6 10 59 0 0,0 0 0 0 0,-1 0 0 0 0,-1 1 0 0 0,9 28 0 0 0,-12-30-38 0 0,115 368 604 0 0,-53-158-486 0 0,-60-205-189 0 0,-2-10-193 0 0,-1 0-1 0 0,-1 0 0 0 0,1 0 1 0 0,1 18-1 0 0,-4-26-443 0 0,-13-6-4688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6:21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5 226 20924 0 0,'0'0'44'0'0,"0"0"0"0"0,0 0-1 0 0,0 0 1 0 0,0 0-1 0 0,0 0 1 0 0,-1 0-1 0 0,1 0 1 0 0,0 0-1 0 0,0 0 1 0 0,0 0 0 0 0,0 0-1 0 0,0 0 1 0 0,-1 0-1 0 0,1 0 1 0 0,0 0-1 0 0,0 0 1 0 0,0 0-1 0 0,0 0 1 0 0,0 0-1 0 0,-1-1 1 0 0,1 1 0 0 0,0 0-1 0 0,0 0 1 0 0,0 0-1 0 0,0 0 1 0 0,0 0-1 0 0,0 0 1 0 0,0 0-1 0 0,0 0 1 0 0,-1-1 0 0 0,1 1-1 0 0,0 0 1 0 0,0 0-1 0 0,0 0 1 0 0,0 0-1 0 0,0 0 1 0 0,0-1-1 0 0,0 1 1 0 0,0 0-1 0 0,0 0 1 0 0,0 0 0 0 0,0 0-1 0 0,0 0 1 0 0,0-1-1 0 0,0 1 1 0 0,0 0-1 0 0,8-4 541 0 0,14-2-470 0 0,5 5 86 0 0,1 0 0 0 0,-1 2 0 0 0,0 1 1 0 0,0 1-1 0 0,30 8 0 0 0,-25-4-106 0 0,0 2 1 0 0,-1 2 0 0 0,0 1-1 0 0,-1 1 1 0 0,0 2-1 0 0,54 35 1 0 0,-53-24-52 0 0,-1 0-1 0 0,0 2 1 0 0,-2 2-1 0 0,-2 0 1 0 0,-1 1-1 0 0,26 43 1 0 0,-33-41 106 0 0,-17-31 183 0 0,-1-22 8 0 0,20-188-74 0 0,-14 175-279 0 0,1-1-1 0 0,1 1 1 0 0,2 1-1 0 0,16-35 1 0 0,-24 60 3 0 0,1 1 1 0 0,0 1-1 0 0,1-1 1 0 0,0 0 0 0 0,0 1-1 0 0,0 0 1 0 0,0 0-1 0 0,1 0 1 0 0,0 0-1 0 0,0 1 1 0 0,0 0-1 0 0,7-4 1 0 0,-8 5 2 0 0,0 1-1 0 0,0 1 0 0 0,0-1 1 0 0,0 1-1 0 0,1-1 1 0 0,-1 1-1 0 0,0 0 1 0 0,1 1-1 0 0,-1-1 1 0 0,1 1-1 0 0,-1 0 1 0 0,1 0-1 0 0,-1 0 1 0 0,1 1-1 0 0,-1-1 1 0 0,1 1-1 0 0,-1 0 1 0 0,8 3-1 0 0,45 20-15 0 0,-40-15 40 0 0,1-2 1 0 0,0 0-1 0 0,0-1 0 0 0,37 8 1 0 0,-49-14-23 0 0,-1 1-1 0 0,1-1 1 0 0,-1 0 0 0 0,1 0 0 0 0,0-1-1 0 0,-1 0 1 0 0,1 0 0 0 0,-1 0 0 0 0,0-1-1 0 0,1 1 1 0 0,-1-1 0 0 0,0-1 0 0 0,0 1-1 0 0,0-1 1 0 0,0 1 0 0 0,0-2 0 0 0,-1 1-1 0 0,0 0 1 0 0,1-1 0 0 0,-1 0 0 0 0,6-7-1 0 0,-6 5-6 0 0,0 1 0 0 0,0-1 0 0 0,-1 0 0 0 0,0 0 0 0 0,0 0 0 0 0,0 0-1 0 0,-1-1 1 0 0,0 1 0 0 0,1-8 0 0 0,-2 11 11 0 0,0 1 0 0 0,-1-1 1 0 0,1 0-1 0 0,-1 1 0 0 0,0-1 0 0 0,0 1 0 0 0,0-1 0 0 0,0 0 1 0 0,0 1-1 0 0,-1-1 0 0 0,1 1 0 0 0,-1-1 0 0 0,0 0 0 0 0,1 1 0 0 0,-1-1 1 0 0,0 1-1 0 0,-1 0 0 0 0,1-1 0 0 0,0 1 0 0 0,-1 0 0 0 0,1 0 1 0 0,-1 0-1 0 0,0 0 0 0 0,1 0 0 0 0,-1 0 0 0 0,-3-2 0 0 0,3 4-1 0 0,0-1-1 0 0,0 0 1 0 0,0 1-1 0 0,0-1 1 0 0,-1 1-1 0 0,1 0 1 0 0,0-1-1 0 0,0 1 1 0 0,-1 0-1 0 0,1 1 1 0 0,0-1-1 0 0,0 0 0 0 0,-1 1 1 0 0,1-1-1 0 0,0 1 1 0 0,0-1-1 0 0,0 1 1 0 0,0 0-1 0 0,0 0 1 0 0,-3 2-1 0 0,-39 25 56 0 0,25-13 60 0 0,0 2 0 0 0,2 1 0 0 0,-1 0 0 0 0,2 1 0 0 0,-27 40 0 0 0,12-8 239 0 0,-33 73 0 0 0,57-110-317 0 0,1 1 1 0 0,0 0-1 0 0,0 1 0 0 0,2 0 1 0 0,0-1-1 0 0,1 1 0 0 0,0 1 1 0 0,2-1-1 0 0,-1 18 0 0 0,2-32-38 0 0,0 1 1 0 0,1 0-1 0 0,-1-1 0 0 0,1 1 0 0 0,0 0 0 0 0,-1-1 0 0 0,1 1 0 0 0,0-1 0 0 0,0 1 0 0 0,1-1 0 0 0,-1 0 0 0 0,0 1 0 0 0,1-1 0 0 0,0 0 1 0 0,-1 0-1 0 0,1 0 0 0 0,0 0 0 0 0,0 0 0 0 0,3 2 0 0 0,-2-2-61 0 0,1-1 0 0 0,-1 1 0 0 0,1-1 0 0 0,0 1 0 0 0,-1-1 0 0 0,1 0 0 0 0,0 0 0 0 0,0-1 0 0 0,0 1 0 0 0,0-1 0 0 0,7 0 0 0 0,1-1-380 0 0,0 0 0 0 0,0-1 0 0 0,0-1-1 0 0,0 0 1 0 0,-1 0 0 0 0,1-1 0 0 0,15-8 0 0 0,6-6-1263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6:21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529 0 19564 0 0,'-28'5'308'0'0,"1"0"-1"0"0,0 2 1 0 0,0 1 0 0 0,0 1-1 0 0,1 1 1 0 0,1 2-1 0 0,0 0 1 0 0,0 2-1 0 0,1 0 1 0 0,1 2 0 0 0,1 1-1 0 0,0 0 1 0 0,1 2-1 0 0,1 0 1 0 0,0 2-1 0 0,2 0 1 0 0,1 1 0 0 0,0 0-1 0 0,2 2 1 0 0,0 0-1 0 0,-17 40 1 0 0,27-52-206 0 0,1 0 1 0 0,0 1-1 0 0,0 0 1 0 0,2-1-1 0 0,-1 1 1 0 0,2 0-1 0 0,0 0 1 0 0,0 13-1 0 0,1-21-80 0 0,0-1 1 0 0,0 0-1 0 0,1 0 0 0 0,0 0 1 0 0,-1 0-1 0 0,1 0 0 0 0,1 0 1 0 0,-1 0-1 0 0,1 0 0 0 0,-1 0 1 0 0,1 0-1 0 0,0-1 0 0 0,0 1 1 0 0,1-1-1 0 0,-1 1 0 0 0,1-1 1 0 0,0 0-1 0 0,0 0 0 0 0,0 0 1 0 0,0-1-1 0 0,0 1 0 0 0,1-1 1 0 0,-1 1-1 0 0,1-1 0 0 0,-1 0 1 0 0,1 0-1 0 0,0-1 0 0 0,7 3 1 0 0,1-1-92 0 0,1-1 1 0 0,-1-1-1 0 0,1 1 1 0 0,0-2-1 0 0,-1 0 1 0 0,1-1 0 0 0,0 0-1 0 0,21-5 1 0 0,8-4-1148 0 0,47-19 0 0 0,-88 29 1183 0 0,50-17-1462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6:22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0 200 17036 0 0,'1'-1'99'0'0,"0"-1"0"0"0,0 1-1 0 0,0-1 1 0 0,1 1 0 0 0,-1-1 0 0 0,0 1 0 0 0,1 0 0 0 0,-1 0 0 0 0,1 0 0 0 0,-1 0 0 0 0,1 0 0 0 0,0 0 0 0 0,-1 0 0 0 0,1 0 0 0 0,2 0 0 0 0,31-10 925 0 0,-30 9-840 0 0,78-20 1949 0 0,106-14-1 0 0,89 4-944 0 0,-262 31-1120 0 0,635-21 1092 0 0,-402 21-830 0 0,-159 0-220 0 0,149-7 204 0 0,-194-3-214 0 0,-46 6-463 0 0,-1 3 99 0 0,1 0 1 0 0,-1-1-1 0 0,0 1 0 0 0,0 0 1 0 0,0 0-1 0 0,0 0 0 0 0,0 1 1 0 0,-1-1-1 0 0,1 0 0 0 0,0 1 1 0 0,-1-1-1 0 0,1 1 0 0 0,-6-2 1 0 0,3 1-1872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6:22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456 114 14355 0 0,'-4'-4'139'0'0,"-9"-12"790"0"0,-1 1 0 0 0,-1 1-1 0 0,-29-23 1 0 0,38 33-748 0 0,0 1 0 0 0,0 0 0 0 0,0 0 0 0 0,0 0 0 0 0,-1 1 0 0 0,1-1 0 0 0,-1 2 0 0 0,1-1 0 0 0,-1 1 1 0 0,0 0-1 0 0,0 0 0 0 0,0 1 0 0 0,1 0 0 0 0,-1 0 0 0 0,-10 2 0 0 0,8-1-28 0 0,-1 1-1 0 0,0 1 1 0 0,1 0 0 0 0,-1 0 0 0 0,1 1 0 0 0,0 0-1 0 0,0 1 1 0 0,1 0 0 0 0,-1 0 0 0 0,-8 8 0 0 0,6-4-14 0 0,0 1 0 0 0,1 0 0 0 0,0 1 0 0 0,1 0 1 0 0,0 1-1 0 0,-11 18 0 0 0,11-12-76 0 0,0 0 0 0 0,0 1 0 0 0,2 0 0 0 0,1 0 0 0 0,0 0 0 0 0,1 1 0 0 0,1 0 0 0 0,1 0 0 0 0,1 0 1 0 0,0 24-1 0 0,2-37-47 0 0,0-1 0 0 0,0 1 0 0 0,1 0 0 0 0,0-1 1 0 0,0 1-1 0 0,1-1 0 0 0,0 0 0 0 0,0 1 0 0 0,0-1 1 0 0,1 0-1 0 0,0 0 0 0 0,0 0 0 0 0,1-1 0 0 0,-1 1 0 0 0,1-1 1 0 0,1 0-1 0 0,-1 0 0 0 0,1 0 0 0 0,-1 0 0 0 0,1-1 1 0 0,0 0-1 0 0,1 0 0 0 0,-1 0 0 0 0,1-1 0 0 0,0 0 1 0 0,0 0-1 0 0,0 0 0 0 0,0-1 0 0 0,0 0 0 0 0,1 0 1 0 0,-1 0-1 0 0,1-1 0 0 0,-1 0 0 0 0,13 0 0 0 0,-3-1 15 0 0,0-1-1 0 0,-1 0 0 0 0,1-1 0 0 0,-1-1 1 0 0,1 0-1 0 0,-1-2 0 0 0,0 1 0 0 0,-1-2 1 0 0,1 0-1 0 0,-1-1 0 0 0,0 0 1 0 0,-1-1-1 0 0,1 0 0 0 0,19-18 0 0 0,-17 13-2 0 0,-1-1 0 0 0,0 0-1 0 0,-1-2 1 0 0,-1 1 0 0 0,0-2 0 0 0,-1 1-1 0 0,-1-2 1 0 0,-1 1 0 0 0,0-2-1 0 0,11-32 1 0 0,-16 38 5 0 0,-2 0-1 0 0,1 0 1 0 0,-2-1-1 0 0,0 1 0 0 0,0-1 1 0 0,-2 0-1 0 0,1 1 1 0 0,-4-25-1 0 0,3 38-31 0 0,0-1 0 0 0,0 1 0 0 0,0 0 0 0 0,0-1 0 0 0,0 1 0 0 0,0 0 0 0 0,0-1 0 0 0,0 1-1 0 0,0-1 1 0 0,0 1 0 0 0,0 0 0 0 0,0-1 0 0 0,-1 1 0 0 0,1-1 0 0 0,0 1 0 0 0,0 0 0 0 0,0-1 0 0 0,0 1 0 0 0,-1 0 0 0 0,1 0 0 0 0,0-1-1 0 0,0 1 1 0 0,-1 0 0 0 0,1-1 0 0 0,0 1 0 0 0,-1 0 0 0 0,1 0 0 0 0,0 0 0 0 0,-1-1 0 0 0,1 1 0 0 0,0 0 0 0 0,-1 0 0 0 0,-8 9 1 0 0,-2 20-5 0 0,6-3 45 0 0,1 0 1 0 0,2 0-1 0 0,0 44 0 0 0,13 79 200 0 0,-6-103-175 0 0,1 14 16 0 0,10 155 134 0 0,-15-168-145 0 0,-1 0-1 0 0,-12 72 1 0 0,11-110-48 0 0,-1 1-1 0 0,0-1 0 0 0,-1 0 1 0 0,0 0-1 0 0,0 0 1 0 0,-1 0-1 0 0,0 0 1 0 0,-1-1-1 0 0,0 0 0 0 0,-6 9 1 0 0,7-13-4 0 0,0 0 0 0 0,0 0 0 0 0,-1 0 0 0 0,1 0 0 0 0,-1-1 0 0 0,0 0 0 0 0,0 0 0 0 0,0 0 0 0 0,0-1 0 0 0,0 0 0 0 0,0 1 0 0 0,-1-2 1 0 0,1 1-1 0 0,-1-1 0 0 0,0 0 0 0 0,1 0 0 0 0,-1 0 0 0 0,-6-1 0 0 0,-4 0-67 0 0,0-2 1 0 0,0 1-1 0 0,0-2 0 0 0,0 0 1 0 0,1-1-1 0 0,0 0 0 0 0,-1-2 1 0 0,2 1-1 0 0,-1-2 0 0 0,1 0 0 0 0,0-1 1 0 0,0 0-1 0 0,1-1 0 0 0,0 0 1 0 0,0-1-1 0 0,1-1 0 0 0,1 0 1 0 0,0-1-1 0 0,-18-24 0 0 0,26 31-189 0 0,0 0 1 0 0,1 0-1 0 0,0-1 0 0 0,0 1 0 0 0,1 0 0 0 0,-1-1 0 0 0,1 1 0 0 0,0-1 0 0 0,1 1 0 0 0,-1-1 0 0 0,1 1 0 0 0,0-1 0 0 0,1 1 0 0 0,-1-1 0 0 0,1 0 0 0 0,0 1 0 0 0,0 0 0 0 0,1-1 0 0 0,0 1 1 0 0,0 0-1 0 0,0 0 0 0 0,0 0 0 0 0,1 0 0 0 0,3-5 0 0 0,13-14-1830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6:24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119 160 20724 0 0,'-5'1'52'0'0,"0"0"0"0"0,-1 0-1 0 0,1 0 1 0 0,0 1 0 0 0,0 0-1 0 0,0 0 1 0 0,0 0 0 0 0,1 0-1 0 0,-1 1 1 0 0,1-1 0 0 0,-1 1-1 0 0,1 1 1 0 0,0-1 0 0 0,0 0-1 0 0,-7 9 1 0 0,7-6 39 0 0,0 0-1 0 0,0 0 1 0 0,0 1-1 0 0,1-1 1 0 0,0 1 0 0 0,0 0-1 0 0,1 0 1 0 0,0 0 0 0 0,0 0-1 0 0,-1 11 1 0 0,2-5 7 0 0,0 1 0 0 0,1-1 0 0 0,0 1 0 0 0,1-1 0 0 0,0 0-1 0 0,1 1 1 0 0,1-1 0 0 0,0 0 0 0 0,1 0 0 0 0,0-1 0 0 0,1 1 0 0 0,8 14 0 0 0,-11-25-82 0 0,5 11 47 0 0,0-2 1 0 0,14 17 0 0 0,-19-25-44 0 0,-1-1 0 0 0,1 0 0 0 0,0 0-1 0 0,0-1 1 0 0,0 1 0 0 0,0 0 0 0 0,0-1 0 0 0,0 1 0 0 0,1-1 0 0 0,-1 1 0 0 0,0-1-1 0 0,1 0 1 0 0,-1 0 0 0 0,1 0 0 0 0,-1-1 0 0 0,1 1 0 0 0,0 0 0 0 0,-1-1-1 0 0,1 0 1 0 0,3 1 0 0 0,-5-2-6 0 0,0 1-1 0 0,0-1 1 0 0,0 1 0 0 0,0 0-1 0 0,0-1 1 0 0,0 1-1 0 0,-1-1 1 0 0,1 0-1 0 0,0 1 1 0 0,0-1 0 0 0,-1 0-1 0 0,1 1 1 0 0,0-1-1 0 0,-1 0 1 0 0,1 0-1 0 0,-1 0 1 0 0,1 1-1 0 0,-1-1 1 0 0,1 0 0 0 0,-1 0-1 0 0,0 0 1 0 0,1 0-1 0 0,-1 0 1 0 0,0 0-1 0 0,0-2 1 0 0,3-28 96 0 0,-3 26-93 0 0,15-200 28 0 0,-9 157-71 0 0,2-1 1 0 0,17-53-1 0 0,-22 94 9 0 0,0 0 0 0 0,0 1 0 0 0,1-1 0 0 0,0 1 0 0 0,0 0 0 0 0,1 0 0 0 0,0 1 0 0 0,8-10 0 0 0,-11 14 10 0 0,-1 1 1 0 0,0-1 0 0 0,1 1 0 0 0,-1 0 0 0 0,0-1-1 0 0,1 1 1 0 0,0 0 0 0 0,-1 0 0 0 0,1 0 0 0 0,0 0-1 0 0,0 0 1 0 0,-1 1 0 0 0,1-1 0 0 0,0 0 0 0 0,0 1-1 0 0,0-1 1 0 0,0 1 0 0 0,0 0 0 0 0,0 0 0 0 0,0-1 0 0 0,0 1-1 0 0,0 1 1 0 0,0-1 0 0 0,0 0 0 0 0,0 0 0 0 0,0 1-1 0 0,-1-1 1 0 0,1 1 0 0 0,0 0 0 0 0,0-1 0 0 0,0 1-1 0 0,0 0 1 0 0,-1 0 0 0 0,1 0 0 0 0,0 0 0 0 0,-1 0-1 0 0,1 1 1 0 0,-1-1 0 0 0,3 3 0 0 0,2 3 8 0 0,-1 1 1 0 0,1-1-1 0 0,-1 1 0 0 0,-1 0 1 0 0,0 0-1 0 0,4 10 0 0 0,17 57 58 0 0,-5-13-32 0 0,-20-61-28 0 0,11 27 20 0 0,0 0 0 0 0,2 0 0 0 0,1-1 0 0 0,33 47 0 0 0,-42-68-11 0 0,0 0 1 0 0,1 0 0 0 0,-1-1 0 0 0,1 0 0 0 0,1 0-1 0 0,-1 0 1 0 0,1-1 0 0 0,0 0 0 0 0,-1 0-1 0 0,11 4 1 0 0,-11-6 3 0 0,0-1 0 0 0,1 1 1 0 0,-1-1-1 0 0,1 0 0 0 0,0-1 0 0 0,-1 1 0 0 0,1-1 0 0 0,0-1 0 0 0,-1 1 0 0 0,1-1 0 0 0,-1 0 0 0 0,1-1 1 0 0,12-4-1 0 0,-9 3 2 0 0,-1-2 1 0 0,1 1-1 0 0,-1-2 0 0 0,0 1 1 0 0,-1-1-1 0 0,1 0 1 0 0,-1-1-1 0 0,0 0 0 0 0,0 0 1 0 0,-1-1-1 0 0,0 1 1 0 0,-1-2-1 0 0,9-13 1 0 0,-10 14-1 0 0,0-1 1 0 0,-1 1 0 0 0,0-1-1 0 0,0 0 1 0 0,-1 0 0 0 0,-1 0-1 0 0,1-1 1 0 0,-1 1 0 0 0,-1 0-1 0 0,0-1 1 0 0,0 0-1 0 0,-1 1 1 0 0,0-1 0 0 0,-3-17-1 0 0,2 19 1 0 0,-1 1 0 0 0,0-1 0 0 0,0 1 0 0 0,-1-1 0 0 0,0 1 0 0 0,0 0 0 0 0,-1 0 0 0 0,0 1-1 0 0,0-1 1 0 0,-1 1 0 0 0,0 0 0 0 0,0 0 0 0 0,0 0 0 0 0,0 1 0 0 0,-1-1 0 0 0,0 1 0 0 0,0 1-1 0 0,-1-1 1 0 0,1 1 0 0 0,-1 0 0 0 0,0 1 0 0 0,0 0 0 0 0,0 0 0 0 0,-1 0 0 0 0,1 1 0 0 0,-1 0 0 0 0,1 0-1 0 0,-1 1 1 0 0,0 0 0 0 0,1 0 0 0 0,-1 1 0 0 0,0 0 0 0 0,0 0 0 0 0,1 1 0 0 0,-12 2 0 0 0,0 3-8 0 0,0 1 1 0 0,1 0 0 0 0,0 2-1 0 0,0 0 1 0 0,0 1 0 0 0,1 1-1 0 0,1 0 1 0 0,0 1 0 0 0,0 1-1 0 0,1 0 1 0 0,1 1 0 0 0,0 1-1 0 0,1 0 1 0 0,1 1 0 0 0,1 1-1 0 0,0-1 1 0 0,-13 27 0 0 0,20-32-5 0 0,-1 0 1 0 0,2 0-1 0 0,0 1 1 0 0,0-1-1 0 0,1 1 1 0 0,0-1 0 0 0,1 1-1 0 0,0-1 1 0 0,1 14-1 0 0,0-21-5 0 0,1 0 0 0 0,-1 0 0 0 0,1 0 0 0 0,-1 0 0 0 0,1-1 0 0 0,0 1 0 0 0,1 0 0 0 0,-1-1 0 0 0,1 1 0 0 0,-1 0 0 0 0,1-1 0 0 0,0 0 0 0 0,0 1 0 0 0,1-1 0 0 0,-1 0 0 0 0,1 0 0 0 0,0 0 0 0 0,-1-1 0 0 0,1 1 0 0 0,0-1 0 0 0,1 1 0 0 0,-1-1 0 0 0,0 0 0 0 0,1 0 0 0 0,-1-1 0 0 0,1 1 0 0 0,-1-1 0 0 0,1 1 0 0 0,0-1 0 0 0,5 1 0 0 0,3-1-11 0 0,0 0-1 0 0,0-1 1 0 0,0 0 0 0 0,1-1-1 0 0,-1 0 1 0 0,0-1-1 0 0,0 0 1 0 0,0-1-1 0 0,-1 0 1 0 0,1-1-1 0 0,16-8 1 0 0,-2 0-18 0 0,-2-2 1 0 0,1 0-1 0 0,41-34 0 0 0,-48 33 21 0 0,0-1-1 0 0,-1 0 1 0 0,-1-1-1 0 0,-1-1 1 0 0,24-37-1 0 0,-32 43 21 0 0,0-1 0 0 0,0 0 0 0 0,-1 0 0 0 0,-1 0 0 0 0,-1-1 0 0 0,0 0-1 0 0,0 0 1 0 0,-1 0 0 0 0,-1-1 0 0 0,1-22 0 0 0,-3 35-9 0 0,0 1-1 0 0,0 0 1 0 0,0 0 0 0 0,0-1 0 0 0,0 1 0 0 0,0 0-1 0 0,0-1 1 0 0,0 1 0 0 0,0 0 0 0 0,0 0-1 0 0,-1-1 1 0 0,1 1 0 0 0,-1 0 0 0 0,1 0-1 0 0,-1 0 1 0 0,1 0 0 0 0,-1-1 0 0 0,1 1 0 0 0,-1 0-1 0 0,0 0 1 0 0,0 0 0 0 0,0 0 0 0 0,0 0-1 0 0,1 1 1 0 0,-1-1 0 0 0,0 0 0 0 0,0 0-1 0 0,-1 1 1 0 0,1-1 0 0 0,-2-1 0 0 0,1 2-4 0 0,0 1 0 0 0,0-1 0 0 0,0 0 0 0 0,1 0 0 0 0,-1 1 0 0 0,0 0 0 0 0,0-1 0 0 0,0 1 1 0 0,0 0-1 0 0,1 0 0 0 0,-1-1 0 0 0,0 1 0 0 0,1 1 0 0 0,-1-1 0 0 0,1 0 0 0 0,-1 0 0 0 0,1 1 0 0 0,0-1 0 0 0,0 0 0 0 0,-2 3 1 0 0,-4 5-3 0 0,0 1 0 0 0,1-1-1 0 0,1 1 1 0 0,-1 1 0 0 0,1-1 0 0 0,1 1 0 0 0,0 0 0 0 0,1 0 0 0 0,0 0 0 0 0,1 0 0 0 0,0 1 0 0 0,-1 15 0 0 0,2-12 7 0 0,1 1 0 0 0,0-1 0 0 0,1 1 0 0 0,1 0 0 0 0,0-1 0 0 0,2 0 0 0 0,-1 1 0 0 0,10 23 0 0 0,-9-31 1 0 0,0 1-1 0 0,1-1 1 0 0,0 1 0 0 0,0-2-1 0 0,0 1 1 0 0,1 0 0 0 0,1-1-1 0 0,-1 0 1 0 0,1 0 0 0 0,0-1-1 0 0,0 0 1 0 0,1 0-1 0 0,0-1 1 0 0,0 0 0 0 0,0 0-1 0 0,1-1 1 0 0,13 5 0 0 0,-10-5 1 0 0,0-1 1 0 0,0-1 0 0 0,0 1-1 0 0,1-2 1 0 0,-1 0-1 0 0,0-1 1 0 0,1 0 0 0 0,-1 0-1 0 0,1-2 1 0 0,-1 1 0 0 0,0-2-1 0 0,24-6 1 0 0,-17 1 1 0 0,1 0 0 0 0,-1 0 1 0 0,0-2-1 0 0,-1 0 0 0 0,0-2 0 0 0,-1 0 1 0 0,0 0-1 0 0,-1-2 0 0 0,23-24 1 0 0,-30 29-2 0 0,-1 0 1 0 0,-1-1 0 0 0,1 0 0 0 0,-1 0 0 0 0,-1-1 0 0 0,0 0 0 0 0,-1 0 0 0 0,0 0 0 0 0,0-1 0 0 0,-1 0 0 0 0,-1 0 0 0 0,0 0 0 0 0,-1 0 0 0 0,0 0 0 0 0,-1 0-1 0 0,0-1 1 0 0,-2-19 0 0 0,1 28-4 0 0,-1 0-1 0 0,1 0 1 0 0,-1 0-1 0 0,-1 0 1 0 0,1 0-1 0 0,0 1 1 0 0,-1-1 0 0 0,0 0-1 0 0,0 1 1 0 0,0-1-1 0 0,0 1 1 0 0,-1-1-1 0 0,1 1 1 0 0,-1 0-1 0 0,0 0 1 0 0,0 1-1 0 0,0-1 1 0 0,-6-4-1 0 0,6 6-4 0 0,1-1 0 0 0,-1 1 0 0 0,1 0 0 0 0,-1 1 0 0 0,1-1 0 0 0,-1 0 0 0 0,1 1 0 0 0,-1-1 0 0 0,0 1 0 0 0,1 0 0 0 0,-1 0 0 0 0,0 0 0 0 0,1 0 0 0 0,-1 0 0 0 0,0 1 0 0 0,1-1 0 0 0,-1 1 0 0 0,0-1-1 0 0,1 1 1 0 0,-1 0 0 0 0,1 0 0 0 0,0 0 0 0 0,-1 1 0 0 0,1-1 0 0 0,0 1 0 0 0,-1-1 0 0 0,1 1 0 0 0,0 0 0 0 0,-2 2 0 0 0,-3 4 0 0 0,0 0 0 0 0,0 1-1 0 0,1 0 1 0 0,0 0 0 0 0,0 1 0 0 0,1 0 0 0 0,1-1 0 0 0,0 2-1 0 0,0-1 1 0 0,1 0 0 0 0,0 1 0 0 0,0 0 0 0 0,2-1 0 0 0,-1 1-1 0 0,1 22 1 0 0,1-21 3 0 0,0 1 1 0 0,1 0-1 0 0,0 0 0 0 0,1 0 0 0 0,1-1 0 0 0,0 1 0 0 0,1-1 0 0 0,0 0 1 0 0,1 0-1 0 0,0 0 0 0 0,1 0 0 0 0,0-1 0 0 0,11 14 0 0 0,-13-19 0 0 0,1 0 0 0 0,0-1 0 0 0,1 0-1 0 0,-1 0 1 0 0,1-1 0 0 0,0 1 0 0 0,0-1 0 0 0,1 0-1 0 0,-1-1 1 0 0,1 1 0 0 0,0-1 0 0 0,0-1 0 0 0,10 3-1 0 0,-7-3 0 0 0,1 0-1 0 0,-1-1 1 0 0,1 0-1 0 0,-1-1 1 0 0,1 0-1 0 0,-1-1 1 0 0,0 0-1 0 0,19-5 1 0 0,-8 0-2 0 0,0-1 1 0 0,-1-1 0 0 0,0-1-1 0 0,0-1 1 0 0,-1 0 0 0 0,0-2 0 0 0,-1 0-1 0 0,26-23 1 0 0,-32 25 5 0 0,-1-1 0 0 0,-1 0 0 0 0,0-1 1 0 0,-1 0-1 0 0,0-1 0 0 0,0 0 0 0 0,6-15 0 0 0,-11 19 1 0 0,0 1 0 0 0,-1-1 0 0 0,0 1 0 0 0,0-1 0 0 0,-1 0 0 0 0,0 0 0 0 0,-1 0 0 0 0,0 0 0 0 0,0 0 0 0 0,-1-1 0 0 0,0 1 0 0 0,-1 0 0 0 0,-2-11 0 0 0,3 18-3 0 0,0 0 0 0 0,-1 0 0 0 0,1 0 1 0 0,-1 0-1 0 0,0 1 0 0 0,1-1 0 0 0,-1 0 1 0 0,0 0-1 0 0,0 0 0 0 0,0 1 0 0 0,0-1 1 0 0,-1 0-1 0 0,1 1 0 0 0,0-1 0 0 0,-1 1 1 0 0,1 0-1 0 0,-1-1 0 0 0,0 1 0 0 0,1 0 1 0 0,-1 0-1 0 0,0 0 0 0 0,1 0 0 0 0,-1 0 1 0 0,0 1-1 0 0,-3-2 0 0 0,3 2-3 0 0,0 0 1 0 0,1 0-1 0 0,-1 0 1 0 0,0 0-1 0 0,1 1 0 0 0,-1-1 1 0 0,0 0-1 0 0,1 1 0 0 0,-1 0 1 0 0,1-1-1 0 0,-1 1 0 0 0,1 0 1 0 0,-1 0-1 0 0,1-1 1 0 0,0 1-1 0 0,-1 0 0 0 0,1 1 1 0 0,0-1-1 0 0,0 0 0 0 0,0 0 1 0 0,-1 0-1 0 0,1 1 0 0 0,1-1 1 0 0,-1 1-1 0 0,0-1 0 0 0,0 0 1 0 0,0 1-1 0 0,1 0 1 0 0,-1-1-1 0 0,0 4 0 0 0,-2 5-2 0 0,1 0 0 0 0,-1 0 0 0 0,2 0-1 0 0,0 1 1 0 0,0-1 0 0 0,1 1 0 0 0,0-1-1 0 0,1 1 1 0 0,3 17 0 0 0,-2-15 2 0 0,2 0 0 0 0,-1 0 1 0 0,2 0-1 0 0,0-1 0 0 0,0 1 0 0 0,1-1 0 0 0,8 12 1 0 0,-8-17 3 0 0,-1 0 1 0 0,1-1 0 0 0,0 0-1 0 0,0 0 1 0 0,1-1 0 0 0,-1 1-1 0 0,1-1 1 0 0,1-1 0 0 0,-1 1 0 0 0,1-1-1 0 0,-1-1 1 0 0,1 1 0 0 0,0-1-1 0 0,1-1 1 0 0,-1 1 0 0 0,0-1-1 0 0,1-1 1 0 0,-1 0 0 0 0,1 0-1 0 0,-1-1 1 0 0,1 1 0 0 0,-1-2-1 0 0,1 0 1 0 0,9-1 0 0 0,-9 0-54 0 0,0 1 1 0 0,-1-1-1 0 0,1 0 1 0 0,-1-1-1 0 0,0 0 0 0 0,0-1 1 0 0,0 1-1 0 0,0-2 1 0 0,0 1-1 0 0,-1-1 1 0 0,0 0-1 0 0,0 0 0 0 0,0-1 1 0 0,-1 0-1 0 0,1 0 1 0 0,-2-1-1 0 0,1 0 1 0 0,-1 0-1 0 0,0 0 0 0 0,0 0 1 0 0,-1-1-1 0 0,0 0 1 0 0,5-13-1 0 0,-5 5-584 0 0,0 0-1 0 0,-2 0 1 0 0,2-31 0 0 0,-6-16-4245 0 0,0 47 2542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6:24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19292 0 0,'1'-1'74'0'0,"0"-1"1"0"0,0 1-1 0 0,1-1 0 0 0,-1 1 1 0 0,0 0-1 0 0,1 0 0 0 0,-1 0 0 0 0,1 0 1 0 0,-1 0-1 0 0,1 0 0 0 0,-1 0 1 0 0,1 0-1 0 0,0 0 0 0 0,-1 1 0 0 0,1-1 1 0 0,0 1-1 0 0,0-1 0 0 0,0 1 0 0 0,-1 0 1 0 0,1 0-1 0 0,0 0 0 0 0,0 0 1 0 0,0 0-1 0 0,-1 0 0 0 0,1 0 0 0 0,0 0 1 0 0,0 1-1 0 0,0-1 0 0 0,-1 1 1 0 0,1-1-1 0 0,0 1 0 0 0,-1 0 0 0 0,1 0 1 0 0,0 0-1 0 0,-1 0 0 0 0,1 0 1 0 0,-1 0-1 0 0,1 0 0 0 0,-1 0 0 0 0,0 0 1 0 0,0 1-1 0 0,1-1 0 0 0,-1 1 1 0 0,0-1-1 0 0,0 1 0 0 0,0-1 0 0 0,-1 1 1 0 0,1 0-1 0 0,1 2 0 0 0,2 10 188 0 0,0 1-1 0 0,-1 0 1 0 0,-1 0-1 0 0,0-1 1 0 0,-1 31-1 0 0,0-5-65 0 0,-2 96 99 0 0,-2-52-3887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6:24.9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12 18972 0 0,'-15'-5'1528'0'0,"5"0"-1488"0"0,3 5 24 0 0,-1-2 481 0 0,0 19-1178 0 0,8-7 297 0 0,0-2-24 0 0,1 4-496 0 0,3 1-32 0 0,-1 2 16 0 0,5 2-513 0 0,4 1-383 0 0,1 1-216 0 0,4 1-105 0 0,-2 1-383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6:25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10 350 5713 0 0,'76'92'5973'0'0,"-64"-79"-4215"0"0,-4-4 445 0 0,-13-12 775 0 0,-12-19-1071 0 0,-1-12-1285 0 0,3 6-141 0 0,2-1 0 0 0,-11-32 0 0 0,20 51-395 0 0,2-1 0 0 0,-1 1 0 0 0,2-1 0 0 0,-1 0-1 0 0,1 0 1 0 0,1 0 0 0 0,0 0 0 0 0,1 0 0 0 0,3-21 0 0 0,-2 23-40 0 0,1-1 0 0 0,0 1 0 0 0,1 0 0 0 0,0-1 0 0 0,0 2 0 0 0,1-1 0 0 0,0 0 0 0 0,0 1 1 0 0,1 0-1 0 0,0 0 0 0 0,1 1 0 0 0,0 0 0 0 0,11-10 0 0 0,-14 14-31 0 0,0 0-1 0 0,1 0 1 0 0,0 0-1 0 0,-1 0 1 0 0,1 0-1 0 0,0 1 1 0 0,0 0-1 0 0,1 0 1 0 0,-1 1-1 0 0,0-1 1 0 0,1 1-1 0 0,-1 0 1 0 0,0 1-1 0 0,1-1 1 0 0,-1 1-1 0 0,1 0 1 0 0,-1 1-1 0 0,1-1 1 0 0,-1 1-1 0 0,1 0 1 0 0,-1 0-1 0 0,0 1 1 0 0,1-1 0 0 0,-1 1-1 0 0,8 4 1 0 0,-3 0-4 0 0,0 1 1 0 0,0 0 0 0 0,0 0-1 0 0,-1 1 1 0 0,0 0 0 0 0,0 1 0 0 0,9 12-1 0 0,48 75 37 0 0,-47-65-20 0 0,29 35 0 0 0,-33-48-9 0 0,1-1 0 0 0,1 0 1 0 0,0-2-1 0 0,1 0 0 0 0,1 0 0 0 0,0-2 1 0 0,23 13-1 0 0,-34-22-2 0 0,-1-1-1 0 0,1 0 1 0 0,0 0 0 0 0,-1 0-1 0 0,2-1 1 0 0,-1 0-1 0 0,0 0 1 0 0,0-1 0 0 0,0 0-1 0 0,1-1 1 0 0,-1 0 0 0 0,0 0-1 0 0,1-1 1 0 0,-1 0 0 0 0,0 0-1 0 0,0-1 1 0 0,1 0 0 0 0,-1 0-1 0 0,-1-1 1 0 0,1 0-1 0 0,0-1 1 0 0,-1 0 0 0 0,8-4-1 0 0,-7 2 5 0 0,0 0 1 0 0,0-1-1 0 0,-1 1 0 0 0,1-2 0 0 0,-2 1 0 0 0,1-1 0 0 0,-1 1 0 0 0,0-2 0 0 0,-1 1 0 0 0,0-1 0 0 0,0 0 0 0 0,-1 0 0 0 0,0 0 0 0 0,0 0 0 0 0,2-13 0 0 0,-4 14-18 0 0,-1 0 1 0 0,0 0-1 0 0,0-1 0 0 0,0 1 0 0 0,-1-1 0 0 0,0 1 0 0 0,-1 0 0 0 0,0-1 0 0 0,0 1 0 0 0,-1 0 1 0 0,0 0-1 0 0,-1 0 0 0 0,0 0 0 0 0,0 0 0 0 0,0 0 0 0 0,-1 1 0 0 0,0 0 0 0 0,-8-11 0 0 0,7 11-9 0 0,-2-1-1 0 0,1 1 1 0 0,-1 1-1 0 0,0-1 0 0 0,0 1 1 0 0,-1 0-1 0 0,0 1 0 0 0,0 0 1 0 0,0 0-1 0 0,-1 1 1 0 0,0 0-1 0 0,1 0 0 0 0,-1 1 1 0 0,-12-3-1 0 0,9 4 8 0 0,0 0 0 0 0,0 1-1 0 0,1 0 1 0 0,-1 1 0 0 0,0 0 0 0 0,0 1 0 0 0,0 1-1 0 0,0 0 1 0 0,0 0 0 0 0,-18 7 0 0 0,17-4 6 0 0,0 0-1 0 0,1 1 1 0 0,-1 0 0 0 0,1 1-1 0 0,0 1 1 0 0,1 0 0 0 0,-1 1-1 0 0,2 0 1 0 0,-11 10 0 0 0,14-11-1 0 0,0 1 0 0 0,0-1 0 0 0,0 2 1 0 0,1-1-1 0 0,0 1 0 0 0,1 0 0 0 0,0 0 0 0 0,1 0 1 0 0,0 0-1 0 0,0 1 0 0 0,-2 18 0 0 0,4-21-4 0 0,1 0 0 0 0,1 0 0 0 0,-1 0 1 0 0,1 0-1 0 0,1 0 0 0 0,0 0 0 0 0,0 0 0 0 0,0 0 0 0 0,1 0 0 0 0,0 0 0 0 0,1-1 0 0 0,0 1 0 0 0,0-1 0 0 0,0 0 0 0 0,7 11 1 0 0,-6-13-1 0 0,0 0 0 0 0,0-1 0 0 0,0 1 1 0 0,0-1-1 0 0,1 0 0 0 0,-1 0 1 0 0,1 0-1 0 0,0-1 0 0 0,1 0 0 0 0,-1 0 1 0 0,0 0-1 0 0,1-1 0 0 0,0 1 1 0 0,0-1-1 0 0,-1-1 0 0 0,1 1 0 0 0,0-1 1 0 0,0 0-1 0 0,0 0 0 0 0,12-1 1 0 0,-8 0 2 0 0,-1-1 0 0 0,1-1 0 0 0,0 1 0 0 0,-1-2 0 0 0,1 1 0 0 0,-1-2 0 0 0,0 1 0 0 0,0-1 1 0 0,0 0-1 0 0,0-1 0 0 0,-1 0 0 0 0,0 0 0 0 0,0-1 0 0 0,0 0 0 0 0,-1-1 0 0 0,0 1 0 0 0,0-1 1 0 0,9-12-1 0 0,-7 7 21 0 0,0 0-1 0 0,-1-1 1 0 0,-1 0 0 0 0,1 0 0 0 0,-2-1 0 0 0,0 0 0 0 0,-1 0 0 0 0,0-1 0 0 0,-1 1 0 0 0,-1-1 0 0 0,3-20 0 0 0,-9 19 56 0 0,3 16-81 0 0,0 0 0 0 0,0-1 0 0 0,-1 1 0 0 0,1 0 0 0 0,0 0 0 0 0,0 0 0 0 0,-1-1 0 0 0,1 1 0 0 0,0 0 0 0 0,-1 0 0 0 0,1 0 0 0 0,0 0 1 0 0,-1 0-1 0 0,1-1 0 0 0,0 1 0 0 0,0 0 0 0 0,-1 0 0 0 0,1 0 0 0 0,0 0 0 0 0,-1 0 0 0 0,1 0 0 0 0,0 0 0 0 0,-1 0 0 0 0,1 0 0 0 0,0 0 0 0 0,-1 0 0 0 0,0 1 0 0 0,0-1-3 0 0,0 1-1 0 0,-1 0 1 0 0,1 0 0 0 0,0-1 0 0 0,-1 1 0 0 0,1 0 0 0 0,0 0 0 0 0,0 0-1 0 0,0 1 1 0 0,0-1 0 0 0,0 0 0 0 0,0 0 0 0 0,0 1 0 0 0,0-1 0 0 0,0 0-1 0 0,0 3 1 0 0,-5 10 16 0 0,2 0 1 0 0,-1 1-1 0 0,2 0 0 0 0,0 0 0 0 0,1 0 0 0 0,0 0 0 0 0,1 0 1 0 0,1 1-1 0 0,1-1 0 0 0,0 0 0 0 0,0 0 0 0 0,2 0 0 0 0,0 0 1 0 0,1 0-1 0 0,9 25 0 0 0,15 23 156 0 0,2-1 0 0 0,52 78-1 0 0,-48-87-103 0 0,-3 1 0 0 0,-2 2-1 0 0,26 72 1 0 0,-55-127-58 0 0,1-1 0 0 0,-1 1 0 0 0,0-1 0 0 0,0 1 0 0 0,1-1-1 0 0,-1 1 1 0 0,0-1 0 0 0,0 1 0 0 0,0-1 0 0 0,0 1 0 0 0,0-1 0 0 0,0 1 0 0 0,0 0-1 0 0,0-1 1 0 0,0 1 0 0 0,0-1 0 0 0,0 1 0 0 0,0-1 0 0 0,0 1 0 0 0,0-1 0 0 0,-1 1-1 0 0,1-1 1 0 0,0 1 0 0 0,0-1 0 0 0,-1 1 0 0 0,1-1 0 0 0,0 1 0 0 0,-1-1 0 0 0,0 1-1 0 0,0 0 4 0 0,0-1 0 0 0,0 0 0 0 0,0 1 0 0 0,0-1 0 0 0,0 0 0 0 0,0 0-1 0 0,0 0 1 0 0,0 0 0 0 0,0 0 0 0 0,0 0 0 0 0,0 0 0 0 0,0 0 0 0 0,0-1-1 0 0,-2 0 1 0 0,-44-18 156 0 0,38 14-143 0 0,-385-173-48 0 0,383 174-54 0 0,8 3 1 0 0,-1-1 0 0 0,1 1 0 0 0,-1-1 0 0 0,1 0 0 0 0,0 0 0 0 0,-1 0 0 0 0,-3-3 0 0 0,7 4 50 0 0,0 1 1 0 0,0-1-1 0 0,0 1 0 0 0,0 0 1 0 0,0-1-1 0 0,0 1 0 0 0,0 0 1 0 0,0-1-1 0 0,0 1 0 0 0,0-1 1 0 0,0 1-1 0 0,0 0 0 0 0,0-1 1 0 0,0 1-1 0 0,0 0 0 0 0,0-1 1 0 0,0 1-1 0 0,0-1 0 0 0,0 1 1 0 0,1 0-1 0 0,-1-1 0 0 0,0 1 0 0 0,0 0 1 0 0,0-1-1 0 0,1 1 0 0 0,-1 0 1 0 0,0 0-1 0 0,0-1 0 0 0,1 1 1 0 0,-1 0-1 0 0,0 0 0 0 0,1-1 1 0 0,-1 1-1 0 0,0 0 0 0 0,1 0 1 0 0,-1 0-1 0 0,0 0 0 0 0,1-1 1 0 0,-1 1-1 0 0,0 0 0 0 0,1 0 1 0 0,19-8-905 0 0,-20 8 838 0 0,47-14-2246 0 0,-15 7 763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6:25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476 73 20036 0 0,'-26'-14'775'0'0,"0"0"-1"0"0,-46-16 1 0 0,60 26-680 0 0,1 1 1 0 0,-1 1-1 0 0,0-1 1 0 0,-1 2-1 0 0,1 0 1 0 0,0 0-1 0 0,-1 1 0 0 0,1 1 1 0 0,-15 2-1 0 0,3 1 271 0 0,-1 2-1 0 0,-33 11 0 0 0,49-14-286 0 0,1 1 0 0 0,-1 0 0 0 0,1 0 0 0 0,0 1 0 0 0,0 0 0 0 0,0 0 0 0 0,1 1 0 0 0,-1 0 0 0 0,-9 11 0 0 0,15-15-68 0 0,0 0-1 0 0,0 0 1 0 0,1 1 0 0 0,-1-1-1 0 0,1 0 1 0 0,0 1 0 0 0,-1-1-1 0 0,1 1 1 0 0,0 0 0 0 0,0-1-1 0 0,1 1 1 0 0,-1 0 0 0 0,1-1-1 0 0,-1 1 1 0 0,1 0 0 0 0,0 0-1 0 0,0 0 1 0 0,0-1 0 0 0,0 1-1 0 0,1 3 1 0 0,1-2 0 0 0,-1 0 0 0 0,1 0 0 0 0,0 1-1 0 0,0-2 1 0 0,0 1 0 0 0,0 0 0 0 0,1 0 0 0 0,0-1-1 0 0,0 1 1 0 0,0-1 0 0 0,5 5 0 0 0,6 3 12 0 0,1 0 1 0 0,0-1 0 0 0,0 0 0 0 0,1-1-1 0 0,18 6 1 0 0,54 23 40 0 0,1-4-1 0 0,2-3 1 0 0,2-5-1 0 0,99 15 1 0 0,-132-34 232 0 0,-165-2-240 0 0,-182 33 0 0 0,125-13-655 0 0,131-18 253 0 0,-15 2-484 0 0,43-9 633 0 0,0 1-1 0 0,0-1 1 0 0,-1 0 0 0 0,1 0 0 0 0,0 0-1 0 0,0-1 1 0 0,0 1 0 0 0,0-1-1 0 0,0 1 1 0 0,-5-3 0 0 0,7 3 114 0 0,1-1 0 0 0,0 1 0 0 0,0 0 0 0 0,-1 0 0 0 0,1 0 0 0 0,0-1 0 0 0,0 1 0 0 0,-1 0 0 0 0,1-1 0 0 0,0 1 0 0 0,0 0 0 0 0,0-1 0 0 0,-1 1 0 0 0,1 0 0 0 0,0-1 0 0 0,0 1 0 0 0,0 0-1 0 0,0-1 1 0 0,0 1 0 0 0,0 0 0 0 0,0-1 0 0 0,0 1 0 0 0,0 0 0 0 0,0-1 0 0 0,0 1 0 0 0,0 0 0 0 0,0-1 0 0 0,0 1 0 0 0,0 0 0 0 0,0-1 0 0 0,0 1 0 0 0,0 0 0 0 0,1-1 0 0 0,-1 1 0 0 0,0 0 0 0 0,0-1 0 0 0,0 1 0 0 0,1 0 0 0 0,-1-1 0 0 0,0 1 0 0 0,1 0 0 0 0,9-12-2091 0 0,5 2-559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6:26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1 204 7106 0 0,'75'-24'4614'0'0,"-66"22"-3977"0"0,0 1 0 0 0,-1-1 1 0 0,1 1-1 0 0,0 1 0 0 0,1-1 1 0 0,13 3-1 0 0,-21-2-548 0 0,-1 0 1 0 0,0 1 0 0 0,1-1 0 0 0,-1 1-1 0 0,0-1 1 0 0,1 1 0 0 0,-1-1-1 0 0,0 1 1 0 0,0-1 0 0 0,0 1-1 0 0,0 0 1 0 0,1 0 0 0 0,-1 0-1 0 0,0 0 1 0 0,0 0 0 0 0,-1 0 0 0 0,1 0-1 0 0,0 0 1 0 0,1 2 0 0 0,-1 0 36 0 0,1 0 0 0 0,-1 0 0 0 0,0 0 1 0 0,-1-1-1 0 0,1 1 0 0 0,-1 0 1 0 0,1 0-1 0 0,-1 6 0 0 0,0 3 164 0 0,-2 1 1 0 0,1-1-1 0 0,-5 17 0 0 0,5-26-251 0 0,-21 97 900 0 0,4 1 1 0 0,-8 157-1 0 0,26-248-903 0 0,1 52 114 0 0,-1-58-123 0 0,0 0-1 0 0,1-1 0 0 0,-1 1 1 0 0,1-1-1 0 0,0 1 0 0 0,0-1 1 0 0,1 1-1 0 0,-1-1 0 0 0,1 1 1 0 0,-1-1-1 0 0,1 0 0 0 0,0 0 0 0 0,5 5 1 0 0,-7-7-13 0 0,1-1 0 0 0,-1 1 1 0 0,1-1-1 0 0,-1 1 0 0 0,1-1 0 0 0,-1 1 1 0 0,1-1-1 0 0,0 0 0 0 0,-1 1 0 0 0,1-1 1 0 0,-1 0-1 0 0,1 0 0 0 0,0 1 0 0 0,-1-1 1 0 0,1 0-1 0 0,0 0 0 0 0,0 0 0 0 0,-1 0 1 0 0,1 0-1 0 0,0 0 0 0 0,-1 0 0 0 0,1 0 1 0 0,0 0-1 0 0,-1 0 0 0 0,1 0 0 0 0,0-1 1 0 0,-1 1-1 0 0,2-1 0 0 0,0 0 12 0 0,-1 0 1 0 0,1 0-1 0 0,-1 0 0 0 0,0-1 0 0 0,0 1 0 0 0,0 0 0 0 0,1-1 0 0 0,-1 1 1 0 0,-1-1-1 0 0,1 1 0 0 0,1-3 0 0 0,1-3 47 0 0,-1 0 1 0 0,1 0-1 0 0,-1 0 0 0 0,1-12 0 0 0,-2 4 11 0 0,0-1 0 0 0,-2 1 0 0 0,0-1 0 0 0,-5-27 0 0 0,-21-62 221 0 0,3 12-99 0 0,16 57-155 0 0,3 0 0 0 0,1-1-1 0 0,1-48 1 0 0,3 69-47 0 0,1 1-1 0 0,0-1 0 0 0,2 0 1 0 0,0 1-1 0 0,1-1 0 0 0,0 1 1 0 0,1 0-1 0 0,1 0 0 0 0,0 1 1 0 0,11-18-1 0 0,-13 26-8 0 0,0 0 0 0 0,1 0 0 0 0,0 0 0 0 0,1 0 0 0 0,-1 1 0 0 0,1 0 0 0 0,0 0 0 0 0,0 1 0 0 0,1-1 0 0 0,0 1 0 0 0,-1 1 0 0 0,15-6 0 0 0,-10 5-1 0 0,-1 1 1 0 0,1 0 0 0 0,0 1 0 0 0,0 1 0 0 0,0-1 0 0 0,0 2 0 0 0,0 0 0 0 0,18 1 0 0 0,-18 1 3 0 0,1-1 0 0 0,-1 1 0 0 0,1 1 0 0 0,-1 0 0 0 0,0 1-1 0 0,0 0 1 0 0,0 1 0 0 0,-1 0 0 0 0,1 0 0 0 0,-1 1 0 0 0,0 1 0 0 0,-1 0-1 0 0,0 0 1 0 0,0 1 0 0 0,0 0 0 0 0,-1 0 0 0 0,14 19 0 0 0,-20-24 2 0 0,0 1-1 0 0,0 0 1 0 0,0-1 0 0 0,0 1 0 0 0,-1 0 0 0 0,1 0-1 0 0,-1 0 1 0 0,0 0 0 0 0,0 0 0 0 0,-1 1-1 0 0,1-1 1 0 0,-1 0 0 0 0,0 0 0 0 0,0 0 0 0 0,0 1-1 0 0,-1-1 1 0 0,0 5 0 0 0,-1-4-8 0 0,0 0 1 0 0,0 1-1 0 0,0-1 0 0 0,-1-1 1 0 0,0 1-1 0 0,0 0 0 0 0,0-1 1 0 0,0 1-1 0 0,-1-1 0 0 0,0 0 1 0 0,-7 6-1 0 0,0-1-71 0 0,0-1 0 0 0,-1-1-1 0 0,0 0 1 0 0,-1 0 0 0 0,1-1 0 0 0,-1-1-1 0 0,0 0 1 0 0,-1-1 0 0 0,-21 5 0 0 0,14-6-174 0 0,0-1 0 0 0,0 0 0 0 0,-29-3 0 0 0,38 0-54 0 0,1 0 1 0 0,0-1-1 0 0,0 0 0 0 0,0-1 1 0 0,0 0-1 0 0,0-1 1 0 0,-19-10-1 0 0,28 14 231 0 0,1-1 1 0 0,0 0-1 0 0,-1 1 1 0 0,1-1-1 0 0,0 0 1 0 0,0 0-1 0 0,0 0 1 0 0,0 0-1 0 0,0 0 1 0 0,0 0-1 0 0,0 0 1 0 0,0 0-1 0 0,0-1 1 0 0,1 1-1 0 0,-1 0 1 0 0,0 0-1 0 0,0-2 1 0 0,1 2 9 0 0,0 0 0 0 0,0 0 0 0 0,0 0 1 0 0,0 0-1 0 0,0 0 0 0 0,0 0 1 0 0,0 0-1 0 0,1 0 0 0 0,-1 0 0 0 0,0 0 1 0 0,0 0-1 0 0,1 0 0 0 0,-1 0 1 0 0,1 0-1 0 0,-1 0 0 0 0,1 0 1 0 0,-1 0-1 0 0,2-1 0 0 0,1-1-68 0 0,1-1 0 0 0,0 1 0 0 0,-1 0 0 0 0,1 0 0 0 0,0 0 0 0 0,1 1 0 0 0,-1-1 0 0 0,6-2 0 0 0,7-1 43 0 0,1 0 1 0 0,0 1 0 0 0,0 0 0 0 0,18-1-1 0 0,78-5 269 0 0,-71 7-24 0 0,7 0 88 0 0,139-16 865 0 0,-161 15-731 0 0,0-1 0 0 0,0-1 0 0 0,0-1 0 0 0,37-18-1 0 0,-58 22-223 0 0,0 1-1 0 0,0-1 1 0 0,0-1-1 0 0,-1 1 0 0 0,0-1 1 0 0,0 0-1 0 0,9-10 1 0 0,-13 14-118 0 0,-1-1 0 0 0,0 1 1 0 0,0-1-1 0 0,0 0 1 0 0,0 1-1 0 0,0-1 0 0 0,0 0 1 0 0,0 0-1 0 0,-1 1 0 0 0,1-1 1 0 0,-1 0-1 0 0,1 0 0 0 0,-1 0 1 0 0,0 0-1 0 0,1 0 1 0 0,-1 0-1 0 0,0 0 0 0 0,0 0 1 0 0,-1 1-1 0 0,1-1 0 0 0,0 0 1 0 0,-1 0-1 0 0,1 0 1 0 0,-1 0-1 0 0,1 0 0 0 0,-1 0 1 0 0,0 1-1 0 0,0-1 0 0 0,0 0 1 0 0,0 1-1 0 0,0-1 0 0 0,0 1 1 0 0,0-1-1 0 0,-1 1 1 0 0,-2-3-1 0 0,-2-1 28 0 0,0 0 1 0 0,0 0-1 0 0,-1 1 0 0 0,0 0 1 0 0,0 1-1 0 0,0-1 0 0 0,0 1 1 0 0,0 1-1 0 0,-1-1 0 0 0,1 1 1 0 0,-1 0-1 0 0,0 1 1 0 0,0 0-1 0 0,-8 0 0 0 0,1 0 38 0 0,0 1-1 0 0,0 1 0 0 0,0 0 1 0 0,0 1-1 0 0,0 1 1 0 0,-21 6-1 0 0,20-3-16 0 0,0 0-1 0 0,0 1 1 0 0,1 1-1 0 0,0 1 1 0 0,0 0-1 0 0,1 1 1 0 0,-23 20 0 0 0,30-24-62 0 0,1 0 1 0 0,0 0 0 0 0,0 1 0 0 0,0 0-1 0 0,1 0 1 0 0,0 1 0 0 0,1-1 0 0 0,-1 1 0 0 0,2 0-1 0 0,-1 0 1 0 0,1 0 0 0 0,0 1 0 0 0,0-1 0 0 0,1 1-1 0 0,1 0 1 0 0,-2 15 0 0 0,3-20-14 0 0,0 0 0 0 0,0 1 0 0 0,1-1 0 0 0,-1 0 0 0 0,1 0 0 0 0,0 0 0 0 0,0 0 0 0 0,1 0 0 0 0,-1 0 0 0 0,1 0 0 0 0,0 0 0 0 0,0 0 0 0 0,0 0 0 0 0,1-1 0 0 0,-1 0 0 0 0,1 1 0 0 0,0-1 0 0 0,0 0 0 0 0,0 0 0 0 0,0 0 0 0 0,0-1 0 0 0,1 1 0 0 0,-1-1 0 0 0,1 1 0 0 0,0-1 0 0 0,0-1 0 0 0,-1 1 0 0 0,1 0 0 0 0,1-1 0 0 0,-1 0 0 0 0,6 1 0 0 0,3 1 11 0 0,0-2 0 0 0,0 1 1 0 0,0-2-1 0 0,0 0 0 0 0,0 0 0 0 0,0-1 0 0 0,0-1 1 0 0,0 0-1 0 0,15-5 0 0 0,-2-1-2 0 0,0-2 0 0 0,-1-1 0 0 0,0 0 0 0 0,-1-2 1 0 0,-1-1-1 0 0,0-1 0 0 0,0-1 0 0 0,-2-1 0 0 0,0-1 0 0 0,-1 0 0 0 0,22-27 0 0 0,-15 6 79 0 0,-26 37-82 0 0,0 0-1 0 0,1 0 0 0 0,-1 0 0 0 0,0 0 1 0 0,0 0-1 0 0,-1 0 0 0 0,1 0 1 0 0,0 0-1 0 0,-1-1 0 0 0,0 1 0 0 0,1 0 1 0 0,-1 0-1 0 0,0-1 0 0 0,0 1 0 0 0,0 0 1 0 0,0 0-1 0 0,0-1 0 0 0,-1-2 0 0 0,0 5-6 0 0,1-1 0 0 0,-1 1-1 0 0,1-1 1 0 0,-1 1-1 0 0,1 0 1 0 0,-1-1 0 0 0,1 1-1 0 0,-1 0 1 0 0,1-1-1 0 0,-1 1 1 0 0,1 0 0 0 0,-1 0-1 0 0,0-1 1 0 0,1 1-1 0 0,-1 0 1 0 0,1 0-1 0 0,-1 0 1 0 0,0 0 0 0 0,1 0-1 0 0,-1 0 1 0 0,1 0-1 0 0,-1 0 1 0 0,0 0 0 0 0,1 0-1 0 0,-1 0 1 0 0,0 0-1 0 0,1 0 1 0 0,-1 1 0 0 0,1-1-1 0 0,-1 0 1 0 0,1 0-1 0 0,-1 1 1 0 0,0 0 0 0 0,-20 11 138 0 0,12-3-104 0 0,0 1 0 0 0,0 0 0 0 0,1 0 0 0 0,0 1 0 0 0,0-1 0 0 0,2 2 0 0 0,-1-1 0 0 0,1 1 0 0 0,1 0 0 0 0,-5 16 0 0 0,7-18-50 0 0,0 0 1 0 0,0 1 0 0 0,1-1 0 0 0,1 1 0 0 0,0-1-1 0 0,0 1 1 0 0,1 0 0 0 0,0 0 0 0 0,1-1 0 0 0,0 1-1 0 0,1-1 1 0 0,0 1 0 0 0,4 10 0 0 0,-5-17-88 0 0,1 0-1 0 0,0 0 1 0 0,0 0 0 0 0,0-1 0 0 0,0 1-1 0 0,1-1 1 0 0,-1 0 0 0 0,1 1-1 0 0,0-1 1 0 0,0 0 0 0 0,0 0 0 0 0,0-1-1 0 0,1 1 1 0 0,-1-1 0 0 0,1 0-1 0 0,0 0 1 0 0,-1 0 0 0 0,1 0 0 0 0,0 0-1 0 0,0-1 1 0 0,0 0 0 0 0,5 1 0 0 0,1 0-397 0 0,0-1 1 0 0,0 0-1 0 0,0-1 1 0 0,0 0-1 0 0,0-1 1 0 0,0 0-1 0 0,0-1 1 0 0,12-3-1 0 0,11-3-1662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6:27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402 0 16067 0 0,'-42'0'1718'0'0,"0"2"-1"0"0,-74 12 0 0 0,103-12-1599 0 0,0 1 0 0 0,1 0 0 0 0,0 1 0 0 0,0 1 0 0 0,0 0 0 0 0,1 1 0 0 0,-1 0 0 0 0,1 0 0 0 0,1 1 0 0 0,-1 1 0 0 0,1 0 0 0 0,1 0 1 0 0,-15 15-1 0 0,21-19-94 0 0,0 0 1 0 0,0 0 0 0 0,0 1 0 0 0,1-1 0 0 0,-1 1-1 0 0,1-1 1 0 0,0 1 0 0 0,0 0 0 0 0,1 0 0 0 0,-1 0-1 0 0,1 0 1 0 0,0 0 0 0 0,0 0 0 0 0,1 0 0 0 0,0 0-1 0 0,0 6 1 0 0,1-4 7 0 0,0 0-1 0 0,1 0 1 0 0,-1-1 0 0 0,1 1-1 0 0,1 0 1 0 0,0-1 0 0 0,0 0-1 0 0,0 1 1 0 0,0-1 0 0 0,8 9-1 0 0,-1-3 24 0 0,0 0 0 0 0,1-1 0 0 0,0-1 0 0 0,1 1 0 0 0,0-2 0 0 0,0 0 0 0 0,1 0 1 0 0,0-2-1 0 0,1 1 0 0 0,16 5 0 0 0,-13-7-9 0 0,0-1 0 0 0,1-1 1 0 0,0 0-1 0 0,0-2 0 0 0,0 0 1 0 0,0-1-1 0 0,0-1 0 0 0,0 0 1 0 0,0-1-1 0 0,0-2 1 0 0,21-4-1 0 0,-18 2-13 0 0,0-1-1 0 0,-1-1 1 0 0,1 0 0 0 0,-2-2-1 0 0,1-1 1 0 0,-1 0-1 0 0,-1-1 1 0 0,0-1 0 0 0,18-15-1 0 0,-30 22-6 0 0,-1-1 0 0 0,0 1 0 0 0,1-1-1 0 0,-2 0 1 0 0,1 0 0 0 0,-1-1 0 0 0,0 0-1 0 0,0 0 1 0 0,-1 0 0 0 0,0 0-1 0 0,0 0 1 0 0,2-11 0 0 0,-4 16-7 0 0,-1-1 0 0 0,1 0 1 0 0,-1 0-1 0 0,0 0 0 0 0,0 0 0 0 0,0 0 0 0 0,-1 1 1 0 0,1-1-1 0 0,-1 0 0 0 0,1 0 0 0 0,-1 0 0 0 0,0 1 0 0 0,0-1 1 0 0,0 0-1 0 0,-2-2 0 0 0,1 2 5 0 0,0 1 1 0 0,0 0-1 0 0,0-1 0 0 0,0 1 1 0 0,-1 0-1 0 0,1 0 0 0 0,-1 0 1 0 0,0 0-1 0 0,1 1 0 0 0,-1-1 0 0 0,0 1 1 0 0,0-1-1 0 0,0 1 0 0 0,0 0 1 0 0,0 0-1 0 0,-4 0 0 0 0,-1-1 32 0 0,0 1 0 0 0,1 0-1 0 0,-1 1 1 0 0,0-1 0 0 0,0 1 0 0 0,1 1-1 0 0,-1 0 1 0 0,0 0 0 0 0,1 0-1 0 0,-1 1 1 0 0,1 0 0 0 0,-1 1 0 0 0,1 0-1 0 0,0 0 1 0 0,0 0 0 0 0,-8 6-1 0 0,6-3-7 0 0,-1 1 0 0 0,2 0 0 0 0,-1 0 0 0 0,1 1-1 0 0,0 0 1 0 0,1 0 0 0 0,0 1 0 0 0,0 0 0 0 0,1 0 0 0 0,-10 19-1 0 0,12-20-26 0 0,1 0 0 0 0,-1 0 0 0 0,1 1 0 0 0,1 0 1 0 0,0-1-1 0 0,0 1 0 0 0,1 0 0 0 0,0 0 0 0 0,0 0 0 0 0,1 0 0 0 0,0 0 0 0 0,1 0 0 0 0,1 11 0 0 0,0-13-9 0 0,0-1 1 0 0,0 1-1 0 0,1-1 1 0 0,-1 0 0 0 0,1 0-1 0 0,1 0 1 0 0,-1 0-1 0 0,1 0 1 0 0,0-1 0 0 0,0 0-1 0 0,1 0 1 0 0,0 0-1 0 0,0 0 1 0 0,0-1-1 0 0,0 1 1 0 0,1-1 0 0 0,-1-1-1 0 0,1 1 1 0 0,7 3-1 0 0,0-2-63 0 0,1 0 0 0 0,0 0-1 0 0,-1-1 1 0 0,1-1 0 0 0,1 0-1 0 0,-1-1 1 0 0,0-1-1 0 0,1 0 1 0 0,-1-1 0 0 0,0 0-1 0 0,23-4 1 0 0,14-5-1543 0 0,91-29-1 0 0,-119 32 1014 0 0,119-45-4723 0 0,-96 32 2890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6:27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5 12987 0 0,'-1'0'200'0'0,"1"-1"1"0"0,-1 1-1 0 0,0-1 1 0 0,1 1-1 0 0,-1-1 1 0 0,0 1-1 0 0,0 0 1 0 0,1-1-1 0 0,-1 1 1 0 0,0 0-1 0 0,0 0 0 0 0,0-1 1 0 0,0 1-1 0 0,1 0 1 0 0,-1 0-1 0 0,0 0 1 0 0,0 0-1 0 0,0 0 1 0 0,0 0-1 0 0,0 0 1 0 0,1 1-1 0 0,-1-1 1 0 0,0 0-1 0 0,0 0 1 0 0,0 1-1 0 0,-1 0 1 0 0,-18 13 3984 0 0</inkml:trace>
  <inkml:trace contextRef="#ctx0" brushRef="#br0" timeOffset="1">186 250 24605 0 0,'-2'10'392'0'0,"2"0"-48"0"0,0-3 8 0 0,-2 1-39 0 0,1 1-17 0 0,-2-1-32 0 0,-1 0-48 0 0,1-3-96 0 0,-4 2-80 0 0,2-4-40 0 0,-2 2-152 0 0,2-5-1025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7:12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85 4737 0 0,'6'-20'4027'0'0,"-6"10"-1915"0"0,-2 1-367 0 0,-6-17-396 0 0,5 20 1213 0 0,3 5-2420 0 0,0 1 0 0 0,0-1 0 0 0,0 1 0 0 0,0 0 0 0 0,0-1 0 0 0,0 1 0 0 0,0-1 0 0 0,0 1 1 0 0,0-1-1 0 0,0 1 0 0 0,0 0 0 0 0,0-1 0 0 0,0 1 0 0 0,0-1 0 0 0,1 1 0 0 0,-1-1 1 0 0,0 1-1 0 0,0 0 0 0 0,0-1 0 0 0,1 1 0 0 0,-1 0 0 0 0,0-1 0 0 0,0 1 0 0 0,1 0 1 0 0,-1-1-1 0 0,0 1 0 0 0,1 0 0 0 0,-1 0 0 0 0,0-1 0 0 0,1 1 0 0 0,-1 0 0 0 0,1 0 0 0 0,-1 0 1 0 0,0-1-1 0 0,2 1 0 0 0,9 12 1102 0 0,7 26-982 0 0,-6-4 74 0 0,-2 1 0 0 0,10 54-1 0 0,0 73 320 0 0,-12-89-929 0 0,20 87 0 0 0,-28-159-361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7:12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26 316 8562 0 0,'-6'-17'1428'0'0,"1"-1"1"0"0,0 1-1 0 0,1-1 1 0 0,-2-31 0 0 0,6 44-1164 0 0,0 0 0 0 0,0-1 1 0 0,1 1-1 0 0,-1 0 0 0 0,1 0 1 0 0,0-1-1 0 0,0 1 0 0 0,1 0 1 0 0,0 0-1 0 0,-1 0 0 0 0,2 1 1 0 0,-1-1-1 0 0,1 0 0 0 0,-1 1 1 0 0,1-1-1 0 0,0 1 0 0 0,1 0 1 0 0,-1 0-1 0 0,1 0 0 0 0,6-5 1 0 0,8-3-47 0 0,1 1 1 0 0,0 0 0 0 0,1 1 0 0 0,0 1 0 0 0,1 1 0 0 0,0 1 0 0 0,0 1 0 0 0,0 1 0 0 0,1 0 0 0 0,-1 2 0 0 0,44-1 0 0 0,-57 4-211 0 0,0 0 0 0 0,0 1 0 0 0,0 0 0 0 0,1 1 0 0 0,-1 0 0 0 0,-1 0 0 0 0,1 0 0 0 0,0 1 0 0 0,-1 0 0 0 0,1 1 0 0 0,-1 0 0 0 0,0 0 0 0 0,0 1 0 0 0,0-1 0 0 0,7 8 0 0 0,-10-8 3 0 0,0 0 0 0 0,-1 0-1 0 0,0 0 1 0 0,0 1-1 0 0,0-1 1 0 0,0 1-1 0 0,0-1 1 0 0,-1 1-1 0 0,0 0 1 0 0,0 0 0 0 0,0 0-1 0 0,-1 0 1 0 0,0 0-1 0 0,0 1 1 0 0,0-1-1 0 0,-1 0 1 0 0,1 0-1 0 0,-1 1 1 0 0,0-1-1 0 0,-1 0 1 0 0,1 1 0 0 0,-1-1-1 0 0,0 0 1 0 0,-3 7-1 0 0,0-2 21 0 0,0 0 0 0 0,-1-1-1 0 0,0 0 1 0 0,0 0 0 0 0,-1 0-1 0 0,0 0 1 0 0,-1-1 0 0 0,0 0-1 0 0,-15 13 1 0 0,-4 1 74 0 0,-48 32 1 0 0,52-39-205 0 0,-1-1 0 0 0,-1-1 0 0 0,0-1 0 0 0,0-2 0 0 0,-1 0 0 0 0,-39 10 0 0 0,64-20 58 0 0,-1 0 0 0 0,1 0 0 0 0,0 0 0 0 0,0 1 0 0 0,0-1-1 0 0,-1 0 1 0 0,1 0 0 0 0,0 0 0 0 0,0 0 0 0 0,-1 0 0 0 0,1 0 0 0 0,0 0 0 0 0,0 0 0 0 0,-1 0-1 0 0,1 1 1 0 0,0-1 0 0 0,0 0 0 0 0,-1 0 0 0 0,1 0 0 0 0,0-1 0 0 0,-1 1 0 0 0,1 0 0 0 0,0 0-1 0 0,0 0 1 0 0,-1 0 0 0 0,1 0 0 0 0,0 0 0 0 0,0 0 0 0 0,-1 0 0 0 0,1 0 0 0 0,0-1 0 0 0,0 1-1 0 0,0 0 1 0 0,-1 0 0 0 0,1 0 0 0 0,0 0 0 0 0,0-1 0 0 0,0 1 0 0 0,-1 0 0 0 0,1 0 0 0 0,0-1-1 0 0,0 1 1 0 0,0 0 0 0 0,0 0 0 0 0,0 0 0 0 0,0-1 0 0 0,0 1 0 0 0,-1 0 0 0 0,1-1 0 0 0,0 1-1 0 0,0 0 1 0 0,0 0 0 0 0,0-1 0 0 0,0 1 0 0 0,0 0 0 0 0,0 0 0 0 0,0-1 0 0 0,0 1 0 0 0,1 0-1 0 0,-1 0 1 0 0,0-1 0 0 0,0 1 0 0 0,0 0 0 0 0,0-1 0 0 0,4-10-2350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7:12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11010 0 0,'-1'0'163'0'0,"0"0"-1"0"0,0 1 0 0 0,1-1 0 0 0,-1 0 1 0 0,0 1-1 0 0,0-1 0 0 0,1 1 0 0 0,-1-1 0 0 0,0 1 1 0 0,1-1-1 0 0,-1 1 0 0 0,0 0 0 0 0,1-1 1 0 0,-1 1-1 0 0,1 0 0 0 0,-1-1 0 0 0,1 1 1 0 0,-1 0-1 0 0,1 0 0 0 0,0 0 0 0 0,-1-1 1 0 0,1 1-1 0 0,0 0 0 0 0,0 0 0 0 0,0 0 1 0 0,-1 0-1 0 0,1-1 0 0 0,0 1 0 0 0,0 0 0 0 0,0 0 1 0 0,0 0-1 0 0,1 0 0 0 0,-1 0 0 0 0,0 0 1 0 0,0-1-1 0 0,0 1 0 0 0,1 0 0 0 0,-1 0 1 0 0,1 1-1 0 0,2 7 259 0 0,1-1 0 0 0,0 0 1 0 0,5 9-1 0 0,-2-5 228 0 0,14 40 273 0 0,-3 1 0 0 0,-1 0 0 0 0,12 79 0 0 0,-16-70-1231 0 0,3 0 0 0 0,25 67 0 0 0,-33-112-945 0 0,0-2-467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7:13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339 74 10490 0 0,'-2'-5'362'0'0,"-1"1"0"0"0,1-1 0 0 0,0 1-1 0 0,-1 0 1 0 0,0 0 0 0 0,0 0 0 0 0,0 0 0 0 0,-1 1-1 0 0,1-1 1 0 0,-1 1 0 0 0,0 0 0 0 0,1 0 0 0 0,-2 0-1 0 0,1 0 1 0 0,0 1 0 0 0,0-1 0 0 0,-1 1 0 0 0,0 1-1 0 0,1-1 1 0 0,-1 0 0 0 0,0 1 0 0 0,-7-1 0 0 0,4 1-145 0 0,-1 0 1 0 0,0 0 0 0 0,0 1 0 0 0,1 0-1 0 0,-1 1 1 0 0,0 0 0 0 0,0 0 0 0 0,1 1-1 0 0,-1 0 1 0 0,1 1 0 0 0,-15 6 0 0 0,13-4-125 0 0,0 0 0 0 0,0 0 0 0 0,1 2 0 0 0,0-1 0 0 0,0 1 0 0 0,1 0 0 0 0,0 0 0 0 0,0 1 0 0 0,-8 11 0 0 0,12-14-71 0 0,0 1-1 0 0,1 0 1 0 0,0 0 0 0 0,0 1-1 0 0,0-1 1 0 0,1 0-1 0 0,-1 1 1 0 0,1 0 0 0 0,1 0-1 0 0,0-1 1 0 0,0 1-1 0 0,0 0 1 0 0,1 0 0 0 0,0 0-1 0 0,1 13 1 0 0,0-15-1 0 0,-1 0 1 0 0,1 0-1 0 0,1-1 1 0 0,-1 1-1 0 0,1 0 0 0 0,-1-1 1 0 0,1 1-1 0 0,1-1 1 0 0,-1 1-1 0 0,1-1 1 0 0,-1 0-1 0 0,1 0 1 0 0,0 0-1 0 0,1-1 0 0 0,-1 1 1 0 0,1-1-1 0 0,-1 1 1 0 0,1-1-1 0 0,0 0 1 0 0,0-1-1 0 0,0 1 0 0 0,1-1 1 0 0,5 3-1 0 0,-5-4 16 0 0,0 1 0 0 0,1-1-1 0 0,-1 1 1 0 0,1-1 0 0 0,0-1 0 0 0,-1 1-1 0 0,1-1 1 0 0,-1 0 0 0 0,1-1 0 0 0,0 1-1 0 0,-1-1 1 0 0,1 0 0 0 0,-1 0-1 0 0,1-1 1 0 0,-1 0 0 0 0,0 0 0 0 0,1 0-1 0 0,-1 0 1 0 0,0-1 0 0 0,5-4-1 0 0,-5 4-8 0 0,0-2 1 0 0,0 1-1 0 0,0 0 0 0 0,0-1 0 0 0,-1 0 0 0 0,0 0 0 0 0,0 0 0 0 0,0-1 0 0 0,-1 0 0 0 0,0 1 0 0 0,0-1 0 0 0,0 0 0 0 0,2-7 0 0 0,-2 4-6 0 0,-1-1 0 0 0,0 0 0 0 0,0 0 0 0 0,-1 1 0 0 0,0-1 0 0 0,-1 0 0 0 0,0 0 0 0 0,-1-11 0 0 0,0 17-16 0 0,0 0 0 0 0,-1 0 0 0 0,1-1 0 0 0,-1 2 0 0 0,1-1 0 0 0,-4-5 0 0 0,4 8-17 0 0,1-1 0 0 0,-1 1-1 0 0,1 0 1 0 0,-1 0 0 0 0,0 0 0 0 0,1 0 0 0 0,-1 0 0 0 0,0 0 0 0 0,0 0-1 0 0,0 1 1 0 0,0-1 0 0 0,0 0 0 0 0,0 0 0 0 0,0 1 0 0 0,0-1 0 0 0,0 0-1 0 0,0 1 1 0 0,0-1 0 0 0,0 1 0 0 0,0 0 0 0 0,-1-1 0 0 0,1 1 0 0 0,0 0-1 0 0,0-1 1 0 0,-3 1 0 0 0,3 1-3 0 0,1 0-1 0 0,-1 0 0 0 0,1 0 0 0 0,-1 0 1 0 0,0 0-1 0 0,1-1 0 0 0,0 1 1 0 0,-1 0-1 0 0,1 0 0 0 0,0 1 1 0 0,-1-1-1 0 0,1 0 0 0 0,0 0 1 0 0,0 0-1 0 0,0 0 0 0 0,0 0 1 0 0,0 0-1 0 0,0 0 0 0 0,0 0 1 0 0,0 0-1 0 0,1 2 0 0 0,3 25-31 0 0,1-10 77 0 0,0 1 0 0 0,2-1 0 0 0,0 0 0 0 0,12 19 1 0 0,-15-30-49 0 0,0-1 1 0 0,1 1-1 0 0,-1-1 1 0 0,2 0 0 0 0,-1-1-1 0 0,1 0 1 0 0,0 1 0 0 0,0-2-1 0 0,0 1 1 0 0,0-1 0 0 0,1 0-1 0 0,0 0 1 0 0,9 3-1 0 0,-8-4-287 0 0,0 0 0 0 0,0-1-1 0 0,0 0 1 0 0,0 0-1 0 0,1-1 1 0 0,-1 0-1 0 0,0-1 1 0 0,1 1-1 0 0,12-3 1 0 0,4-1-1574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7:13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57 12091 0 0,'0'0'2862'0'0,"-2"3"-2182"0"0,1 3-404 0 0,0-1 0 0 0,0 1 0 0 0,0 0 0 0 0,1 0 1 0 0,0-1-1 0 0,0 1 0 0 0,0 0 0 0 0,0 0 0 0 0,3 9 0 0 0,17 60 1098 0 0,-9-39-948 0 0,-9-27-318 0 0,1 4 11 0 0,0 0-1 0 0,1 0 1 0 0,1-1-1 0 0,0 0 0 0 0,0 0 1 0 0,9 14-1 0 0,-13-25 421 0 0,-1-2-507 0 0,1 1 1 0 0,-1-1-1 0 0,1 0 0 0 0,-1 1 0 0 0,0-1 1 0 0,1 1-1 0 0,-1-1 0 0 0,0 0 0 0 0,1 1 1 0 0,-1-1-1 0 0,0 0 0 0 0,0 0 1 0 0,1 1-1 0 0,-1-1 0 0 0,0 0 0 0 0,0 0 1 0 0,0 1-1 0 0,0-1 0 0 0,0 0 1 0 0,0 1-1 0 0,0-1 0 0 0,0 0 0 0 0,-1-1 1 0 0,-1-25 119 0 0,1 23-97 0 0,-3-36 46 0 0,1-51 1 0 0,3 80-102 0 0,1-1 1 0 0,0 0-1 0 0,1 0 1 0 0,1 1 0 0 0,-1-1-1 0 0,2 1 1 0 0,-1 0 0 0 0,2 0-1 0 0,5-11 1 0 0,-8 19 24 0 0,0 0 1 0 0,0 0-1 0 0,0 0 1 0 0,0 0-1 0 0,0 1 1 0 0,1-1-1 0 0,0 1 1 0 0,-1-1-1 0 0,1 1 1 0 0,0 0-1 0 0,0 0 1 0 0,0 0-1 0 0,0 1 1 0 0,1-1-1 0 0,-1 1 0 0 0,0-1 1 0 0,1 1-1 0 0,-1 0 1 0 0,1 1-1 0 0,-1-1 1 0 0,1 0-1 0 0,-1 1 1 0 0,1 0-1 0 0,-1 0 1 0 0,1 0-1 0 0,0 0 1 0 0,-1 1-1 0 0,5 0 1 0 0,-2 1 24 0 0,0-1 0 0 0,-1 1 0 0 0,1 0 0 0 0,-1 1 0 0 0,1-1 0 0 0,-1 1 0 0 0,0 0 0 0 0,0 1 0 0 0,0-1 0 0 0,0 1 0 0 0,0 0 0 0 0,-1 0 0 0 0,0 0 0 0 0,0 1 0 0 0,0 0 0 0 0,3 5 1 0 0,26 50 169 0 0,9 17-20 0 0,-36-70-219 0 0,-1 1 1 0 0,1-1-1 0 0,0 0 1 0 0,0-1-1 0 0,1 0 1 0 0,-1 0-1 0 0,11 7 1 0 0,-14-11-161 0 0,-1-1 1 0 0,1 0-1 0 0,-1 0 1 0 0,1 1-1 0 0,0-2 1 0 0,-1 1-1 0 0,1 0 1 0 0,0 0-1 0 0,0-1 1 0 0,-1 0-1 0 0,1 0 1 0 0,0 1-1 0 0,0-1 1 0 0,0-1 0 0 0,-1 1-1 0 0,1 0 1 0 0,0-1-1 0 0,0 0 1 0 0,0 1-1 0 0,-1-1 1 0 0,1 0-1 0 0,4-3 1 0 0,8-4-1892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7:14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0 14387 0 0,'-2'2'174'0'0,"1"0"1"0"0,0-1-1 0 0,0 1 1 0 0,0 0-1 0 0,0 0 1 0 0,1 0-1 0 0,-1 0 0 0 0,0 0 1 0 0,1 0-1 0 0,-1 0 1 0 0,1 0-1 0 0,0 0 1 0 0,0 0-1 0 0,-1 0 0 0 0,1 0 1 0 0,1 0-1 0 0,-1 3 1 0 0,8 37 1425 0 0,-6-36-1338 0 0,9 34 286 0 0,2 0-1 0 0,2-1 0 0 0,2 0 1 0 0,1-2-1 0 0,2 0 0 0 0,1-1 0 0 0,30 38 1 0 0,-43-63-503 0 0,-3-3-5 0 0,0-1 0 0 0,1 0 0 0 0,-1-1 0 0 0,1 1 0 0 0,1-1 0 0 0,-1 0 0 0 0,1-1 0 0 0,0 1 0 0 0,11 5 0 0 0,-17-11-24 0 0,-1 1-1 0 0,1-1 1 0 0,-1 0 0 0 0,1 0-1 0 0,0 0 1 0 0,-1 0 0 0 0,1 0-1 0 0,0 0 1 0 0,-1 0 0 0 0,1 0-1 0 0,-1 0 1 0 0,1 0 0 0 0,0 0-1 0 0,-1 0 1 0 0,1 0-1 0 0,-1 0 1 0 0,1-1 0 0 0,0 1-1 0 0,-1 0 1 0 0,1 0 0 0 0,-1-1-1 0 0,1 1 1 0 0,-1 0 0 0 0,1-1-1 0 0,-1 1 1 0 0,1-1-1 0 0,0 0 1 0 0,8-19 281 0 0,-3-28 5 0 0,-6 46-285 0 0,-3-51 121 0 0,0-6-79 0 0,3 54-66 0 0,1 0 0 0 0,-1 0 0 0 0,1 0 0 0 0,0 0 0 0 0,0 1 0 0 0,0-1 0 0 0,1 0 0 0 0,3-7 0 0 0,-4 11-2 0 0,-1 0-1 0 0,0 0 0 0 0,1 0 1 0 0,-1 1-1 0 0,1-1 0 0 0,-1 0 0 0 0,1 1 1 0 0,-1-1-1 0 0,1 0 0 0 0,0 1 0 0 0,-1-1 1 0 0,1 1-1 0 0,0-1 0 0 0,-1 1 1 0 0,1-1-1 0 0,0 1 0 0 0,-1-1 0 0 0,1 1 1 0 0,0 0-1 0 0,0 0 0 0 0,0-1 0 0 0,0 1 1 0 0,-1 0-1 0 0,1 0 0 0 0,0 0 1 0 0,0 0-1 0 0,0 0 0 0 0,0 0 0 0 0,-1 0 1 0 0,1 0-1 0 0,0 0 0 0 0,0 0 1 0 0,0 0-1 0 0,0 0 0 0 0,-1 1 0 0 0,1-1 1 0 0,0 0-1 0 0,0 1 0 0 0,0-1 0 0 0,-1 1 1 0 0,1-1-1 0 0,0 1 0 0 0,-1-1 1 0 0,1 1-1 0 0,0-1 0 0 0,-1 1 0 0 0,1-1 1 0 0,-1 1-1 0 0,1 0 0 0 0,0 1 1 0 0,6 5-4 0 0,-1 1 0 0 0,0 0 0 0 0,7 14 0 0 0,-7-11 43 0 0,15 22 23 0 0,-9-13-27 0 0,0-1 0 0 0,1 0 0 0 0,1-1 0 0 0,1-1 0 0 0,0 0 0 0 0,18 16 0 0 0,-30-31-182 0 0,0 0 1 0 0,0 0-1 0 0,0 0 1 0 0,0-1 0 0 0,1 1-1 0 0,-1-1 1 0 0,0 1-1 0 0,1-1 1 0 0,-1 0-1 0 0,1 0 1 0 0,-1-1 0 0 0,1 1-1 0 0,-1-1 1 0 0,1 0-1 0 0,0 0 1 0 0,-1 0-1 0 0,1 0 1 0 0,-1 0-1 0 0,4-2 1 0 0,5-4-2771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7:14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72 15339 0 0,'0'0'72'0'0,"-1"-1"-1"0"0,1 1 0 0 0,0 0 1 0 0,-1 0-1 0 0,1 0 1 0 0,0 0-1 0 0,-1 0 0 0 0,1 0 1 0 0,-1 0-1 0 0,1 1 0 0 0,0-1 1 0 0,-1 0-1 0 0,1 0 1 0 0,0 0-1 0 0,-1 0 0 0 0,1 0 1 0 0,0 1-1 0 0,-1-1 0 0 0,1 0 1 0 0,0 0-1 0 0,-1 0 1 0 0,1 1-1 0 0,0-1 0 0 0,0 0 1 0 0,-1 0-1 0 0,1 1 0 0 0,0-1 1 0 0,0 0-1 0 0,0 1 1 0 0,-1-1-1 0 0,1 0 0 0 0,0 1 1 0 0,0-1-1 0 0,0 0 0 0 0,0 1 1 0 0,0-1-1 0 0,0 0 1 0 0,0 1-1 0 0,-1-1 0 0 0,1 1 1 0 0,0-1-1 0 0,1 1 0 0 0,-2 18 548 0 0,5-10-487 0 0,0-1-1 0 0,1 0 1 0 0,0-1 0 0 0,1 1 0 0 0,-1-1-1 0 0,1 0 1 0 0,1 0 0 0 0,-1-1 0 0 0,13 9-1 0 0,10 13-12 0 0,-14-11-40 0 0,0 2 0 0 0,-1-1 1 0 0,-1 2-1 0 0,0 0 0 0 0,-2 1 0 0 0,0 0 0 0 0,13 39 1 0 0,-21-49 239 0 0,-6-16 419 0 0,-5-18-143 0 0,7 19-572 0 0,-25-118 311 0 0,23 106-324 0 0,1 1-1 0 0,1-1 0 0 0,1 0 1 0 0,0 1-1 0 0,5-31 0 0 0,-4 43-23 0 0,-1 0 0 0 0,1 1 0 0 0,-1-1-1 0 0,1 0 1 0 0,0 0 0 0 0,0 1 0 0 0,1-1-1 0 0,-1 1 1 0 0,1-1 0 0 0,-1 1 0 0 0,1-1-1 0 0,0 1 1 0 0,-1 0 0 0 0,1 0 0 0 0,1 0 0 0 0,2-3-1 0 0,-3 4 2 0 0,0 0 0 0 0,1 0-1 0 0,-1 0 1 0 0,0 1-1 0 0,0-1 1 0 0,1 1 0 0 0,-1 0-1 0 0,0-1 1 0 0,1 1 0 0 0,-1 0-1 0 0,0 0 1 0 0,1 0-1 0 0,-1 1 1 0 0,0-1 0 0 0,1 1-1 0 0,-1-1 1 0 0,0 1 0 0 0,0 0-1 0 0,1 0 1 0 0,2 2 0 0 0,24 11 65 0 0,-1 2 0 0 0,39 29 0 0 0,-42-26 22 0 0,1-2 0 0 0,0-1 1 0 0,30 12-1 0 0,-35-19-11 0 0,0-1 0 0 0,0-2 0 0 0,24 5 0 0 0,-36-9-22 0 0,1-1 0 0 0,-1 0 0 0 0,1 0 0 0 0,-1-1 0 0 0,1-1 0 0 0,0 1-1 0 0,-1-2 1 0 0,1 1 0 0 0,15-6 0 0 0,-21 6-16 0 0,0 0 1 0 0,-1-1-1 0 0,1 1 0 0 0,0-1 0 0 0,0 0 0 0 0,-1 0 0 0 0,1-1 0 0 0,-1 1 0 0 0,0-1 0 0 0,0 0 0 0 0,0 1 0 0 0,0-1 0 0 0,0-1 0 0 0,-1 1 0 0 0,1 0 0 0 0,-1-1 0 0 0,0 1 0 0 0,0-1 0 0 0,0 0 0 0 0,0 1 0 0 0,-1-1 0 0 0,0 0 0 0 0,1 0 1 0 0,-1-5-1 0 0,0 3-9 0 0,-1-1 1 0 0,0 1-1 0 0,0 0 0 0 0,-1-1 1 0 0,0 1-1 0 0,0 0 1 0 0,0 0-1 0 0,-1 0 1 0 0,0 0-1 0 0,0 0 1 0 0,0 0-1 0 0,-1 0 1 0 0,0 1-1 0 0,0-1 0 0 0,-4-5 1 0 0,-2 0-18 0 0,1 0-1 0 0,-1 0 1 0 0,-1 1-1 0 0,0 0 1 0 0,0 0 0 0 0,-16-10-1 0 0,22 18-8 0 0,1 0-1 0 0,-1-1 0 0 0,0 2 0 0 0,0-1 0 0 0,0 0 0 0 0,0 1 0 0 0,0 0 1 0 0,0 0-1 0 0,0 0 0 0 0,-9-1 0 0 0,10 3-1 0 0,0-1 1 0 0,1 0-1 0 0,-1 1 0 0 0,0-1 0 0 0,0 1 1 0 0,1 0-1 0 0,-1 0 0 0 0,0 0 0 0 0,1 0 1 0 0,-1 0-1 0 0,1 1 0 0 0,0-1 0 0 0,-1 1 1 0 0,1-1-1 0 0,0 1 0 0 0,0 0 0 0 0,0 0 1 0 0,-3 3-1 0 0,2 0 4 0 0,-1 1 0 0 0,0-1 0 0 0,1 0 0 0 0,0 1-1 0 0,1 0 1 0 0,-1 0 0 0 0,1 0 0 0 0,0 0 0 0 0,0 0 0 0 0,1 0 0 0 0,0 1 0 0 0,0-1 0 0 0,0 0 0 0 0,1 1 0 0 0,0-1 0 0 0,0 1 0 0 0,1-1 0 0 0,0 0-1 0 0,0 1 1 0 0,0-1 0 0 0,1 0 0 0 0,2 8 0 0 0,7 13 132 0 0,0 0-1 0 0,2 0 1 0 0,25 39-1 0 0,-19-35 82 0 0,-10-16-115 0 0,90 168 1191 0 0,-83-150-968 0 0,-1 2 0 0 0,-2 0 0 0 0,13 57 1 0 0,-25-85-251 0 0,1 1 1 0 0,-1-1 0 0 0,-1 1 0 0 0,1-1 0 0 0,-1 1 0 0 0,-1-1 0 0 0,1 1-1 0 0,-1-1 1 0 0,-3 12 0 0 0,3-15-24 0 0,-1 0 1 0 0,0 0-1 0 0,0 0 0 0 0,0-1 0 0 0,0 1 0 0 0,0-1 0 0 0,0 1 0 0 0,-1-1 1 0 0,0 0-1 0 0,0 0 0 0 0,0 0 0 0 0,0 0 0 0 0,0-1 0 0 0,-1 1 1 0 0,1-1-1 0 0,-1 0 0 0 0,1 0 0 0 0,-7 3 0 0 0,-13 2 21 0 0,0 0 0 0 0,-1-2 0 0 0,1 0 0 0 0,-1-2 0 0 0,0 0 0 0 0,0-2 0 0 0,0-1 0 0 0,0-1 0 0 0,-41-6 0 0 0,55 6-367 0 0,0-1 0 0 0,0 0 1 0 0,0 0-1 0 0,0-1 0 0 0,0-1 1 0 0,0 0-1 0 0,1 0 0 0 0,0 0 1 0 0,-11-8-1 0 0,4-1-2664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7:14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21 20644 0 0,'-5'-7'721'0'0,"0"4"-65"0"0,2 0 8 0 0,-2-1-232 0 0,2 1 480 0 0,13 6-1480 0 0,1 2-16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7:15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11570 0 0,'0'0'3252'0'0,"4"-1"-2463"0"0,6 1-279 0 0,1-1-1 0 0,0 1 0 0 0,-1 1 0 0 0,1 0 0 0 0,13 3 0 0 0,17 2 407 0 0,155 3 1366 0 0,-106-7-1251 0 0,167 26-1 0 0,-244-26-950 0 0,0 1-1 0 0,0 1 1 0 0,0 0 0 0 0,0 1 0 0 0,14 8-1 0 0,-25-13-62 0 0,0 1-1 0 0,0 0 1 0 0,0 0-1 0 0,0 1 1 0 0,0-1-1 0 0,0 0 1 0 0,-1 1-1 0 0,1-1 1 0 0,0 1-1 0 0,-1-1 1 0 0,1 1-1 0 0,-1 0 1 0 0,0 0-1 0 0,0 0 1 0 0,1-1-1 0 0,-1 1 1 0 0,-1 0-1 0 0,1 1 1 0 0,0-1-1 0 0,0 0 0 0 0,-1 0 1 0 0,1 0-1 0 0,-1 0 1 0 0,0 0-1 0 0,1 1 1 0 0,-1-1-1 0 0,0 0 1 0 0,0 0-1 0 0,-1 1 1 0 0,1-1-1 0 0,0 0 1 0 0,-1 0-1 0 0,1 0 1 0 0,-1 0-1 0 0,0 0 1 0 0,0 0-1 0 0,1 0 1 0 0,-2 0-1 0 0,-1 4 1 0 0,-15 19 190 0 0,-1 0 1 0 0,-2-1 0 0 0,0-1 0 0 0,-43 36-1 0 0,52-48-117 0 0,-375 293 2020 0 0,382-301-2099 0 0,3-1-6 0 0,0-1-1 0 0,1 0 1 0 0,-1 0 0 0 0,0 1 0 0 0,1-1-1 0 0,0 1 1 0 0,-1 0 0 0 0,1-1 0 0 0,-2 5-1 0 0,2-6-125 0 0,10-12-2629 0 0,0 3 235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7:16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279 127 5793 0 0,'2'-5'774'0'0,"1"0"-1"0"0,-1 0 1 0 0,-1 0-1 0 0,1 0 0 0 0,-1-1 1 0 0,0 1-1 0 0,0 0 1 0 0,0-1-1 0 0,-1 1 0 0 0,0-1 1 0 0,0 1-1 0 0,-1-11 1 0 0,0 13-588 0 0,0 1 1 0 0,1-1-1 0 0,-1 1 0 0 0,0 0 1 0 0,0-1-1 0 0,0 1 1 0 0,-1 0-1 0 0,1 0 1 0 0,0 0-1 0 0,-1 0 1 0 0,0 0-1 0 0,1 0 0 0 0,-1 0 1 0 0,0 0-1 0 0,0 1 1 0 0,0-1-1 0 0,0 1 1 0 0,0-1-1 0 0,0 1 0 0 0,0 0 1 0 0,-1 0-1 0 0,1 0 1 0 0,0 0-1 0 0,-1 0 1 0 0,1 1-1 0 0,-1-1 1 0 0,1 1-1 0 0,-1-1 0 0 0,1 1 1 0 0,-3 0-1 0 0,-5 0 3 0 0,1 1-1 0 0,-1 0 0 0 0,1 0 1 0 0,-1 1-1 0 0,1 0 0 0 0,0 1 1 0 0,0 0-1 0 0,0 0 0 0 0,0 1 1 0 0,0 0-1 0 0,1 0 0 0 0,0 1 1 0 0,0 1-1 0 0,0-1 1 0 0,1 1-1 0 0,-8 7 0 0 0,8-7-155 0 0,0 1-1 0 0,0 0 1 0 0,1 1 0 0 0,0-1-1 0 0,0 1 1 0 0,1 0-1 0 0,0 1 1 0 0,0-1 0 0 0,1 1-1 0 0,0 0 1 0 0,1 0-1 0 0,0 0 1 0 0,0 1 0 0 0,1-1-1 0 0,-2 16 1 0 0,4-19-19 0 0,1 0 1 0 0,-1 0-1 0 0,1 0 1 0 0,0-1-1 0 0,1 1 1 0 0,0 0-1 0 0,0 0 1 0 0,0-1-1 0 0,0 0 1 0 0,1 1-1 0 0,0-1 1 0 0,0 0-1 0 0,0 0 1 0 0,1 0-1 0 0,0-1 1 0 0,0 1-1 0 0,7 6 1 0 0,8 5 55 0 0,1 0 1 0 0,40 23 0 0 0,-42-28-43 0 0,19 11 26 0 0,-18-12-22 0 0,0 2 0 0 0,33 25 0 0 0,-48-34-30 0 0,0 1-1 0 0,-1-1 0 0 0,1 1 1 0 0,-1 0-1 0 0,0 0 1 0 0,0 0-1 0 0,0 0 0 0 0,0 1 1 0 0,-1-1-1 0 0,0 1 0 0 0,0 0 1 0 0,0-1-1 0 0,0 1 0 0 0,-1 0 1 0 0,0 0-1 0 0,0 0 1 0 0,1 9-1 0 0,-2-11 2 0 0,-1 0-1 0 0,1-1 1 0 0,-1 1 0 0 0,0 0-1 0 0,1-1 1 0 0,-1 1 0 0 0,0-1 0 0 0,-1 1-1 0 0,1-1 1 0 0,0 1 0 0 0,-1-1-1 0 0,1 0 1 0 0,-1 0 0 0 0,0 0 0 0 0,0 0-1 0 0,0 0 1 0 0,0 0 0 0 0,0 0-1 0 0,0-1 1 0 0,0 1 0 0 0,-3 1 0 0 0,-7 4-46 0 0,0-1 0 0 0,0-1 0 0 0,-13 5 1 0 0,17-7-20 0 0,-1 1-85 0 0,-5 2-383 0 0,0-1-1 0 0,0 0 0 0 0,-1-1 1 0 0,1-1-1 0 0,-30 4 0 0 0,58-24 74 0 0,100-54 136 0 0,37-26 561 0 0,-102 64-47 0 0,-28 19-1 0 0,0 0-1 0 0,-1 0 0 0 0,0-2 0 0 0,-2-1 0 0 0,25-27 0 0 0,-40 40-143 0 0,0 1 1 0 0,-1-1-1 0 0,0 0 1 0 0,0 0-1 0 0,0 0 1 0 0,0 0-1 0 0,-1 0 1 0 0,0 0-1 0 0,0 0 0 0 0,0-1 1 0 0,0 1-1 0 0,0 0 1 0 0,-1-1-1 0 0,0 1 1 0 0,0-8-1 0 0,-1 10-18 0 0,1-1 0 0 0,-1 1-1 0 0,0-1 1 0 0,1 0 0 0 0,-1 1-1 0 0,0 0 1 0 0,-1-1 0 0 0,1 1 0 0 0,0 0-1 0 0,-1-1 1 0 0,1 1 0 0 0,-1 0 0 0 0,0 0-1 0 0,1 0 1 0 0,-1 1 0 0 0,0-1-1 0 0,0 0 1 0 0,-1 1 0 0 0,1-1 0 0 0,0 1-1 0 0,0-1 1 0 0,-1 1 0 0 0,1 0-1 0 0,-1 0 1 0 0,1 0 0 0 0,-5 0 0 0 0,2-1-1 0 0,0 1 0 0 0,0 0 0 0 0,0 1 0 0 0,0-1 1 0 0,0 1-1 0 0,0 0 0 0 0,0 1 0 0 0,0-1 0 0 0,0 1 0 0 0,1 0 1 0 0,-1 0-1 0 0,0 0 0 0 0,0 1 0 0 0,1-1 0 0 0,-1 1 0 0 0,1 0 1 0 0,-1 1-1 0 0,-7 4 0 0 0,8-3-13 0 0,-1 0 1 0 0,1 0-1 0 0,0 0 1 0 0,1 1-1 0 0,-1-1 1 0 0,1 1-1 0 0,-1 0 1 0 0,2 0-1 0 0,-1 0 0 0 0,0 0 1 0 0,1 1-1 0 0,0-1 1 0 0,0 1-1 0 0,1-1 1 0 0,-2 12-1 0 0,2-10 4 0 0,0 0-1 0 0,0 0 0 0 0,1 0 1 0 0,0 0-1 0 0,1 0 1 0 0,-1 0-1 0 0,2 0 0 0 0,-1-1 1 0 0,1 1-1 0 0,-1 0 1 0 0,2 0-1 0 0,-1-1 0 0 0,4 7 1 0 0,-3-9-41 0 0,-1 0 0 0 0,1 0 0 0 0,0 0 0 0 0,0-1 0 0 0,0 0 1 0 0,0 1-1 0 0,1-1 0 0 0,0 0 0 0 0,-1-1 0 0 0,1 1 0 0 0,0-1 0 0 0,0 1 0 0 0,0-1 0 0 0,0 0 0 0 0,1-1 1 0 0,-1 1-1 0 0,1-1 0 0 0,-1 0 0 0 0,1 0 0 0 0,-1 0 0 0 0,6 0 0 0 0,2-1-588 0 0,-1 1 0 0 0,1-2 0 0 0,-1 0 1 0 0,1 0-1 0 0,-1-1 0 0 0,22-6 0 0 0,-12 0-1153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7:17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34 107 12547 0 0,'-1'-1'93'0'0,"0"1"1"0"0,0 0-1 0 0,1 0 0 0 0,-1 0 1 0 0,0 0-1 0 0,0 0 1 0 0,1 0-1 0 0,-1 0 1 0 0,0 0-1 0 0,0 1 1 0 0,0-1-1 0 0,1 0 0 0 0,-1 0 1 0 0,0 0-1 0 0,0 1 1 0 0,1-1-1 0 0,-1 1 1 0 0,0-1-1 0 0,1 0 0 0 0,-1 1 1 0 0,1-1-1 0 0,-1 1 1 0 0,0-1-1 0 0,1 1 1 0 0,-1 0-1 0 0,1-1 1 0 0,-1 1-1 0 0,1 0 0 0 0,0-1 1 0 0,-1 1-1 0 0,1 0 1 0 0,0-1-1 0 0,-1 1 1 0 0,1 0-1 0 0,0 0 0 0 0,0-1 1 0 0,-1 1-1 0 0,1 1 1 0 0,-9 32 1983 0 0,8-23-1613 0 0,0 0-1 0 0,1 0 1 0 0,0 0 0 0 0,1 0-1 0 0,0 0 1 0 0,5 18 0 0 0,21 65 866 0 0,-17-64-1076 0 0,-3-8-89 0 0,-6-15-100 0 0,1 1-1 0 0,0 0 1 0 0,1-1-1 0 0,0 1 1 0 0,0-1-1 0 0,1 0 1 0 0,0 0-1 0 0,5 7 1 0 0,-8-13 109 0 0,-1-2-144 0 0,1 1 0 0 0,-1-1 0 0 0,1 1 0 0 0,-1 0-1 0 0,1-1 1 0 0,-1 1 0 0 0,0-1 0 0 0,1 1-1 0 0,-1-1 1 0 0,0 0 0 0 0,1 1 0 0 0,-1-1-1 0 0,0 1 1 0 0,0-1 0 0 0,1 0 0 0 0,-1 1-1 0 0,0-1 1 0 0,0 0 0 0 0,1-36 197 0 0,-2 1 0 0 0,-6-41 0 0 0,-1-45-223 0 0,8 108-28 0 0,1-1 0 0 0,0 0 1 0 0,1 1-1 0 0,1-1 0 0 0,0 1 0 0 0,6-16 1 0 0,-8 26-15 0 0,1 0 0 0 0,0 0 0 0 0,0 0-1 0 0,0 0 1 0 0,0 0 0 0 0,1 0 0 0 0,0 1 0 0 0,-1-1 0 0 0,1 1 0 0 0,0 0 0 0 0,1 0 0 0 0,-1 0 0 0 0,1 0 0 0 0,-1 0 0 0 0,1 1 0 0 0,0 0 0 0 0,0-1 0 0 0,0 1 0 0 0,0 1 0 0 0,0-1 0 0 0,0 1 0 0 0,0-1 0 0 0,6 0-1 0 0,2 1-49 0 0,0 0-1 0 0,0 1 0 0 0,0 1 0 0 0,0-1 0 0 0,-1 2 0 0 0,1 0 0 0 0,18 5 0 0 0,-27-7 67 0 0,0 1-1 0 0,1 0 1 0 0,-1 0-1 0 0,0 0 1 0 0,0 1-1 0 0,0-1 1 0 0,0 1-1 0 0,0 0 1 0 0,0 0-1 0 0,-1 0 1 0 0,1 0-1 0 0,0 0 1 0 0,3 5-1 0 0,-4-4 20 0 0,-1-1-1 0 0,0 1 0 0 0,1-1 0 0 0,-1 1 0 0 0,0 0 0 0 0,0-1 1 0 0,-1 1-1 0 0,1 0 0 0 0,-1 0 0 0 0,1 0 0 0 0,-1 0 0 0 0,0-1 0 0 0,0 1 1 0 0,0 0-1 0 0,0 0 0 0 0,-1 0 0 0 0,0 4 0 0 0,-4 14 251 0 0,-12 32-1 0 0,10-36-132 0 0,2 0 0 0 0,0 1 0 0 0,-2 18 0 0 0,6-29-81 0 0,1-1 1 0 0,-1 0-1 0 0,1 1 0 0 0,1-1 1 0 0,0 1-1 0 0,0-1 0 0 0,0 0 0 0 0,0 1 1 0 0,1-1-1 0 0,0 0 0 0 0,0 0 1 0 0,6 9-1 0 0,-4-8 6 0 0,1 1 0 0 0,-1-1 0 0 0,2-1 0 0 0,-1 1 0 0 0,1-1 0 0 0,0 0 0 0 0,0 0 0 0 0,1 0 0 0 0,0-1-1 0 0,0 0 1 0 0,0-1 0 0 0,0 1 0 0 0,1-1 0 0 0,0-1 0 0 0,0 1 0 0 0,0-1 0 0 0,0-1 0 0 0,0 0 0 0 0,1 0 0 0 0,-1 0 0 0 0,0-1 0 0 0,1 0 0 0 0,0-1 0 0 0,-1 0 0 0 0,1 0 0 0 0,-1-1 0 0 0,1 0 0 0 0,-1-1 0 0 0,1 0 0 0 0,-1 0 0 0 0,0 0-1 0 0,0-1 1 0 0,0-1 0 0 0,0 1 0 0 0,-1-1 0 0 0,1 0 0 0 0,12-10 0 0 0,-14 9-9 0 0,0 0 1 0 0,-1 0-1 0 0,0-1 0 0 0,1 0 1 0 0,-2 1-1 0 0,1-2 0 0 0,-1 1 0 0 0,0-1 1 0 0,0 1-1 0 0,0-1 0 0 0,-1 0 0 0 0,4-12 1 0 0,-6 13-17 0 0,0 1 1 0 0,0-1-1 0 0,0 0 1 0 0,-1 0 0 0 0,0 0-1 0 0,0 0 1 0 0,0 0-1 0 0,-1 0 1 0 0,0 0 0 0 0,0 0-1 0 0,-1 1 1 0 0,1-1-1 0 0,-1 0 1 0 0,0 1 0 0 0,-1-1-1 0 0,-5-9 1 0 0,1 4-9 0 0,-1 0 0 0 0,0 0 0 0 0,-1 1 0 0 0,0 0 0 0 0,-1 1-1 0 0,0 0 1 0 0,0 0 0 0 0,-14-8 0 0 0,16 12-60 0 0,1 0-1 0 0,-1 1 0 0 0,0 0 0 0 0,-1 0 0 0 0,1 1 1 0 0,-1 0-1 0 0,0 1 0 0 0,1 0 0 0 0,-1 0 0 0 0,0 0 1 0 0,0 2-1 0 0,0-1 0 0 0,-12 1 0 0 0,-15 10-906 0 0,35-10 733 0 0,-1 1 0 0 0,0 0 0 0 0,1-1 0 0 0,-1 1-1 0 0,0 0 1 0 0,1 0 0 0 0,-1 0 0 0 0,1 0 0 0 0,-1 0 0 0 0,1 1 0 0 0,0-1-1 0 0,0 0 1 0 0,-1 1 0 0 0,1-1 0 0 0,0 1 0 0 0,0-1 0 0 0,0 1 0 0 0,-1 2-1 0 0,2 5-2595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7:17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8 15763 0 0,'-6'-7'5554'0'0,"2"16"-4588"0"0,2-1-794 0 0,1 1-1 0 0,0-1 0 0 0,1 1 1 0 0,0 0-1 0 0,1-1 0 0 0,0 1 1 0 0,0 0-1 0 0,3 10 1 0 0,-2-8-46 0 0,55 247 1104 0 0,-45-218-1204 0 0,1 0 1 0 0,3-1-1 0 0,1-1 0 0 0,30 48 0 0 0,-19-48-2307 0 0,-28-53 244 0 0,-28-39 87 0 0,18 37 1878 0 0,1-1 0 0 0,-7-20-1 0 0,14 33 209 0 0,0-1 0 0 0,1 1 0 0 0,0-1 1 0 0,0 0-1 0 0,0 0 0 0 0,1 0 0 0 0,-1 1 0 0 0,2-1 0 0 0,-1 0 0 0 0,0 0 1 0 0,3-8-1 0 0,-3 12-62 0 0,1 0-1 0 0,-1 0 1 0 0,1 0 0 0 0,0 0 0 0 0,-1 0 0 0 0,1 1 0 0 0,0-1 0 0 0,0 0-1 0 0,1 0 1 0 0,-1 1 0 0 0,0-1 0 0 0,0 1 0 0 0,1-1 0 0 0,-1 1 0 0 0,1-1-1 0 0,-1 1 1 0 0,1 0 0 0 0,0 0 0 0 0,2-2 0 0 0,-1 2 6 0 0,0 0 1 0 0,0 1-1 0 0,0-1 1 0 0,0 1-1 0 0,-1-1 1 0 0,1 1-1 0 0,0 0 1 0 0,0 0-1 0 0,0 0 0 0 0,0 0 1 0 0,0 1-1 0 0,3 0 1 0 0,3 1 82 0 0,-1 0 0 0 0,0 1 1 0 0,0 0-1 0 0,0 1 0 0 0,-1 0 1 0 0,1 0-1 0 0,-1 1 0 0 0,8 6 1 0 0,8 9 98 0 0,-2 2 1 0 0,0 1-1 0 0,-2 1 1 0 0,18 26-1 0 0,2 3-73 0 0,-15-28-407 0 0,-23-24 44 0 0,0 0 0 0 0,1 0 0 0 0,-1 0 0 0 0,1 0 0 0 0,0 0 0 0 0,-1 0 0 0 0,1-1 0 0 0,0 1 0 0 0,-1-1 0 0 0,1 1 0 0 0,0-1 0 0 0,0 1 0 0 0,-1-1 0 0 0,1 0 0 0 0,0 0 0 0 0,0 0 0 0 0,2 0 0 0 0,6-3-2476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7:18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15963 0 0,'0'0'1041'0'0,"6"5"-977"0"0,3-1 24 0 0,-1 1-24 0 0,2 3-32 0 0,2 0-16 0 0,-1 1-48 0 0,4-1-560 0 0,0 4-161 0 0,2-2-7 0 0,0 1-624 0 0,3 1-865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7:18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93 147 4145 0 0,'6'9'615'0'0,"3"4"1218"0"0,1 2 0 0 0,-2-1-1 0 0,10 24 1 0 0,-16-34-1375 0 0,-1 0 0 0 0,0 1 0 0 0,0-1 0 0 0,0 0 0 0 0,0 0 0 0 0,0 1 0 0 0,-1-1 0 0 0,0 1 0 0 0,0-1 0 0 0,0 0 0 0 0,-1 1 0 0 0,1-1 0 0 0,-1 0 1 0 0,0 1-1 0 0,0-1 0 0 0,0 0 0 0 0,-1 0 0 0 0,-3 7 0 0 0,5-11-376 0 0,-1 1 0 0 0,1 0 0 0 0,0-1 0 0 0,-1 1 1 0 0,1-1-1 0 0,-1 1 0 0 0,1 0 0 0 0,-1-1 0 0 0,1 1 1 0 0,-1-1-1 0 0,0 1 0 0 0,1-1 0 0 0,-1 0 0 0 0,0 1 0 0 0,1-1 1 0 0,-1 0-1 0 0,0 1 0 0 0,1-1 0 0 0,-1 0 0 0 0,0 0 0 0 0,1 0 1 0 0,-1 1-1 0 0,0-1 0 0 0,0 0 0 0 0,-1 0 0 0 0,1-1 9 0 0,-1 1-1 0 0,0-1 1 0 0,0 1 0 0 0,0-1-1 0 0,1 1 1 0 0,-1-1-1 0 0,0 0 1 0 0,1 0-1 0 0,-1 0 1 0 0,-1-1 0 0 0,-4-4 49 0 0,0 0 0 0 0,0 0 1 0 0,-6-9-1 0 0,12 14-104 0 0,-7-9 1 0 0,1 0-1 0 0,0 0 1 0 0,0-1 0 0 0,1 0 0 0 0,0 0 0 0 0,1-1-1 0 0,0 1 1 0 0,1-1 0 0 0,0 0 0 0 0,-2-15 0 0 0,5 22-44 0 0,0-1 1 0 0,0 0-1 0 0,1 0 1 0 0,0 0-1 0 0,0 1 1 0 0,1-1-1 0 0,-1 0 1 0 0,1 0-1 0 0,0 0 1 0 0,1 1-1 0 0,-1-1 1 0 0,1 1-1 0 0,0-1 1 0 0,1 1 0 0 0,-1-1-1 0 0,1 1 1 0 0,0 0-1 0 0,0 1 1 0 0,1-1-1 0 0,0 0 1 0 0,0 1-1 0 0,0 0 1 0 0,8-7-1 0 0,-9 8-13 0 0,0 1 0 0 0,0 0 1 0 0,0 0-1 0 0,1 1 0 0 0,-1-1 0 0 0,1 0 0 0 0,-1 1 0 0 0,1 0 0 0 0,-1 0 0 0 0,1 0 0 0 0,0 0 0 0 0,0 1 0 0 0,-1 0 1 0 0,1-1-1 0 0,0 1 0 0 0,5 1 0 0 0,-3 0-2 0 0,0 0 0 0 0,0 1 0 0 0,0 0 0 0 0,-1 0 1 0 0,1 0-1 0 0,0 1 0 0 0,-1 0 0 0 0,0 0 0 0 0,7 5 0 0 0,4 5 25 0 0,-2 0-1 0 0,1 2 0 0 0,-2-1 1 0 0,0 1-1 0 0,12 19 1 0 0,9 20 73 0 0,-26-40-134 0 0,0 0-1 0 0,1-1 0 0 0,1 0 1 0 0,-1 0-1 0 0,2-1 1 0 0,12 11-1 0 0,-22-22-74 0 0,0 0 1 0 0,0 0-1 0 0,0 0 1 0 0,1 0-1 0 0,-1 0 0 0 0,0-1 1 0 0,0 1-1 0 0,1 0 0 0 0,-1-1 1 0 0,1 0-1 0 0,-1 1 0 0 0,0-1 1 0 0,1 0-1 0 0,-1 1 0 0 0,1-1 1 0 0,-1 0-1 0 0,1 0 1 0 0,-1 0-1 0 0,1 0 0 0 0,-1 0 1 0 0,3-1-1 0 0,-2 0-310 0 0,0 0 0 0 0,0 0-1 0 0,0 0 1 0 0,0-1 0 0 0,-1 1 0 0 0,1 0 0 0 0,0-1 0 0 0,0 1 0 0 0,-1-1-1 0 0,1 1 1 0 0,-1-1 0 0 0,3-4 0 0 0,3-5-2108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7:18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0 12619 0 0,'-1'49'4720'0'0,"0"-22"-3228"0"0,1-1-1 0 0,1 1 1 0 0,8 50 0 0 0,-8-70-1411 0 0,1 0-1 0 0,0 0 1 0 0,1 0 0 0 0,0 0 0 0 0,0 0-1 0 0,0-1 1 0 0,1 1 0 0 0,-1-1 0 0 0,2 0 0 0 0,-1 0-1 0 0,1-1 1 0 0,0 1 0 0 0,0-1 0 0 0,0 0-1 0 0,1 0 1 0 0,0-1 0 0 0,0 1 0 0 0,0-1 0 0 0,7 3-1 0 0,-8-5-41 0 0,-1 1 0 0 0,1-1-1 0 0,0-1 1 0 0,0 1 0 0 0,0-1-1 0 0,1 0 1 0 0,-1 0 0 0 0,0 0-1 0 0,0-1 1 0 0,1 0 0 0 0,-1 0-1 0 0,0 0 1 0 0,0-1 0 0 0,1 1-1 0 0,-1-1 1 0 0,0 0 0 0 0,0-1-1 0 0,0 0 1 0 0,0 1 0 0 0,6-4-1 0 0,-6 2-4 0 0,0 0 0 0 0,0-1 0 0 0,-1 0-1 0 0,1 1 1 0 0,-1-1 0 0 0,0-1 0 0 0,0 1 0 0 0,0-1-1 0 0,0 1 1 0 0,-1-1 0 0 0,0 0 0 0 0,0 0 0 0 0,0-1-1 0 0,0 1 1 0 0,-1-1 0 0 0,0 1 0 0 0,2-11 0 0 0,-2 7-18 0 0,-1 0 0 0 0,0 1 0 0 0,-1-1 0 0 0,0 0 0 0 0,0 1 0 0 0,-1-1-1 0 0,0 0 1 0 0,0 1 0 0 0,-1-1 0 0 0,-4-11 0 0 0,1 8-35 0 0,1 0 0 0 0,-2 1 0 0 0,0 0 0 0 0,0 0-1 0 0,-1 0 1 0 0,-13-16 0 0 0,20 27 9 0 0,0 0 0 0 0,-1 0 0 0 0,1-1 0 0 0,0 1 1 0 0,0 0-1 0 0,0 0 0 0 0,0 0 0 0 0,0-1 0 0 0,-1 1 0 0 0,1 0 0 0 0,0 0 0 0 0,0 0 1 0 0,0 0-1 0 0,-1-1 0 0 0,1 1 0 0 0,0 0 0 0 0,0 0 0 0 0,0 0 0 0 0,-1 0 0 0 0,1 0 1 0 0,0 0-1 0 0,0 0 0 0 0,-1 0 0 0 0,1 0 0 0 0,0 0 0 0 0,0 0 0 0 0,-1 0 0 0 0,1 0 1 0 0,0 0-1 0 0,0 0 0 0 0,-1 0 0 0 0,1 0 0 0 0,0 0 0 0 0,-1 0 0 0 0,-2 9-192 0 0,2 19 41 0 0,1-23 135 0 0,1 10 41 0 0,0 0 0 0 0,1-1 1 0 0,0 1-1 0 0,8 23 0 0 0,25 57 230 0 0,-1-1 158 0 0,-23-53-123 0 0,-1 1 1 0 0,-3-1-1 0 0,3 52 0 0 0,-8-73-152 0 0,-2 0 0 0 0,-1 0 0 0 0,0 0 0 0 0,-1 0 1 0 0,-2 0-1 0 0,0 0 0 0 0,-1 0 0 0 0,-13 34 0 0 0,13-45-60 0 0,0 0-1 0 0,-1-1 0 0 0,0 0 1 0 0,0 0-1 0 0,0-1 0 0 0,-1 0 1 0 0,0 0-1 0 0,-1 0 1 0 0,0-1-1 0 0,0 0 0 0 0,0 0 1 0 0,0-1-1 0 0,-1 0 1 0 0,0-1-1 0 0,0 0 0 0 0,0 0 1 0 0,-1-1-1 0 0,1 0 1 0 0,-13 1-1 0 0,6 0-20 0 0,1-2 1 0 0,-1 0-1 0 0,1-1 1 0 0,-1-1-1 0 0,1 0 1 0 0,-1-1-1 0 0,1-1 1 0 0,-1 0-1 0 0,1-1 1 0 0,0-1-1 0 0,-26-9 1 0 0,38 12-91 0 0,1 0 1 0 0,-1 0-1 0 0,0-1 0 0 0,1 1 1 0 0,-1-1-1 0 0,1 1 0 0 0,-1-1 1 0 0,1 0-1 0 0,0 0 1 0 0,0 0-1 0 0,0 0 0 0 0,0 0 1 0 0,0 0-1 0 0,0-1 0 0 0,1 1 1 0 0,-1-1-1 0 0,1 1 1 0 0,-1-1-1 0 0,1 0 0 0 0,-2-4 1 0 0,3 3-189 0 0,0 0 0 0 0,0 1 0 0 0,0-1 0 0 0,0 0 0 0 0,1 1 0 0 0,-1-1 0 0 0,1 0 0 0 0,0 1 0 0 0,0-1 0 0 0,0 1 0 0 0,1-1 0 0 0,-1 1 0 0 0,1-1 0 0 0,0 1 0 0 0,0 0 0 0 0,2-3 0 0 0,12-18-3690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7:19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16 8058 0 0,'-6'-16'10446'0'0,"13"22"-9035"0"0,-1-1-1190 0 0,1-1 1 0 0,-1 1-1 0 0,1-1 1 0 0,1 0-1 0 0,-1-1 1 0 0,0 0-1 0 0,1 0 1 0 0,0-1-1 0 0,0 1 0 0 0,8 0 1 0 0,1 1 37 0 0,143 32 1014 0 0,-104-26-818 0 0,-1 2-1 0 0,73 27 1 0 0,-125-38-436 0 0,0 0 1 0 0,0 1 0 0 0,0-1 0 0 0,0 0-1 0 0,0 1 1 0 0,0 0 0 0 0,0 0-1 0 0,-1 0 1 0 0,1 0 0 0 0,-1 0-1 0 0,1 0 1 0 0,-1 1 0 0 0,0-1 0 0 0,0 1-1 0 0,0-1 1 0 0,0 1 0 0 0,0 0-1 0 0,-1 0 1 0 0,1 0 0 0 0,-1 0-1 0 0,0 0 1 0 0,0 0 0 0 0,0 0 0 0 0,0 1-1 0 0,0-1 1 0 0,-1 0 0 0 0,1 0-1 0 0,-1 1 1 0 0,0-1 0 0 0,0 0-1 0 0,0 1 1 0 0,-1-1 0 0 0,1 0 0 0 0,-1 0-1 0 0,0 1 1 0 0,0-1 0 0 0,0 0-1 0 0,0 0 1 0 0,0 0 0 0 0,-1 0-1 0 0,1 0 1 0 0,-1 0 0 0 0,-2 3 0 0 0,-14 21 326 0 0,-2 0 1 0 0,-42 45 0 0 0,-56 42 610 0 0,45-47-431 0 0,-100 90-26 0 0,172-157-830 0 0,11 4-6040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7:21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72 221 9986 0 0,'0'0'3688'0'0,"1"3"-2806"0"0,-1 5-369 0 0,-1-11-66 0 0,-3-6 35 0 0,5 16 422 0 0,-3 10 308 0 0,0 20 685 0 0,31 167 2053 0 0,-29-203-3087 0 0,-9-15-135 0 0,1-5-496 0 0,-19-35 1 0 0,18 38-216 0 0,1 0 0 0 0,0 0 0 0 0,1-1 1 0 0,-7-26-1 0 0,13 38-23 0 0,0 0 0 0 0,0 0 0 0 0,1 0 0 0 0,-1 0 0 0 0,1 0 1 0 0,1 1-1 0 0,-1-1 0 0 0,1 0 0 0 0,0 0 0 0 0,0 0 0 0 0,0 1 0 0 0,0-1 0 0 0,1 0 1 0 0,0 1-1 0 0,0-1 0 0 0,0 1 0 0 0,1 0 0 0 0,-1 0 0 0 0,1 0 0 0 0,0 0 0 0 0,5-5 1 0 0,-2 4-13 0 0,0 0 0 0 0,0 0 0 0 0,0 1 1 0 0,0-1-1 0 0,1 2 0 0 0,0-1 0 0 0,0 1 1 0 0,0 0-1 0 0,0 0 0 0 0,1 1 0 0 0,9-2 1 0 0,14-2-33 0 0,46-2 1 0 0,-34 4 32 0 0,24-3 9 0 0,-15 3 37 0 0,0-2 0 0 0,-1-3-1 0 0,78-23 1 0 0,-128 32-22 0 0,0 0-1 0 0,0 0 1 0 0,0-1-1 0 0,0 1 1 0 0,0 0-1 0 0,0-1 0 0 0,0 1 1 0 0,0-1-1 0 0,0 1 1 0 0,0-1-1 0 0,0 1 1 0 0,0-1-1 0 0,-1 0 1 0 0,1 1-1 0 0,0-1 1 0 0,0 0-1 0 0,-1 0 1 0 0,1 0-1 0 0,0 0 1 0 0,-1 1-1 0 0,1-1 1 0 0,-1 0-1 0 0,1 0 1 0 0,0-2-1 0 0,-2 2-2 0 0,1 0 1 0 0,0 0-1 0 0,-1 0 0 0 0,1-1 1 0 0,0 1-1 0 0,-1 0 0 0 0,1 0 1 0 0,-1 0-1 0 0,1 0 0 0 0,-1 0 0 0 0,0 1 1 0 0,1-1-1 0 0,-1 0 0 0 0,0 0 1 0 0,0 0-1 0 0,0 1 0 0 0,0-1 1 0 0,-1-1-1 0 0,-3-1-14 0 0,-1-1 0 0 0,1 1 0 0 0,-1 0 0 0 0,0 0 0 0 0,0 1 0 0 0,-12-4 0 0 0,13 5 6 0 0,0 1 1 0 0,0-1-1 0 0,-1 1 1 0 0,1 0 0 0 0,0 0-1 0 0,0 0 1 0 0,0 1 0 0 0,0 0-1 0 0,0 0 1 0 0,0 0-1 0 0,0 0 1 0 0,1 1 0 0 0,-1 0-1 0 0,0 0 1 0 0,1 0-1 0 0,-6 4 1 0 0,5-2 17 0 0,-1 1-1 0 0,1 0 0 0 0,-1 0 1 0 0,2 0-1 0 0,-1 1 1 0 0,0-1-1 0 0,1 1 0 0 0,0 0 1 0 0,1 1-1 0 0,-5 8 1 0 0,2 0 20 0 0,0 0 0 0 0,2 1 0 0 0,0 0 0 0 0,0-1 0 0 0,2 1 0 0 0,0 0 0 0 0,0 0 0 0 0,2 1 0 0 0,1 25 0 0 0,0-33-12 0 0,1-1-1 0 0,-1 0 0 0 0,1 0 0 0 0,1 0 1 0 0,-1 0-1 0 0,2 0 0 0 0,-1-1 1 0 0,1 1-1 0 0,0-1 0 0 0,0 0 0 0 0,1 0 1 0 0,10 11-1 0 0,-11-13-160 0 0,1-1 1 0 0,0 1-1 0 0,0-1 0 0 0,0-1 1 0 0,1 1-1 0 0,0-1 0 0 0,-1 0 1 0 0,1 0-1 0 0,0-1 0 0 0,0 1 1 0 0,1-1-1 0 0,-1-1 0 0 0,0 1 1 0 0,1-1-1 0 0,-1 0 1 0 0,13 0-1 0 0,4-3-1020 0 0,0-1-433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7:21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4 14715 0 0,'-6'-2'541'0'0,"-1"2"-1"0"0,0-1 1 0 0,0 1-1 0 0,0 0 0 0 0,1 0 1 0 0,-1 1-1 0 0,0 0 1 0 0,0 0-1 0 0,-8 3 1 0 0,13-4-475 0 0,0 1 0 0 0,1-1 0 0 0,-1 1 0 0 0,1-1 0 0 0,-1 1 0 0 0,1 0 1 0 0,-1 0-1 0 0,1 0 0 0 0,-1-1 0 0 0,1 1 0 0 0,0 1 0 0 0,0-1 0 0 0,-1 0 0 0 0,1 0 0 0 0,0 0 1 0 0,0 1-1 0 0,0-1 0 0 0,0 0 0 0 0,0 1 0 0 0,1-1 0 0 0,-1 1 0 0 0,0-1 0 0 0,1 1 1 0 0,-1-1-1 0 0,1 1 0 0 0,-1 0 0 0 0,1-1 0 0 0,0 1 0 0 0,0-1 0 0 0,0 1 0 0 0,0 0 1 0 0,0-1-1 0 0,0 1 0 0 0,0 0 0 0 0,0-1 0 0 0,1 1 0 0 0,-1 0 0 0 0,1-1 0 0 0,-1 1 0 0 0,1-1 1 0 0,-1 1-1 0 0,1-1 0 0 0,2 4 0 0 0,9 14 83 0 0,1 1 0 0 0,0-2 1 0 0,2 1-1 0 0,0-2 0 0 0,32 29 1 0 0,-24-25-64 0 0,-1 2 1 0 0,26 35 0 0 0,-46-56-75 0 0,0 1-1 0 0,0 0 0 0 0,0 0 1 0 0,-1 0-1 0 0,0 0 0 0 0,1 0 1 0 0,-1 0-1 0 0,0 0 1 0 0,0 1-1 0 0,-1-1 0 0 0,1 0 1 0 0,-1 1-1 0 0,1-1 1 0 0,-1 0-1 0 0,0 1 0 0 0,0-1 1 0 0,-1 0-1 0 0,0 6 0 0 0,0-5 26 0 0,-1 0 0 0 0,0 1 0 0 0,0-1-1 0 0,0 0 1 0 0,0 0 0 0 0,-1-1 0 0 0,0 1 0 0 0,1 0-1 0 0,-1-1 1 0 0,-1 1 0 0 0,1-1 0 0 0,-5 3-1 0 0,-1 1 52 0 0,0 0 0 0 0,-1-1-1 0 0,0-1 1 0 0,0 1-1 0 0,-1-2 1 0 0,1 1 0 0 0,-1-2-1 0 0,0 1 1 0 0,0-1-1 0 0,-13 1 1 0 0,10-2-52 0 0,0-2 0 0 0,-1 1 1 0 0,1-2-1 0 0,-15-2 0 0 0,23 3-237 0 0,0-1-1 0 0,0-1 1 0 0,1 1 0 0 0,-1-1-1 0 0,0 0 1 0 0,1 0 0 0 0,-1-1-1 0 0,1 0 1 0 0,0 1-1 0 0,0-2 1 0 0,0 1 0 0 0,-6-6-1 0 0,5 1-1301 0 0,2 0-1404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7:22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52 151 14099 0 0,'3'3'249'0'0,"0"-1"-1"0"0,0 1 1 0 0,0 0-1 0 0,-1 0 1 0 0,1 0 0 0 0,-1 0-1 0 0,0 0 1 0 0,0 0-1 0 0,0 1 1 0 0,0-1 0 0 0,-1 1-1 0 0,1 0 1 0 0,-1-1-1 0 0,2 8 1 0 0,1 6 1029 0 0,3 32 0 0 0,6 90 1022 0 0,-5 170 0 0 0,-11-263-1571 0 0,-9-53-327 0 0,9 1-332 0 0,-1 1 0 0 0,1-1 1 0 0,0 0-1 0 0,1 0 0 0 0,0 0 0 0 0,-1 0 1 0 0,0-8-1 0 0,-4-7 23 0 0,-10-28-2 0 0,2-1 0 0 0,2 0 0 0 0,-10-85 0 0 0,20 110-78 0 0,2 1 0 0 0,0-1 1 0 0,2 0-1 0 0,0 0 0 0 0,2 0 1 0 0,1 1-1 0 0,1 0 0 0 0,1-1 1 0 0,15-38-1 0 0,-17 54-22 0 0,0 1 0 0 0,1 0 0 0 0,0 0 0 0 0,0 0 1 0 0,1 0-1 0 0,0 1 0 0 0,0 0 0 0 0,0 0 0 0 0,1 1 0 0 0,0-1 0 0 0,9-4 0 0 0,-12 8 4 0 0,0 1-1 0 0,0-1 1 0 0,1 1 0 0 0,-1 0-1 0 0,0 1 1 0 0,1-1-1 0 0,0 1 1 0 0,-1 0 0 0 0,1 0-1 0 0,0 0 1 0 0,-1 0 0 0 0,1 1-1 0 0,0 0 1 0 0,0 0-1 0 0,0 0 1 0 0,-1 1 0 0 0,1 0-1 0 0,0 0 1 0 0,-1 0 0 0 0,1 0-1 0 0,0 1 1 0 0,-1-1-1 0 0,6 4 1 0 0,-5-2 3 0 0,-1 0 0 0 0,0 1-1 0 0,1-1 1 0 0,-1 1 0 0 0,0 0-1 0 0,-1 0 1 0 0,1 0 0 0 0,-1 1 0 0 0,0-1-1 0 0,0 1 1 0 0,0-1 0 0 0,-1 1-1 0 0,1 0 1 0 0,-1 0 0 0 0,0 1 0 0 0,-1-1-1 0 0,1 0 1 0 0,-1 0 0 0 0,0 1-1 0 0,0-1 1 0 0,-1 8 0 0 0,1-7 4 0 0,-1 1 0 0 0,0-1 1 0 0,0 0-1 0 0,-1 0 0 0 0,0 0 0 0 0,0 0 0 0 0,0 0 1 0 0,-1 0-1 0 0,0 0 0 0 0,0-1 0 0 0,0 1 1 0 0,-1 0-1 0 0,0-1 0 0 0,0 0 0 0 0,0 0 0 0 0,-1 0 1 0 0,0 0-1 0 0,-8 8 0 0 0,5-7-46 0 0,-1-1 0 0 0,1 0 0 0 0,-1-1 0 0 0,0 0 0 0 0,0 0 0 0 0,-1-1 0 0 0,1 0 0 0 0,-1 0 0 0 0,-13 2 0 0 0,16-4-340 0 0,0 0 1 0 0,0-1 0 0 0,0 0 0 0 0,0 0 0 0 0,-1 0 0 0 0,1-1 0 0 0,0 1 0 0 0,0-2 0 0 0,-6-1 0 0 0,0-1-1765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7:22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87 15331 0 0,'2'1'179'0'0,"0"1"-1"0"0,0-1 1 0 0,0 1-1 0 0,-1-1 1 0 0,1 1-1 0 0,-1 0 1 0 0,1-1-1 0 0,-1 1 1 0 0,0 0-1 0 0,0 0 1 0 0,0 0-1 0 0,0 0 0 0 0,0 0 1 0 0,0 0-1 0 0,0 0 1 0 0,-1 1-1 0 0,1-1 1 0 0,0 4-1 0 0,2 50 1566 0 0,-2-32-967 0 0,4 18-161 0 0,3 0 0 0 0,1 0 0 0 0,2-1 0 0 0,18 46 0 0 0,-28-84 234 0 0,-4-7-309 0 0,-8-16-116 0 0,-14-33-333 0 0,20 36-99 0 0,0-1-1 0 0,1 1 1 0 0,1-1-1 0 0,0 0 1 0 0,2 0-1 0 0,0 0 1 0 0,1 0 0 0 0,0 0-1 0 0,2-1 1 0 0,0 1-1 0 0,8-29 1 0 0,-7 38-23 0 0,0 1 0 0 0,0-1 0 0 0,1 1 1 0 0,0 0-1 0 0,1 0 0 0 0,-1 0 0 0 0,2 0 0 0 0,-1 1 1 0 0,1 0-1 0 0,12-12 0 0 0,-12 14-3 0 0,0 1 0 0 0,1-1 0 0 0,-1 1 0 0 0,1 0 0 0 0,0 1 0 0 0,0 0 0 0 0,1 0 0 0 0,-1 0 0 0 0,1 1 0 0 0,-1 0 0 0 0,1 0 0 0 0,0 1 0 0 0,0 0 0 0 0,8 1 0 0 0,-10-1 17 0 0,0 1-1 0 0,0 1 1 0 0,0-1 0 0 0,0 1 0 0 0,0 0-1 0 0,0 1 1 0 0,0-1 0 0 0,0 1 0 0 0,-1 0 0 0 0,1 1-1 0 0,-1-1 1 0 0,1 1 0 0 0,-1 0 0 0 0,0 1 0 0 0,0-1-1 0 0,0 1 1 0 0,-1 0 0 0 0,1 0 0 0 0,-1 0 0 0 0,0 1-1 0 0,0 0 1 0 0,0-1 0 0 0,4 10 0 0 0,4 9 7 0 0,-1 0 0 0 0,-1 1 0 0 0,-1 0 0 0 0,8 37 0 0 0,10 24 48 0 0,-24-76-21 0 0,1 0 0 0 0,1 0 0 0 0,0-1 0 0 0,0 0 0 0 0,1 1 0 0 0,0-2 0 0 0,0 1 0 0 0,1-1 0 0 0,0 0 0 0 0,0 0 0 0 0,1-1 0 0 0,-1 0 0 0 0,12 7 0 0 0,-13-10 5 0 0,0 0 0 0 0,-1-1 0 0 0,1 1 0 0 0,0-1 0 0 0,0-1 1 0 0,0 1-1 0 0,0-1 0 0 0,1 0 0 0 0,-1 0 0 0 0,0-1 0 0 0,0 0 0 0 0,1 0 1 0 0,-1 0-1 0 0,0-1 0 0 0,0 0 0 0 0,0 0 0 0 0,0 0 0 0 0,0-1 1 0 0,0 0-1 0 0,0 0 0 0 0,0-1 0 0 0,6-3 0 0 0,-4 1 12 0 0,1 0-1 0 0,-1-1 1 0 0,0 0-1 0 0,0 0 0 0 0,-1-1 1 0 0,1 0-1 0 0,-2 0 1 0 0,1-1-1 0 0,-1 0 1 0 0,0 0-1 0 0,0 0 1 0 0,6-14-1 0 0,-9 14-18 0 0,0 1 0 0 0,0-1 1 0 0,-1 0-1 0 0,0 0 0 0 0,-1 0 0 0 0,1 0 0 0 0,-1 0 1 0 0,-1 0-1 0 0,0-1 0 0 0,0 1 0 0 0,0 0 0 0 0,-1 0 0 0 0,0 0 1 0 0,-1-1-1 0 0,-4-11 0 0 0,3 9-20 0 0,-1 1 0 0 0,-1 0 0 0 0,1 0 0 0 0,-2 0 0 0 0,1 0 0 0 0,-2 1-1 0 0,1 0 1 0 0,-1 0 0 0 0,0 1 0 0 0,-1 0 0 0 0,0 0 0 0 0,-17-12 0 0 0,19 16 4 0 0,1 1 0 0 0,-2-1-1 0 0,1 1 1 0 0,0 1 0 0 0,0-1 0 0 0,-1 1-1 0 0,1 0 1 0 0,-1 1 0 0 0,0 0 0 0 0,0 0-1 0 0,1 0 1 0 0,-1 1 0 0 0,0 0 0 0 0,0 0-1 0 0,0 1 1 0 0,1-1 0 0 0,-1 2 0 0 0,0-1-1 0 0,1 1 1 0 0,-1 0 0 0 0,1 0 0 0 0,-8 4-1 0 0,7-3 7 0 0,0 1 0 0 0,0 0 0 0 0,0 0 0 0 0,1 1 0 0 0,-1 0 0 0 0,1 0 0 0 0,0 0 0 0 0,0 1 0 0 0,1 0 0 0 0,0 0 0 0 0,0 0 0 0 0,0 1 0 0 0,1 0 0 0 0,0 0 0 0 0,0 0-1 0 0,1 0 1 0 0,0 0 0 0 0,0 1 0 0 0,0 0 0 0 0,1-1 0 0 0,1 1 0 0 0,-1 0 0 0 0,1 0 0 0 0,0 0 0 0 0,1 0 0 0 0,0 0 0 0 0,0 0 0 0 0,1 0 0 0 0,0 0 0 0 0,0 0 0 0 0,1 0 0 0 0,0 0 0 0 0,1-1 0 0 0,-1 1 0 0 0,1-1-1 0 0,1 1 1 0 0,0-1 0 0 0,7 11 0 0 0,-3-8-28 0 0,0 0 0 0 0,1-1 0 0 0,0 0 1 0 0,0-1-1 0 0,1 0 0 0 0,0-1 0 0 0,1 0 0 0 0,15 8 0 0 0,-19-11-323 0 0,1 0-1 0 0,0-1 1 0 0,1 0 0 0 0,-1-1 0 0 0,1 0 0 0 0,-1 0-1 0 0,1-1 1 0 0,0 0 0 0 0,-1 0 0 0 0,1-1 0 0 0,0 0 0 0 0,17-3-1 0 0,-5-3-2297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7:23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27 14011 0 0,'-2'-7'5719'0'0,"-3"21"-4248"0"0,-3 24-1183 0 0,5-12 57 0 0,-4 85 617 0 0,7-96-833 0 0,1 0 0 0 0,0 0 0 0 0,1 0 0 0 0,0 0 0 0 0,6 16 0 0 0,-6-25-71 0 0,0 0-1 0 0,0-1 0 0 0,1 1 1 0 0,0-1-1 0 0,0 0 0 0 0,1 1 1 0 0,-1-1-1 0 0,1-1 1 0 0,0 1-1 0 0,0-1 0 0 0,1 1 1 0 0,-1-1-1 0 0,1 0 0 0 0,0-1 1 0 0,7 4-1 0 0,-5-3 13 0 0,1 0-1 0 0,0-1 1 0 0,0 0 0 0 0,0 0-1 0 0,0-1 1 0 0,0 0-1 0 0,1 0 1 0 0,-1-1 0 0 0,0 0-1 0 0,13-1 1 0 0,-12 0-3 0 0,1-1-1 0 0,-1 0 1 0 0,0-1 0 0 0,0 0-1 0 0,0 0 1 0 0,0-1 0 0 0,-1 0 0 0 0,1 0-1 0 0,13-8 1 0 0,-17 7-23 0 0,1 1 1 0 0,-1-1-1 0 0,0 0 0 0 0,0-1 1 0 0,0 1-1 0 0,0-1 0 0 0,-1 0 1 0 0,0 0-1 0 0,0 0 0 0 0,0-1 1 0 0,-1 1-1 0 0,1-1 0 0 0,3-12 1 0 0,-4 9-14 0 0,-1 0 0 0 0,0 0 0 0 0,-1-1 1 0 0,0 1-1 0 0,0-1 0 0 0,-1 1 0 0 0,-1-1 1 0 0,1 1-1 0 0,-2-1 0 0 0,1 1 0 0 0,-1-1 0 0 0,-1 1 1 0 0,1 0-1 0 0,-8-15 0 0 0,2 6-84 0 0,-1 1-1 0 0,0-1 1 0 0,-1 1 0 0 0,-1 1-1 0 0,-1 0 1 0 0,-15-15-1 0 0,22 25-300 0 0,-7-8-8 0 0,4 10-2752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7:23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23 18916 0 0,'-8'-5'121'0'0,"4"2"163"0"0,0 1 1 0 0,0 0-1 0 0,-1-1 1 0 0,1 1-1 0 0,-1 1 0 0 0,-8-3 1 0 0,12 4-238 0 0,1 0 1 0 0,-1 0-1 0 0,1 0 1 0 0,-1 0-1 0 0,0 0 1 0 0,1 0-1 0 0,-1 0 0 0 0,1 0 1 0 0,-1 0-1 0 0,1 0 1 0 0,-1 0-1 0 0,1 1 1 0 0,-1-1-1 0 0,1 0 0 0 0,-1 0 1 0 0,1 1-1 0 0,-1-1 1 0 0,1 0-1 0 0,-1 1 1 0 0,1-1-1 0 0,0 0 0 0 0,-1 1 1 0 0,1-1-1 0 0,-1 1 1 0 0,1 0-1 0 0,-1 0 22 0 0,0 1 0 0 0,1 0 0 0 0,-1 0 0 0 0,1-1 0 0 0,0 1 0 0 0,-1 0 0 0 0,1 0 0 0 0,0-1 0 0 0,0 1 0 0 0,0 0 0 0 0,0 0 0 0 0,1 2 0 0 0,4 24 331 0 0,0 0 0 0 0,16 44 0 0 0,-11-42-121 0 0,10 56 0 0 0,-9-6 32 0 0,-1 89-1 0 0,-11-120-168 0 0,-9 67 1 0 0,7-103-208 0 0,1-25-80 0 0,3-25-103 0 0,2 21 216 0 0,0 0 0 0 0,1 0 0 0 0,1 1 0 0 0,0 0-1 0 0,1 0 1 0 0,1 0 0 0 0,0 1 0 0 0,13-19 0 0 0,-17 28 13 0 0,1-1 0 0 0,0 1 1 0 0,0 0-1 0 0,0 1 0 0 0,1-1 0 0 0,0 1 0 0 0,0 0 1 0 0,0 0-1 0 0,0 0 0 0 0,0 1 0 0 0,1 0 0 0 0,0 0 1 0 0,0 0-1 0 0,0 1 0 0 0,0-1 0 0 0,0 1 0 0 0,0 1 1 0 0,0-1-1 0 0,1 1 0 0 0,-1 1 0 0 0,0-1 1 0 0,1 1-1 0 0,10 1 0 0 0,-11 0 24 0 0,0 0 0 0 0,-1 1-1 0 0,1 0 1 0 0,-1 0 0 0 0,0 1 0 0 0,1-1 0 0 0,-1 1 0 0 0,0 0-1 0 0,0 0 1 0 0,-1 1 0 0 0,1 0 0 0 0,-1 0 0 0 0,0 0 0 0 0,0 0-1 0 0,4 6 1 0 0,7 10 144 0 0,-1 0-1 0 0,15 28 0 0 0,-19-30-65 0 0,5 11 64 0 0,-1 2-1 0 0,10 33 1 0 0,1 2-759 0 0,-24-65 479 0 0,-1 0-1 0 0,1 1 0 0 0,0-1 0 0 0,-1 0 1 0 0,1 0-1 0 0,0 1 0 0 0,0-1 0 0 0,0 0 1 0 0,0 0-1 0 0,0 0 0 0 0,0 0 0 0 0,0 0 1 0 0,0 0-1 0 0,0-1 0 0 0,0 1 0 0 0,2 1 1 0 0,5-1-1975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7:24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39 16235 0 0,'-1'-1'185'0'0,"-1"-1"-1"0"0,1 1 0 0 0,-1-1 1 0 0,0 1-1 0 0,1-1 0 0 0,-1 1 1 0 0,0 0-1 0 0,0 0 0 0 0,0 0 1 0 0,0 0-1 0 0,0 0 0 0 0,0 1 1 0 0,0-1-1 0 0,0 1 0 0 0,0-1 1 0 0,0 1-1 0 0,0 0 0 0 0,-4-1 1 0 0,4 2-135 0 0,1-1 0 0 0,0 1 0 0 0,0 0 0 0 0,0-1 0 0 0,-1 1-1 0 0,1 0 1 0 0,0 0 0 0 0,0 0 0 0 0,0-1 0 0 0,0 1 0 0 0,0 0 0 0 0,1 0 0 0 0,-1 1 0 0 0,0-1 0 0 0,0 0 0 0 0,1 0 0 0 0,-1 0 0 0 0,0 0 0 0 0,1 1 0 0 0,-1-1 0 0 0,1 0 0 0 0,0 1 0 0 0,-1-1 0 0 0,1 0 0 0 0,0 1 0 0 0,0-1 0 0 0,0 0 0 0 0,0 1 0 0 0,0-1 0 0 0,0 0 0 0 0,1 3 0 0 0,-1 4 35 0 0,1 1 1 0 0,0-1-1 0 0,1 0 0 0 0,0 0 1 0 0,0 0-1 0 0,5 11 1 0 0,25 49 338 0 0,-15-33-142 0 0,59 153 941 0 0,-69-175-853 0 0,-4-21 568 0 0,-4-24-298 0 0,-6-10-521 0 0,-2-84 1 0 0,9 109-152 0 0,1 1 0 0 0,0-1 0 0 0,1 0 0 0 0,2 1 0 0 0,-1 0 1 0 0,2-1-1 0 0,0 1 0 0 0,7-15 0 0 0,-11 29 16 0 0,0 0 0 0 0,0 0 1 0 0,-1 1-1 0 0,1-1 0 0 0,0 0 0 0 0,0 1 0 0 0,1-1 0 0 0,-1 1 0 0 0,0-1 1 0 0,0 1-1 0 0,1-1 0 0 0,-1 1 0 0 0,1 0 0 0 0,0 0 0 0 0,-1-1 0 0 0,1 1 1 0 0,0 0-1 0 0,-1 1 0 0 0,1-1 0 0 0,0 0 0 0 0,0 0 0 0 0,0 1 0 0 0,0-1 1 0 0,0 1-1 0 0,-1 0 0 0 0,1 0 0 0 0,0-1 0 0 0,0 1 0 0 0,0 0 0 0 0,0 1 1 0 0,0-1-1 0 0,0 0 0 0 0,0 0 0 0 0,0 1 0 0 0,0-1 0 0 0,0 1 0 0 0,0 0 1 0 0,2 1-1 0 0,2 1-17 0 0,1 1 0 0 0,-1 0 0 0 0,0 0 0 0 0,0 1 0 0 0,0-1 0 0 0,-1 1 0 0 0,0 1 0 0 0,0-1 0 0 0,5 7 0 0 0,30 45-17 0 0,-20-27 51 0 0,1-1 0 0 0,2-1 0 0 0,30 30 0 0 0,-46-51 19 0 0,0-1-1 0 0,1 0 1 0 0,0 0 0 0 0,0 0 0 0 0,0-1-1 0 0,0-1 1 0 0,1 1 0 0 0,0-2 0 0 0,0 1-1 0 0,0-1 1 0 0,0 0 0 0 0,1-1-1 0 0,-1 0 1 0 0,1 0 0 0 0,-1-1 0 0 0,18-1-1 0 0,-22 0 0 0 0,-1-1-1 0 0,1 0 1 0 0,-1 0-1 0 0,1 0 0 0 0,-1 0 1 0 0,1-1-1 0 0,-1 0 1 0 0,0 0-1 0 0,0 0 1 0 0,0-1-1 0 0,0 1 0 0 0,0-1 1 0 0,-1 0-1 0 0,1 0 1 0 0,-1 0-1 0 0,1 0 1 0 0,-1-1-1 0 0,0 1 0 0 0,-1-1 1 0 0,1 0-1 0 0,-1 0 1 0 0,1 0-1 0 0,-1 0 1 0 0,0 0-1 0 0,-1-1 0 0 0,1 1 1 0 0,1-7-1 0 0,-1 2 2 0 0,1-1 0 0 0,-2 1-1 0 0,1-1 1 0 0,-1 0 0 0 0,-1 1 0 0 0,0-1-1 0 0,0 0 1 0 0,-1 1 0 0 0,0-1-1 0 0,-1 0 1 0 0,0 1 0 0 0,-4-12 0 0 0,3 12-29 0 0,-2-1 1 0 0,1 1-1 0 0,-2-1 1 0 0,1 1 0 0 0,-1 1-1 0 0,0-1 1 0 0,-1 1-1 0 0,0 0 1 0 0,0 0 0 0 0,-1 1-1 0 0,0 0 1 0 0,0 1 0 0 0,-18-12-1 0 0,25 18-1 0 0,-1-1-1 0 0,1 0 1 0 0,-1 0 0 0 0,1 1-1 0 0,-1-1 1 0 0,0 1 0 0 0,1-1-1 0 0,-1 1 1 0 0,0 0-1 0 0,1 0 1 0 0,-1 0 0 0 0,0 0-1 0 0,0 0 1 0 0,1 0 0 0 0,-1 0-1 0 0,0 0 1 0 0,1 1-1 0 0,-1-1 1 0 0,0 1 0 0 0,1-1-1 0 0,-1 1 1 0 0,-2 1 0 0 0,2 0 8 0 0,0 0 0 0 0,0 0 0 0 0,0 0 1 0 0,0 0-1 0 0,1 0 0 0 0,-1 0 0 0 0,1 0 0 0 0,-1 1 1 0 0,1-1-1 0 0,0 1 0 0 0,0-1 0 0 0,-2 6 0 0 0,0 7 59 0 0,0 0 0 0 0,1 0-1 0 0,-1 31 1 0 0,3-41-42 0 0,1 42 229 0 0,2-1 0 0 0,15 71-1 0 0,1 22 620 0 0,-11-50-312 0 0,4 42 177 0 0,-6 138 0 0 0,-6-255-660 0 0,-2 0 0 0 0,0 1 0 0 0,0-1 1 0 0,-1 0-1 0 0,-1 0 0 0 0,-1-1 0 0 0,0 1 0 0 0,0-1 0 0 0,-1 0 1 0 0,-9 14-1 0 0,11-21-38 0 0,0 0 0 0 0,-1 0 0 0 0,0 0 0 0 0,0-1 0 0 0,-1 1 0 0 0,1-1 0 0 0,-1 0 0 0 0,0-1 0 0 0,0 0 0 0 0,-1 0 0 0 0,1 0 0 0 0,-1 0 0 0 0,0-1 0 0 0,0 0 0 0 0,0-1 0 0 0,-1 0 0 0 0,1 0 0 0 0,0 0 0 0 0,-1-1 0 0 0,-12 1 0 0 0,8-2-254 0 0,1-1-1 0 0,-1 0 0 0 0,1 0 0 0 0,0-1 1 0 0,0-1-1 0 0,0 0 0 0 0,0 0 1 0 0,0-1-1 0 0,1-1 0 0 0,0 0 0 0 0,-1 0 1 0 0,2-1-1 0 0,-1 0 0 0 0,1-1 1 0 0,0 0-1 0 0,0 0 0 0 0,-8-10 0 0 0,-7-8-2446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7:24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19988 0 0,'9'-7'1449'0'0,"-1"4"-1409"0"0,-3-1 0 0 0,2 1 120 0 0,-2 3-80 0 0,0 3-120 0 0,1 2 24 0 0,-1 0-32 0 0,2 4-120 0 0,0-1 0 0 0,3 2-2905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7:25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19 13707 0 0,'-4'-4'-175'0'0,"-6"-11"7068"0"0,19 17-6005 0 0,474 142 3514 0 0,-425-132-4207 0 0,105 26 293 0 0,-132-29-380 0 0,0 1-1 0 0,-1 2 1 0 0,33 18-1 0 0,-59-28-94 0 0,0 0 0 0 0,-1 1 0 0 0,1-1 0 0 0,-1 0 0 0 0,0 1 0 0 0,0 0-1 0 0,0 0 1 0 0,0 0 0 0 0,0 0 0 0 0,-1 1 0 0 0,1-1 0 0 0,-1 1 0 0 0,0-1 0 0 0,0 1-1 0 0,0 0 1 0 0,-1 0 0 0 0,1 0 0 0 0,-1 0 0 0 0,0 0 0 0 0,1 5 0 0 0,-2-4 20 0 0,0 1 1 0 0,0 0-1 0 0,0 0 0 0 0,-1-1 1 0 0,0 1-1 0 0,0 0 1 0 0,0-1-1 0 0,-1 1 1 0 0,1-1-1 0 0,-1 0 1 0 0,-1 1-1 0 0,1-1 1 0 0,-1 0-1 0 0,-4 6 1 0 0,-9 10 174 0 0,0 0 0 0 0,-1-1 0 0 0,-1-2 1 0 0,-1 1-1 0 0,-28 20 0 0 0,-114 70 854 0 0,67-49-625 0 0,47-33-251 0 0,35-20-135 0 0,-1 0 0 0 0,1 0 0 0 0,1 1 0 0 0,-15 12 1 0 0,25-19-100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7:27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64 11795 0 0,'-2'-3'285'0'0,"0"1"1"0"0,0-1 0 0 0,0 1-1 0 0,0-1 1 0 0,-1 1 0 0 0,1 0-1 0 0,-1 0 1 0 0,1 0 0 0 0,-1 0-1 0 0,0 0 1 0 0,0 1 0 0 0,0-1-1 0 0,0 1 1 0 0,0 0 0 0 0,0 0-1 0 0,0 0 1 0 0,0 0 0 0 0,0 0 0 0 0,-1 1-1 0 0,1-1 1 0 0,0 1 0 0 0,-4 0-1 0 0,-8-4 317 0 0,0-9-130 0 0,14 12-436 0 0,0 0-1 0 0,0 0 1 0 0,0 0 0 0 0,0 0-1 0 0,-1 0 1 0 0,1 0 0 0 0,0 1-1 0 0,0-1 1 0 0,-1 0-1 0 0,1 0 1 0 0,0 1 0 0 0,-3-1-1 0 0,-5 1 287 0 0,2 3-24 0 0,2 0-195 0 0,0 0 1 0 0,0-1-1 0 0,0 2 1 0 0,1-1 0 0 0,-1 0-1 0 0,1 1 1 0 0,0 0-1 0 0,0 0 1 0 0,0 0-1 0 0,1 0 1 0 0,-1 1-1 0 0,1 0 1 0 0,0-1 0 0 0,0 1-1 0 0,1 0 1 0 0,0 0-1 0 0,-1 1 1 0 0,2-1-1 0 0,-1 0 1 0 0,1 1 0 0 0,-1-1-1 0 0,2 1 1 0 0,-1 0-1 0 0,0-1 1 0 0,1 1-1 0 0,0-1 1 0 0,1 1-1 0 0,-1 0 1 0 0,1-1 0 0 0,0 1-1 0 0,3 9 1 0 0,6 12 76 0 0,1-1-1 0 0,2 0 1 0 0,0 0 0 0 0,1-1 0 0 0,24 29 0 0 0,16 31 109 0 0,-34-52-205 0 0,24 45 47 0 0,-40-70-105 0 0,-1 0 0 0 0,0 0 1 0 0,0 1-1 0 0,-1 0 0 0 0,0-1 1 0 0,0 1-1 0 0,0 15 0 0 0,-3-19-8 0 0,1-1 0 0 0,-1 0 0 0 0,0 0 0 0 0,0 0 0 0 0,-1 0 0 0 0,1 0 0 0 0,-1 0 0 0 0,0 0 0 0 0,0 0 0 0 0,0-1 0 0 0,-1 1 0 0 0,1-1 0 0 0,-1 1 0 0 0,0-1 0 0 0,0 0 0 0 0,0 0 0 0 0,0 0 0 0 0,0-1 0 0 0,-1 1 0 0 0,1-1 0 0 0,-1 1 0 0 0,-7 2 0 0 0,-1 1 25 0 0,-1 0 0 0 0,1-1 0 0 0,-1-1 0 0 0,0 0 0 0 0,-27 4 1 0 0,32-7-48 0 0,1 0 1 0 0,-1-1-1 0 0,0 0 1 0 0,0 0-1 0 0,0-1 1 0 0,-12-3 0 0 0,18 4-16 0 0,1 0 0 0 0,-1-1 0 0 0,0 1 1 0 0,1-1-1 0 0,-1 1 0 0 0,1-1 0 0 0,-1 0 1 0 0,0 0-1 0 0,1 1 0 0 0,-1-1 0 0 0,1 0 1 0 0,0 0-1 0 0,-1-1 0 0 0,1 1 0 0 0,0 0 1 0 0,0 0-1 0 0,0-1 0 0 0,0 1 0 0 0,0 0 1 0 0,0-1-1 0 0,0 1 0 0 0,0-1 0 0 0,0 1 1 0 0,1-1-1 0 0,-1 0 0 0 0,1 1 1 0 0,-1-1-1 0 0,1 0 0 0 0,0 1 0 0 0,-1-1 1 0 0,1 0-1 0 0,0 0 0 0 0,0 1 0 0 0,0-1 1 0 0,1-3-1 0 0,0 3-16 0 0,0-1 0 0 0,0 0 0 0 0,0 1-1 0 0,1-1 1 0 0,-1 1 0 0 0,1-1 0 0 0,-1 1 0 0 0,1-1 0 0 0,0 1 0 0 0,0 0 0 0 0,0 0 0 0 0,0 0 0 0 0,1 0 0 0 0,4-2 0 0 0,36-22-205 0 0,120-42 49 0 0,7-3 180 0 0,-148 59 26 0 0,-1 0 0 0 0,0-1 0 0 0,0-1 0 0 0,-1-1 0 0 0,23-23 0 0 0,-38 33-4 0 0,-1 0 1 0 0,0 0-1 0 0,0-1 0 0 0,0 1 0 0 0,0-1 1 0 0,-1 0-1 0 0,0 0 0 0 0,-1 0 0 0 0,1-1 0 0 0,-1 1 1 0 0,0 0-1 0 0,-1-1 0 0 0,2-11 0 0 0,-3 15-4 0 0,1 0 0 0 0,-1-1 0 0 0,0 1-1 0 0,-1 0 1 0 0,1-1 0 0 0,-1 1 0 0 0,1 0-1 0 0,-1-1 1 0 0,0 1 0 0 0,0 0 0 0 0,0 0 0 0 0,-1 0-1 0 0,1 0 1 0 0,-1 0 0 0 0,0 0 0 0 0,0 0-1 0 0,0 1 1 0 0,0-1 0 0 0,0 1 0 0 0,0-1-1 0 0,-1 1 1 0 0,1 0 0 0 0,-1 0 0 0 0,0 0 0 0 0,0 0-1 0 0,1 0 1 0 0,-1 1 0 0 0,0-1 0 0 0,-4 0-1 0 0,1-1 12 0 0,0 1 0 0 0,-1 0 0 0 0,1 0 0 0 0,-1 1 0 0 0,0 0 0 0 0,1 0 0 0 0,-1 1 0 0 0,0 0 0 0 0,1 0 0 0 0,-1 0 0 0 0,0 1 0 0 0,0 0 0 0 0,1 0 0 0 0,-1 1 0 0 0,1 0 0 0 0,0 0 0 0 0,-1 0 0 0 0,1 1 0 0 0,0 0 0 0 0,0 0 0 0 0,-6 5 0 0 0,5-3-3 0 0,0 1-1 0 0,1-1 1 0 0,0 1-1 0 0,0 1 1 0 0,0-1-1 0 0,1 1 1 0 0,-1 0-1 0 0,2 0 1 0 0,-1 1-1 0 0,1-1 1 0 0,0 1-1 0 0,1 0 1 0 0,0 0-1 0 0,0 1 1 0 0,-3 16-1 0 0,3-7 11 0 0,1 0 0 0 0,0 1-1 0 0,2-1 1 0 0,0 1-1 0 0,1-1 1 0 0,1 0-1 0 0,5 27 1 0 0,-4-36-183 0 0,-1 0-1 0 0,1 1 1 0 0,1-1 0 0 0,-1 0 0 0 0,2-1 0 0 0,-1 1-1 0 0,1-1 1 0 0,0 0 0 0 0,1 0 0 0 0,0 0-1 0 0,0-1 1 0 0,1 1 0 0 0,0-2 0 0 0,0 1 0 0 0,16 10-1 0 0,-2-5-950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7:27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196 423 17020 0 0,'0'0'1369'0'0,"3"-4"58"0"0,5-5-852 0 0,0 0-1 0 0,1 1 1 0 0,0-1-1 0 0,0 2 1 0 0,16-11-1 0 0,-16 13-438 0 0,-1 0-1 0 0,0-1 0 0 0,-1 1 0 0 0,0-2 1 0 0,0 1-1 0 0,0-1 0 0 0,0 0 0 0 0,-1-1 0 0 0,-1 1 1 0 0,1-1-1 0 0,-1 0 0 0 0,5-11 0 0 0,-7 11-99 0 0,-1-1 0 0 0,0 1-1 0 0,0-1 1 0 0,-1 0-1 0 0,0 1 1 0 0,0-1-1 0 0,-1 0 1 0 0,0 0 0 0 0,-1 0-1 0 0,0 0 1 0 0,0 0-1 0 0,-1 1 1 0 0,0-1-1 0 0,0 1 1 0 0,-1-1 0 0 0,0 1-1 0 0,-1 0 1 0 0,-7-13-1 0 0,7 15-48 0 0,0 0 0 0 0,0 0-1 0 0,-1 0 1 0 0,0 0-1 0 0,0 1 1 0 0,0 0 0 0 0,-1 0-1 0 0,0 0 1 0 0,0 1-1 0 0,0 0 1 0 0,0 0 0 0 0,-1 0-1 0 0,0 1 1 0 0,1 0 0 0 0,-1 0-1 0 0,0 1 1 0 0,0 0-1 0 0,-1 0 1 0 0,1 1 0 0 0,0 0-1 0 0,-1 0 1 0 0,-12 0-1 0 0,10 2 2 0 0,1-1 0 0 0,-1 2 0 0 0,1-1 0 0 0,0 1 0 0 0,0 1 0 0 0,-1 0 0 0 0,2 0-1 0 0,-1 1 1 0 0,0 0 0 0 0,1 0 0 0 0,-1 1 0 0 0,-10 8 0 0 0,14-9 18 0 0,0 1 0 0 0,0-1 1 0 0,0 1-1 0 0,1 0 0 0 0,0 0 1 0 0,0 1-1 0 0,0-1 0 0 0,1 1 1 0 0,-1 0-1 0 0,1 0 0 0 0,1 0 1 0 0,-1 1-1 0 0,1-1 0 0 0,0 0 1 0 0,1 1-1 0 0,-1 0 0 0 0,1-1 1 0 0,0 10-1 0 0,1-3 18 0 0,1-1-1 0 0,1 0 1 0 0,0 1 0 0 0,0-1-1 0 0,1 0 1 0 0,1 0 0 0 0,0-1-1 0 0,1 1 1 0 0,0-1 0 0 0,0 0-1 0 0,1 0 1 0 0,1 0 0 0 0,0-1-1 0 0,13 15 1 0 0,-5-8-151 0 0,2 0 0 0 0,-1-1 1 0 0,2-1-1 0 0,0 0 0 0 0,1-2 1 0 0,40 22-1 0 0,-46-28-513 0 0,0-1-1 0 0,1-1 1 0 0,18 4-1 0 0,-6-3-1493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7:27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362 646 11835 0 0,'0'0'3'0'0,"-3"-15"867"0"0,0 1 0 0 0,0-1-1 0 0,-1 1 1 0 0,-12-27 0 0 0,14 37-671 0 0,0 1 0 0 0,-1-1 0 0 0,1 1 0 0 0,-1-1 1 0 0,0 1-1 0 0,0 0 0 0 0,0 0 0 0 0,0 0 1 0 0,0 0-1 0 0,-1 1 0 0 0,1-1 0 0 0,-1 1 1 0 0,0 0-1 0 0,0 0 0 0 0,0 0 0 0 0,0 0 1 0 0,0 1-1 0 0,0 0 0 0 0,0 0 0 0 0,0 0 0 0 0,-8-1 1 0 0,1 1-36 0 0,0 1-1 0 0,1 0 1 0 0,-1 0 0 0 0,0 1 0 0 0,0 0 0 0 0,1 1 0 0 0,-1 0 0 0 0,0 1-1 0 0,1 0 1 0 0,0 1 0 0 0,0 0 0 0 0,0 0 0 0 0,0 1 0 0 0,-10 8 0 0 0,13-8-138 0 0,0 0 1 0 0,1 0-1 0 0,0 1 1 0 0,0 0 0 0 0,0 0-1 0 0,1 1 1 0 0,0-1-1 0 0,0 1 1 0 0,1 0 0 0 0,0 1-1 0 0,0-1 1 0 0,1 1-1 0 0,-1-1 1 0 0,2 1 0 0 0,-1 0-1 0 0,1 0 1 0 0,0 0 0 0 0,1 1-1 0 0,-1 8 1 0 0,2-8-2 0 0,0-1 0 0 0,1 1 0 0 0,0 0 0 0 0,0-1 0 0 0,1 1 1 0 0,0 0-1 0 0,1-1 0 0 0,0 0 0 0 0,0 0 0 0 0,0 0 0 0 0,1 0 0 0 0,0 0 0 0 0,1-1 1 0 0,0 1-1 0 0,0-1 0 0 0,1-1 0 0 0,-1 1 0 0 0,1-1 0 0 0,1 0 0 0 0,-1 0 1 0 0,1 0-1 0 0,12 6 0 0 0,-12-8-128 0 0,0 0 0 0 0,0 0-1 0 0,0-1 1 0 0,0 0 0 0 0,0 0 0 0 0,1-1 0 0 0,0 0 0 0 0,-1 0 0 0 0,1-1 0 0 0,0 0-1 0 0,0 0 1 0 0,0-1 0 0 0,-1 0 0 0 0,1 0 0 0 0,0-1 0 0 0,0 0 0 0 0,0 0 0 0 0,-1-1-1 0 0,1 0 1 0 0,-1-1 0 0 0,1 1 0 0 0,-1-1 0 0 0,0-1 0 0 0,0 1 0 0 0,10-8 0 0 0,-7 4-413 0 0,0-1 1 0 0,-1 0 0 0 0,0-1-1 0 0,0 0 1 0 0,0-1-1 0 0,-1 0 1 0 0,-1 0 0 0 0,0 0-1 0 0,0-1 1 0 0,-1 0 0 0 0,5-14-1 0 0,-4 7-410 0 0,-2 0-1 0 0,0 0 0 0 0,-1 0 1 0 0,-1 0-1 0 0,0 0 0 0 0,-1-35 0 0 0,-3 14-562 0 0,-2 0-1 0 0,-11-55 1 0 0,-24-66 1360 0 0,33 142 620 0 0,-28-93 4262 0 0,27 96-3245 0 0,0 1 0 0 0,0-1-1 0 0,-2 1 1 0 0,0 1 0 0 0,-12-17 0 0 0,20 29-1411 0 0,0 1-1 0 0,0 0 1 0 0,-1-1 0 0 0,1 1 0 0 0,0 0 0 0 0,0-1 0 0 0,0 1 0 0 0,-1 0 0 0 0,1-1 0 0 0,0 1 0 0 0,0 0 0 0 0,-1-1-1 0 0,1 1 1 0 0,0 0 0 0 0,-1-1 0 0 0,1 1 0 0 0,0 0 0 0 0,-1 0 0 0 0,1 0 0 0 0,0-1 0 0 0,-1 1 0 0 0,1 0-1 0 0,0 0 1 0 0,-1 0 0 0 0,1 0 0 0 0,-1 0 0 0 0,1 0 0 0 0,0 0 0 0 0,-1-1 0 0 0,1 1 0 0 0,-1 0 0 0 0,1 1 0 0 0,-1-1-1 0 0,1 0 1 0 0,0 0 0 0 0,-1 0 0 0 0,-2 16 892 0 0,10 27-490 0 0,63 185 1434 0 0,0 2-707 0 0,-46-134-818 0 0,37 131 80 0 0,-58-216-516 0 0,0 0-1 0 0,2 0 0 0 0,-1-1 1 0 0,1 1-1 0 0,1-1 0 0 0,6 10 0 0 0,-10-18-141 0 0,0 1 0 0 0,0-1 0 0 0,0 0 0 0 0,0 0 0 0 0,0 0-1 0 0,0 0 1 0 0,0 0 0 0 0,1 0 0 0 0,-1-1 0 0 0,1 1 0 0 0,-1-1-1 0 0,1 0 1 0 0,0 0 0 0 0,-1 0 0 0 0,1 0 0 0 0,0 0 0 0 0,0 0-1 0 0,0-1 1 0 0,0 1 0 0 0,0-1 0 0 0,0 0 0 0 0,-1 0 0 0 0,1 0-1 0 0,0 0 1 0 0,0 0 0 0 0,0-1 0 0 0,0 0 0 0 0,5-1-1 0 0,9-4-2808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7:28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13 224 16636 0 0,'0'0'1392'0'0,"-1"3"-703"0"0,-2 4-468 0 0,1-1 0 0 0,0 1 0 0 0,1 0 1 0 0,0 0-1 0 0,0 0 0 0 0,0 0 0 0 0,1 0 0 0 0,0 1 0 0 0,0-1 0 0 0,1 0 0 0 0,0 0 0 0 0,0 0 0 0 0,1 0 0 0 0,-1 0 0 0 0,4 6 0 0 0,5 14-681 0 0,2-1 1 0 0,20 35-1 0 0,-24-49-1187 0 0</inkml:trace>
  <inkml:trace contextRef="#ctx0" brushRef="#br0" timeOffset="1">66 29 15635 0 0,'-12'-6'648'0'0,"2"1"-151"0"0,2-2-9 0 0,0 2-120 0 0,-1 2-160 0 0,6 1-40 0 0,1 10-832 0 0,11-1 128 0 0,-1 1-1313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7:28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72 253 7450 0 0,'12'34'1465'0'0,"-6"-21"221"0"0,-1 2 0 0 0,-1-1 0 0 0,0 1 0 0 0,-1-1 0 0 0,3 30 4102 0 0,-25-63-4620 0 0,3-4-933 0 0,1-2 0 0 0,-19-40 1 0 0,29 53-224 0 0,1 1 0 0 0,-1-2 0 0 0,2 1 0 0 0,0 0 0 0 0,0-1 1 0 0,1 1-1 0 0,1-1 0 0 0,0-16 0 0 0,1 26-24 0 0,0 0-1 0 0,0-1 1 0 0,1 1-1 0 0,-1 0 1 0 0,1 0-1 0 0,0-1 1 0 0,0 1-1 0 0,0 0 1 0 0,0 0-1 0 0,1 0 1 0 0,-1 0-1 0 0,1 0 1 0 0,-1 0 0 0 0,1 1-1 0 0,0-1 1 0 0,1 0-1 0 0,-1 1 1 0 0,0 0-1 0 0,1-1 1 0 0,-1 1-1 0 0,1 0 1 0 0,-1 0-1 0 0,1 1 1 0 0,0-1-1 0 0,0 0 1 0 0,0 1-1 0 0,0 0 1 0 0,4-2-1 0 0,0 2-19 0 0,0-1-1 0 0,1 1 0 0 0,-1 0 0 0 0,1 1 0 0 0,-1 0 0 0 0,1 0 0 0 0,-1 0 0 0 0,1 1 1 0 0,-1 0-1 0 0,1 1 0 0 0,11 3 0 0 0,-11-2 40 0 0,-1 0 1 0 0,1 0-1 0 0,-1 1 0 0 0,1-1 1 0 0,-1 2-1 0 0,0-1 0 0 0,-1 1 1 0 0,1 0-1 0 0,-1 1 1 0 0,0-1-1 0 0,0 1 0 0 0,0 0 1 0 0,-1 1-1 0 0,6 8 0 0 0,0 6 42 0 0,0 0 0 0 0,-2 0 0 0 0,12 36 0 0 0,12 29 17 0 0,-31-82-108 0 0,0 0 0 0 0,0-1 0 0 0,0 1 0 0 0,1-1 0 0 0,-1 1 0 0 0,1-1 0 0 0,0 0 1 0 0,0 0-1 0 0,0 0 0 0 0,0 0 0 0 0,0-1 0 0 0,1 1 0 0 0,-1-1 0 0 0,1 0 0 0 0,-1 0 0 0 0,1 0 0 0 0,0-1 0 0 0,0 1 0 0 0,0-1 0 0 0,0 0 0 0 0,6 1 0 0 0,-4-1-103 0 0,-1-1 0 0 0,0 0 0 0 0,1 0 0 0 0,-1-1 0 0 0,1 0 0 0 0,-1 1-1 0 0,0-2 1 0 0,1 1 0 0 0,-1-1 0 0 0,0 0 0 0 0,0 0 0 0 0,0 0-1 0 0,0-1 1 0 0,-1 1 0 0 0,1-1 0 0 0,4-4 0 0 0,3-3-135 0 0,0-1 0 0 0,-1 0 0 0 0,-1 0 0 0 0,0-1 0 0 0,0-1 0 0 0,-1 1 0 0 0,-1-1 0 0 0,0-1 0 0 0,12-28 0 0 0,-17 33 381 0 0,1 0 0 0 0,-1 0 0 0 0,-1 0 0 0 0,0-1 0 0 0,0 1 0 0 0,-1 0-1 0 0,0-1 1 0 0,0 0 0 0 0,-1 1 0 0 0,-1-1 0 0 0,0 1 0 0 0,0-1-1 0 0,-1 1 1 0 0,0-1 0 0 0,0 1 0 0 0,-1 0 0 0 0,-4-10 0 0 0,4 14 44 0 0,1 1-1 0 0,0 0 1 0 0,-1 0 0 0 0,0 1 0 0 0,0-1 0 0 0,0 1 0 0 0,-1-1 0 0 0,1 1 0 0 0,-1 0-1 0 0,1 0 1 0 0,-1 1 0 0 0,0-1 0 0 0,0 1 0 0 0,0 0 0 0 0,-1 0 0 0 0,1 0 0 0 0,0 0-1 0 0,-1 1 1 0 0,1 0 0 0 0,-1 0 0 0 0,0 0 0 0 0,-8 0 0 0 0,10 1-90 0 0,-1 0 0 0 0,0 0-1 0 0,1 1 1 0 0,-1-1 0 0 0,0 1 0 0 0,1 0 0 0 0,-1 0 0 0 0,1 0 0 0 0,-1 1 0 0 0,1-1-1 0 0,0 1 1 0 0,0 0 0 0 0,0 0 0 0 0,0 0 0 0 0,0 0 0 0 0,0 0 0 0 0,0 1 0 0 0,0-1-1 0 0,1 1 1 0 0,-1 0 0 0 0,1 0 0 0 0,0 0 0 0 0,0 0 0 0 0,0 0 0 0 0,0 0 0 0 0,1 0-1 0 0,-1 1 1 0 0,1-1 0 0 0,-1 6 0 0 0,-1 1-3 0 0,1 1 0 0 0,1 0 0 0 0,0 0-1 0 0,0 0 1 0 0,1 0 0 0 0,0 0 0 0 0,1 0 0 0 0,0 0 0 0 0,1 0 0 0 0,1 0-1 0 0,4 16 1 0 0,7 10 308 0 0,34 66 0 0 0,-36-79-203 0 0,19 40 450 0 0,35 104-1 0 0,-55-131-449 0 0,-1 0 0 0 0,-2 1-1 0 0,-2 0 1 0 0,3 59-1 0 0,-9-85-103 0 0,0 0-1 0 0,-1 0 0 0 0,0 0 0 0 0,-1 0 0 0 0,-1 0 0 0 0,1-1 0 0 0,-2 1 0 0 0,0-1 0 0 0,0 0 0 0 0,-7 13 0 0 0,6-16 3 0 0,0 0-1 0 0,-1 0 1 0 0,1-1-1 0 0,-2 0 1 0 0,1 0-1 0 0,-1 0 1 0 0,0-1-1 0 0,0 1 1 0 0,-1-2 0 0 0,0 1-1 0 0,0-1 1 0 0,0-1-1 0 0,-11 6 1 0 0,-5-1 32 0 0,0-1-1 0 0,0-1 1 0 0,0-1 0 0 0,-1-2 0 0 0,-27 3 0 0 0,1-4 26 0 0,-76-4 1 0 0,114 0-94 0 0,0 0 0 0 0,1-1 0 0 0,-18-5 0 0 0,27 7-88 0 0,0-1-1 0 0,1-1 1 0 0,-1 1-1 0 0,0 0 1 0 0,0-1-1 0 0,1 1 1 0 0,-1-1-1 0 0,-4-4 1 0 0,6 5-37 0 0,0 1 0 0 0,0-2 0 0 0,1 1 0 0 0,-1 0 0 0 0,0 0 0 0 0,1 0 0 0 0,-1 0 0 0 0,0 0 0 0 0,1 0 0 0 0,-1-1 0 0 0,1 1 1 0 0,0 0-1 0 0,-1-1 0 0 0,1 1 0 0 0,0 0 0 0 0,0 0 0 0 0,0-1 0 0 0,0 1 0 0 0,0 0 0 0 0,0-1 0 0 0,1-1 0 0 0,-1 2-192 0 0,0 0 0 0 0,1-1-1 0 0,-1 1 1 0 0,1 0 0 0 0,0 0 0 0 0,-1-1-1 0 0,1 1 1 0 0,0 0 0 0 0,-1 0-1 0 0,1 0 1 0 0,0 0 0 0 0,0 0-1 0 0,2-2 1 0 0,8-4-2816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7:32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24 8578 0 0,'0'-1'8024'0'0,"-1"0"-7499"0"0,1 0-138 0 0,-1 0 276 0 0,0-1 374 0 0,-3-4 635 0 0,-6-5-1110 0 0,10 11-536 0 0,0 0 1 0 0,0 0-1 0 0,-1 0 1 0 0,1 0-1 0 0,0 0 1 0 0,0 0-1 0 0,-1 0 1 0 0,1 0 0 0 0,0 0-1 0 0,0 0 1 0 0,-1 0-1 0 0,1 0 1 0 0,0 0-1 0 0,0 0 1 0 0,-1 0-1 0 0,1 0 1 0 0,0 0 0 0 0,0 0-1 0 0,-1 0 1 0 0,1 0-1 0 0,0 0 1 0 0,0 0-1 0 0,0 1 1 0 0,-1-1-1 0 0,1 0 1 0 0,0 0 0 0 0,0 0-1 0 0,0 0 1 0 0,-1 1-1 0 0,1-1 1 0 0,-2 3 131 0 0,1 0 1 0 0,0 1 0 0 0,-1-1-1 0 0,1 0 1 0 0,0 0 0 0 0,0 1-1 0 0,1-1 1 0 0,-1 4-1 0 0,-3 26 497 0 0,2 0-1 0 0,0 0 0 0 0,6 52 1 0 0,22 101 339 0 0,-19-142-765 0 0,28 130-174 0 0,-35-173-342 0 0,5-18-1640 0 0,-5 4 856 0 0,0 0 0 0 0,-2 0 0 0 0,0 1 0 0 0,0-1 0 0 0,-1 0 0 0 0,-5-13-1 0 0,-3-2-1215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7:32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6 228 8730 0 0,'-2'-7'688'0'0,"1"1"0"0"0,0 0 1 0 0,0-1-1 0 0,1 1 0 0 0,0 0 0 0 0,0-1 1 0 0,0 1-1 0 0,1-1 0 0 0,1-8 0 0 0,0 11-373 0 0,-1-1 0 0 0,1 1 0 0 0,0 0 0 0 0,1-1 0 0 0,-1 1 0 0 0,1 0 0 0 0,-1 0 0 0 0,1 1 0 0 0,0-1 0 0 0,0 1 0 0 0,1-1 0 0 0,-1 1 0 0 0,6-4 0 0 0,10-6 336 0 0,0 0 1 0 0,1 2 0 0 0,0 0 0 0 0,22-8 0 0 0,-27 13-454 0 0,0 1 1 0 0,0 0-1 0 0,1 1 1 0 0,0 1 0 0 0,0 0-1 0 0,24 0 1 0 0,-38 3-186 0 0,0-1 1 0 0,1 1-1 0 0,-1 0 1 0 0,1 0-1 0 0,-1 1 1 0 0,1-1-1 0 0,-1 0 1 0 0,0 1-1 0 0,1 0 1 0 0,-1-1 0 0 0,0 1-1 0 0,0 0 1 0 0,1 0-1 0 0,-1 0 1 0 0,0 1-1 0 0,0-1 1 0 0,0 0-1 0 0,0 1 1 0 0,0-1-1 0 0,-1 1 1 0 0,1 0-1 0 0,0 0 1 0 0,-1-1 0 0 0,1 1-1 0 0,-1 0 1 0 0,0 0-1 0 0,1 1 1 0 0,-1-1-1 0 0,0 0 1 0 0,0 0-1 0 0,0 0 1 0 0,-1 1-1 0 0,1-1 1 0 0,-1 1 0 0 0,1-1-1 0 0,-1 4 1 0 0,0 1 22 0 0,0 0 1 0 0,0 0 0 0 0,-1 1 0 0 0,0-1 0 0 0,-1 0 0 0 0,0 0-1 0 0,0 0 1 0 0,0 0 0 0 0,-1-1 0 0 0,0 1 0 0 0,-4 7-1 0 0,-9 11 51 0 0,-1 0-1 0 0,-1-1 1 0 0,-1-1-1 0 0,-1-1 0 0 0,-23 20 1 0 0,25-26-44 0 0,-2 0 0 0 0,0-1 1 0 0,0-1-1 0 0,-2-1 0 0 0,1-1 1 0 0,-34 13-1 0 0,36-21-248 0 0,19-4 176 0 0,0-1-1 0 0,0 1 1 0 0,0 0-1 0 0,-1 0 0 0 0,1 0 1 0 0,0 0-1 0 0,0 0 1 0 0,0 0-1 0 0,0 0 1 0 0,-1-1-1 0 0,1 1 1 0 0,0 0-1 0 0,0 0 0 0 0,0 0 1 0 0,0 0-1 0 0,0-1 1 0 0,0 1-1 0 0,0 0 1 0 0,0 0-1 0 0,-1 0 1 0 0,1-1-1 0 0,0 1 0 0 0,0 0 1 0 0,0 0-1 0 0,0 0 1 0 0,0-1-1 0 0,0 1 1 0 0,0 0-1 0 0,0 0 1 0 0,0 0-1 0 0,0-1 0 0 0,0 1 1 0 0,0 0-1 0 0,1 0 1 0 0,-1 0-1 0 0,0-1 1 0 0,0 1-1 0 0,0 0 1 0 0,0 0-1 0 0,0-1 0 0 0,2-2-239 0 0,0 1 0 0 0,-1-1-1 0 0,1 0 1 0 0,0 1 0 0 0,1-1-1 0 0,-1 1 1 0 0,5-4 0 0 0,12-9-1234 0 0,3-1-1006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7:33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56 13643 0 0,'-2'1'235'0'0,"1"0"0"0"0,-1 0-1 0 0,1 0 1 0 0,-1 0 0 0 0,1 0 0 0 0,0 0 0 0 0,-1 1-1 0 0,1-1 1 0 0,0 0 0 0 0,0 1 0 0 0,0-1 0 0 0,0 1-1 0 0,0-1 1 0 0,-1 3 0 0 0,-11 28 2188 0 0,11-24-1943 0 0,-3 7 16 0 0,1 0-1 0 0,0 0 0 0 0,1 0 0 0 0,1 0 1 0 0,0 1-1 0 0,2-1 0 0 0,0 23 1 0 0,1-27-393 0 0,0-1 0 0 0,1 1 0 0 0,0 0 0 0 0,0-1 0 0 0,1 1 0 0 0,1-1 0 0 0,0 0 0 0 0,0 0 0 0 0,1-1 0 0 0,0 1 0 0 0,10 13 0 0 0,-7-15-28 0 0,-6-7-25 0 0,-1 1 0 0 0,1-1-1 0 0,-1 0 1 0 0,1 1 0 0 0,-1 0-1 0 0,1-1 1 0 0,-1 1 0 0 0,0 0-1 0 0,1 2 1 0 0,3-10 199 0 0,-4 5-241 0 0,-1 1-1 0 0,1-1 0 0 0,-1 1 1 0 0,1 0-1 0 0,-1-1 0 0 0,1 0 0 0 0,-1 1 1 0 0,0-1-1 0 0,1 1 0 0 0,-1-1 0 0 0,0 1 1 0 0,1-1-1 0 0,-1 0 0 0 0,0 1 0 0 0,0-1 1 0 0,1 0-1 0 0,-1 1 0 0 0,0-1 0 0 0,0-1 1 0 0,-2-32 203 0 0,-7-40 1 0 0,4 39-219 0 0,-1-56 0 0 0,6 82-39 0 0,0-1 0 0 0,1 0-1 0 0,0 1 1 0 0,1-1 0 0 0,0 0-1 0 0,1 1 1 0 0,0 0 0 0 0,0 0-1 0 0,1 0 1 0 0,6-12 0 0 0,-7 17-28 0 0,-1 0 1 0 0,1 1 0 0 0,0-1 0 0 0,0 0 0 0 0,0 1 0 0 0,1 0 0 0 0,-1 0 0 0 0,1 0 0 0 0,0 0-1 0 0,0 1 1 0 0,0-1 0 0 0,0 1 0 0 0,0 0 0 0 0,0 0 0 0 0,1 1 0 0 0,-1-1 0 0 0,1 1 0 0 0,5-1-1 0 0,5 0-189 0 0,1 1 0 0 0,-1 0-1 0 0,1 2 1 0 0,17 1 0 0 0,18 1 191 0 0,-48-3 75 0 0,0 0 1 0 0,0 0 0 0 0,1 0-1 0 0,-1 1 1 0 0,0-1 0 0 0,0 1-1 0 0,0 0 1 0 0,0-1 0 0 0,0 1-1 0 0,0 1 1 0 0,0-1 0 0 0,0 0-1 0 0,3 3 1 0 0,-4-2 32 0 0,-1-1 1 0 0,1 1 0 0 0,-1 0-1 0 0,0-1 1 0 0,1 1-1 0 0,-1 0 1 0 0,0 0-1 0 0,0 0 1 0 0,-1 0-1 0 0,1 0 1 0 0,0 0 0 0 0,-1 0-1 0 0,1 0 1 0 0,-1 0-1 0 0,1 1 1 0 0,-1-1-1 0 0,0 0 1 0 0,0 0-1 0 0,0 0 1 0 0,-1 4 0 0 0,-5 50 761 0 0,4-33-528 0 0,0 1 0 0 0,2 42 0 0 0,0-58-231 0 0,2 0-1 0 0,-1 1 1 0 0,1-1-1 0 0,1 0 0 0 0,-1 0 1 0 0,1 0-1 0 0,1 0 1 0 0,-1-1-1 0 0,1 1 0 0 0,1-1 1 0 0,8 11-1 0 0,-8-12-5 0 0,0 0 0 0 0,0 0-1 0 0,1-1 1 0 0,0 0 0 0 0,0 0 0 0 0,1 0-1 0 0,-1-1 1 0 0,1 0 0 0 0,0 0 0 0 0,0-1-1 0 0,0 0 1 0 0,12 4 0 0 0,-16-7-17 0 0,1 1 1 0 0,0 0-1 0 0,0-1 1 0 0,-1 1-1 0 0,1-1 0 0 0,0 0 1 0 0,0 0-1 0 0,0-1 1 0 0,-1 1-1 0 0,1-1 1 0 0,0 0-1 0 0,0 0 0 0 0,-1 0 1 0 0,1 0-1 0 0,-1-1 1 0 0,1 0-1 0 0,-1 1 1 0 0,0-1-1 0 0,1 0 0 0 0,-1-1 1 0 0,0 1-1 0 0,0 0 1 0 0,-1-1-1 0 0,1 0 1 0 0,0 0-1 0 0,-1 1 0 0 0,3-5 1 0 0,1-3 6 0 0,-1 1 0 0 0,1-1 1 0 0,-2 0-1 0 0,1 0 0 0 0,-2 0 1 0 0,1-1-1 0 0,-1 0 0 0 0,-1 1 1 0 0,0-1-1 0 0,0 0 0 0 0,-1 0 1 0 0,-1-20-1 0 0,-1 22-18 0 0,1 0 0 0 0,-1 0 0 0 0,-1 0 1 0 0,0 0-1 0 0,0 0 0 0 0,-1 0 0 0 0,0 0 0 0 0,-1 1 0 0 0,1 0 0 0 0,-2-1 1 0 0,1 1-1 0 0,-1 1 0 0 0,0-1 0 0 0,-1 1 0 0 0,-11-12 0 0 0,13 16-11 0 0,1 0 0 0 0,-1 1 0 0 0,0 0-1 0 0,0 0 1 0 0,0 0 0 0 0,0 0 0 0 0,0 1 0 0 0,0-1 0 0 0,0 1-1 0 0,0 0 1 0 0,-1 1 0 0 0,1-1 0 0 0,0 1 0 0 0,-6-1-1 0 0,6 1-150 0 0,1 0-1 0 0,0 0 0 0 0,-1 1 0 0 0,1-1 0 0 0,0 1 1 0 0,-1 0-1 0 0,1-1 0 0 0,0 1 0 0 0,0 1 0 0 0,0-1 1 0 0,0 0-1 0 0,0 1 0 0 0,0 0 0 0 0,0-1 1 0 0,0 1-1 0 0,1 0 0 0 0,-1 0 0 0 0,1 1 0 0 0,-4 3 1 0 0,3 0-1346 0 0,3 1-1449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7:33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64 11250 0 0,'-11'-38'2262'0'0,"7"21"1692"0"0,2 9-102 0 0,-6 19-2785 0 0,7-7-933 0 0,1 1 0 0 0,0-1 0 0 0,0 0-1 0 0,0 1 1 0 0,0-1 0 0 0,1 0 0 0 0,0 1 0 0 0,0-1 0 0 0,0 0 0 0 0,0 0 0 0 0,3 6 0 0 0,0 1 102 0 0,5 19 35 0 0,-1 0 0 0 0,-2 1 1 0 0,-1 0-1 0 0,-1 0 0 0 0,-2 1 0 0 0,-1-1 0 0 0,-3 42 1 0 0,-5 24 13 0 0,7-84-239 0 0,1 0 0 0 0,0 0 0 0 0,0 0 0 0 0,2 0 0 0 0,4 15 0 0 0,-7-26 175 0 0,10-5-44 0 0,-7-1-153 0 0,-1 1 1 0 0,0-1 0 0 0,-1 0 0 0 0,1 0 0 0 0,0 0 0 0 0,-1 0 0 0 0,1-7 0 0 0,3-5 8 0 0,5-11-15 0 0,0 1-8 0 0,0 1 1 0 0,15-26-1 0 0,-21 44-13 0 0,0 0-1 0 0,1 0 1 0 0,0 0 0 0 0,0 1-1 0 0,0 0 1 0 0,1 0 0 0 0,0 1-1 0 0,0-1 1 0 0,1 1 0 0 0,0 1-1 0 0,10-7 1 0 0,-10 8-3 0 0,-1 0 0 0 0,1 1 1 0 0,0 0-1 0 0,1 0 0 0 0,-1 0 0 0 0,0 1 1 0 0,0 0-1 0 0,1 1 0 0 0,-1 0 0 0 0,0 0 1 0 0,1 0-1 0 0,-1 1 0 0 0,0 0 0 0 0,1 0 1 0 0,9 4-1 0 0,-14-4 7 0 0,1 0 0 0 0,-1 0 0 0 0,0 1 0 0 0,1 0-1 0 0,-1-1 1 0 0,0 1 0 0 0,0 1 0 0 0,0-1 0 0 0,0 0 0 0 0,-1 1 0 0 0,1-1 0 0 0,-1 1 0 0 0,1 0-1 0 0,-1 0 1 0 0,0 0 0 0 0,0 0 0 0 0,0 0 0 0 0,-1 0 0 0 0,1 0 0 0 0,-1 1 0 0 0,0-1-1 0 0,1 1 1 0 0,-2-1 0 0 0,1 1 0 0 0,0-1 0 0 0,-1 1 0 0 0,1 0 0 0 0,-1-1 0 0 0,0 1 0 0 0,0-1-1 0 0,-1 1 1 0 0,0 6 0 0 0,-1-4 25 0 0,0 1 0 0 0,0-1 0 0 0,0 0 0 0 0,-1 0 0 0 0,0 0 0 0 0,0-1 0 0 0,0 1 0 0 0,-1-1 0 0 0,0 1-1 0 0,0-1 1 0 0,0 0 0 0 0,-1-1 0 0 0,1 1 0 0 0,-1-1 0 0 0,-8 6 0 0 0,-6 3 135 0 0,-2 0 0 0 0,-37 18 0 0 0,33-21-101 0 0,-1-1 1 0 0,0-1 0 0 0,-29 5 0 0 0,16-4-271 0 0,38-8-165 0 0,9-8-1890 0 0,1 2-4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7:34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138 240 7258 0 0,'-6'1'620'0'0,"0"0"1"0"0,-1 0-1 0 0,1 1 1 0 0,0-1 0 0 0,0 1-1 0 0,0 1 1 0 0,0-1 0 0 0,0 1-1 0 0,1 0 1 0 0,-1 0-1 0 0,1 1 1 0 0,0 0 0 0 0,0 0-1 0 0,-5 4 1 0 0,6-4-321 0 0,0 0-1 0 0,0 0 1 0 0,0 0-1 0 0,0 0 1 0 0,1 1-1 0 0,0-1 1 0 0,0 1-1 0 0,0 0 1 0 0,0 0-1 0 0,1 0 1 0 0,0 0 0 0 0,0 1-1 0 0,0-1 1 0 0,1 0-1 0 0,0 1 1 0 0,-1 6-1 0 0,2-10-240 0 0,0-1 0 0 0,0 0 0 0 0,1 1 0 0 0,-1-1 0 0 0,0 1 0 0 0,1-1 0 0 0,-1 1 0 0 0,1-1 0 0 0,-1 0 0 0 0,1 1 1 0 0,0-1-1 0 0,-1 0 0 0 0,1 1 0 0 0,0-1 0 0 0,0 0 0 0 0,0 0 0 0 0,0 0 0 0 0,0 0 0 0 0,0 0 0 0 0,0 0 0 0 0,0 0 0 0 0,1 0 0 0 0,-1 0 0 0 0,0-1 0 0 0,1 1 0 0 0,-1 0 0 0 0,0-1 0 0 0,1 1 0 0 0,-1-1 0 0 0,1 1 0 0 0,-1-1 0 0 0,1 0 0 0 0,-1 0 0 0 0,1 0 0 0 0,-1 0 0 0 0,1 0 0 0 0,-1 0 0 0 0,0 0 0 0 0,3 0 0 0 0,4-1 96 0 0,1 0 0 0 0,-1 0 0 0 0,0-1 0 0 0,1 0 1 0 0,11-5-1 0 0,-3 0-26 0 0,0-1 1 0 0,-1-1 0 0 0,0-1-1 0 0,0 0 1 0 0,-1-1-1 0 0,-1 0 1 0 0,17-17 0 0 0,-20 17-69 0 0,-1 0 1 0 0,-1 0 0 0 0,0-1-1 0 0,0 0 1 0 0,-1 0 0 0 0,0-1-1 0 0,-1 0 1 0 0,-1-1 0 0 0,8-21-1 0 0,-12 27-35 0 0,-1 0 0 0 0,0 0 0 0 0,0 0-1 0 0,0-1 1 0 0,-1 1 0 0 0,0 0 0 0 0,-1 0-1 0 0,0 0 1 0 0,-2-10 0 0 0,3 15-23 0 0,-1 0 0 0 0,0 0 0 0 0,0 0 1 0 0,0 0-1 0 0,0 0 0 0 0,0 0 0 0 0,-1 0 0 0 0,1 0 1 0 0,-1 1-1 0 0,0-1 0 0 0,0 1 0 0 0,0-1 1 0 0,0 1-1 0 0,0 0 0 0 0,0 0 0 0 0,-1 0 0 0 0,1 0 1 0 0,-1 0-1 0 0,0 0 0 0 0,1 1 0 0 0,-1-1 0 0 0,0 1 1 0 0,0 0-1 0 0,0 0 0 0 0,0 0 0 0 0,-5-1 0 0 0,4 2-4 0 0,1 0 0 0 0,-1 0-1 0 0,1 1 1 0 0,-1-1 0 0 0,1 1-1 0 0,0 0 1 0 0,-1 0 0 0 0,1 0-1 0 0,0 0 1 0 0,-1 1 0 0 0,1-1-1 0 0,0 1 1 0 0,0 0 0 0 0,0 0-1 0 0,1 0 1 0 0,-1 0-1 0 0,-4 5 1 0 0,-3 3 7 0 0,0 0 0 0 0,1 1 0 0 0,-7 12 0 0 0,3-5 14 0 0,2 0 0 0 0,0 1 0 0 0,1 1 0 0 0,1-1 0 0 0,0 2 0 0 0,2-1 0 0 0,-10 44 1 0 0,16-57-13 0 0,-1 1 0 0 0,2 0 1 0 0,-1 0-1 0 0,1-1 0 0 0,0 1 1 0 0,1 0-1 0 0,-1 0 0 0 0,2-1 1 0 0,-1 1-1 0 0,1 0 0 0 0,0-1 1 0 0,1 0-1 0 0,-1 1 1 0 0,2-1-1 0 0,-1 0 0 0 0,1 0 1 0 0,0-1-1 0 0,0 1 0 0 0,1-1 1 0 0,0 0-1 0 0,0 0 0 0 0,0 0 1 0 0,1-1-1 0 0,0 0 0 0 0,11 8 1 0 0,-10-8-64 0 0,1-1-1 0 0,0 0 1 0 0,0-1 0 0 0,0 0 0 0 0,0 0 0 0 0,0-1-1 0 0,0 0 1 0 0,1 0 0 0 0,-1 0 0 0 0,1-2 0 0 0,0 1-1 0 0,-1-1 1 0 0,1 0 0 0 0,-1 0 0 0 0,1-1-1 0 0,-1-1 1 0 0,1 1 0 0 0,-1-1 0 0 0,1-1 0 0 0,13-5-1 0 0,-6 0-649 0 0,0 1 0 0 0,-1-2-1 0 0,0 0 1 0 0,-1-1-1 0 0,0 0 1 0 0,0-1-1 0 0,-1 0 1 0 0,-1-1-1 0 0,16-20 1 0 0,8-10-1092 0 0,-12 15 713 0 0,25-38 1 0 0,-43 57 1293 0 0,-1 0-1 0 0,0-1 1 0 0,-1 1-1 0 0,0-1 1 0 0,0 0 0 0 0,-1 0-1 0 0,0-1 1 0 0,-1 1-1 0 0,3-15 1 0 0,-5 22-78 0 0,0 1 0 0 0,0-1 1 0 0,0 1-1 0 0,0-1 0 0 0,0 1 1 0 0,0-1-1 0 0,0 1 0 0 0,0 0 1 0 0,-1-1-1 0 0,1 1 1 0 0,-1-1-1 0 0,1 1 0 0 0,-1 0 1 0 0,1-1-1 0 0,-1 1 0 0 0,0 0 1 0 0,0-1-1 0 0,1 1 0 0 0,-1 0 1 0 0,0 0-1 0 0,0 0 0 0 0,-2-1 1 0 0,1 1 10 0 0,0 0 0 0 0,1 0 0 0 0,-1 0 0 0 0,0 0 0 0 0,0 0 0 0 0,-1 1 0 0 0,1-1 0 0 0,0 1 0 0 0,0 0 0 0 0,0-1 0 0 0,0 1 0 0 0,0 0 0 0 0,-4 1 0 0 0,-2 0 141 0 0,0 0 1 0 0,0 1-1 0 0,1 0 1 0 0,-1 0-1 0 0,0 1 0 0 0,1 0 1 0 0,-8 5-1 0 0,10-6-197 0 0,1 0 1 0 0,1 1-1 0 0,-1 0 0 0 0,0 0 0 0 0,1 0 0 0 0,-1 1 0 0 0,1-1 0 0 0,0 1 1 0 0,0-1-1 0 0,1 1 0 0 0,-1 0 0 0 0,1 0 0 0 0,-4 8 0 0 0,5-9-61 0 0,0 1-1 0 0,0-1 1 0 0,0 1-1 0 0,1-1 0 0 0,-1 1 1 0 0,1-1-1 0 0,0 1 1 0 0,0-1-1 0 0,0 1 1 0 0,0-1-1 0 0,1 1 0 0 0,0-1 1 0 0,-1 1-1 0 0,1-1 1 0 0,0 0-1 0 0,1 1 0 0 0,-1-1 1 0 0,4 6-1 0 0,6 8 38 0 0,2-1 1 0 0,0 0-1 0 0,0-1 0 0 0,30 25 0 0 0,-29-29-35 0 0,-1 2 1 0 0,0 0-1 0 0,0 0 0 0 0,-2 2 0 0 0,0-1 1 0 0,14 24-1 0 0,-24-36-15 0 0,0-1 0 0 0,0 1 0 0 0,-1-1-1 0 0,1 1 1 0 0,0 0 0 0 0,-1-1 0 0 0,0 1 0 0 0,1 0 0 0 0,-1-1 0 0 0,0 1 0 0 0,0 0 0 0 0,0-1 0 0 0,0 1 0 0 0,0 0 0 0 0,0-1 0 0 0,0 1 0 0 0,0 0 0 0 0,-1-1-1 0 0,1 1 1 0 0,-1 0 0 0 0,1-1 0 0 0,-2 3 0 0 0,1-3 10 0 0,-1 1-1 0 0,1 0 1 0 0,-1 0-1 0 0,0-1 1 0 0,1 1-1 0 0,-1-1 1 0 0,0 0-1 0 0,0 1 1 0 0,0-1-1 0 0,0 0 1 0 0,0 0-1 0 0,0 0 1 0 0,0 0-1 0 0,-4 0 1 0 0,1 1-14 0 0,-1-1-1 0 0,1 0 1 0 0,-1 0 0 0 0,1-1 0 0 0,-1 0-1 0 0,0 0 1 0 0,1 0 0 0 0,-1 0 0 0 0,1-1-1 0 0,-1 0 1 0 0,1 0 0 0 0,-1-1-1 0 0,-4-1 1 0 0,7 2-87 0 0,-27-17-1031 0 0,29 17 839 0 0,0 1-1 0 0,0-1 1 0 0,0 0 0 0 0,0 0 0 0 0,0 0-1 0 0,0 1 1 0 0,0-1 0 0 0,0 0 0 0 0,0 0-1 0 0,1-1 1 0 0,-1 1 0 0 0,0 0 0 0 0,1 0-1 0 0,-1 0 1 0 0,1 0 0 0 0,-1-1 0 0 0,1 1-1 0 0,-1 0 1 0 0,1 0 0 0 0,0-1 0 0 0,0 1 0 0 0,-1-2-1 0 0,3-2-1821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7:35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6 13579 0 0,'-1'0'148'0'0,"1"-1"-1"0"0,0 1 1 0 0,0 0 0 0 0,0-1-1 0 0,0 1 1 0 0,-1 0 0 0 0,1-1-1 0 0,0 1 1 0 0,0 0 0 0 0,-1 0 0 0 0,1-1-1 0 0,0 1 1 0 0,-1 0 0 0 0,1 0-1 0 0,0 0 1 0 0,-1-1 0 0 0,1 1-1 0 0,0 0 1 0 0,-1 0 0 0 0,1 0-1 0 0,0 0 1 0 0,-1 0 0 0 0,1 0 0 0 0,0 0-1 0 0,-1 0 1 0 0,1 0 0 0 0,-1 0-1 0 0,1 0 1 0 0,0 0 0 0 0,-1 0-1 0 0,1 0 1 0 0,0 0 0 0 0,-1 0 0 0 0,1 0-1 0 0,0 0 1 0 0,-1 1 0 0 0,0 0-23 0 0,1 0-1 0 0,0 0 1 0 0,-1 0 0 0 0,1 0 0 0 0,0 1 0 0 0,0-1 0 0 0,0 0 0 0 0,0 0 0 0 0,0 0 0 0 0,0 1 0 0 0,0-1 0 0 0,0 0 0 0 0,1 2-1 0 0,16 88 1931 0 0,-7-44-1093 0 0,5 68 0 0 0,-8 197-25 0 0,-7-311-749 0 0,1-1-169 0 0,0 0 0 0 0,-1-1-1 0 0,1 1 1 0 0,0 0 0 0 0,-1-1-1 0 0,1 1 1 0 0,-1 0 0 0 0,1-1 0 0 0,0 1-1 0 0,-1-1 1 0 0,1 1 0 0 0,-1-1-1 0 0,1 1 1 0 0,-1-1 0 0 0,0 1 0 0 0,1-1-1 0 0,-1 0 1 0 0,0 1 0 0 0,1-1-1 0 0,-1 0 1 0 0,1 0 0 0 0,7-22 94 0 0,-4 11-34 0 0,14-34 27 0 0,-9 21-145 0 0,1 1 0 0 0,18-31 1 0 0,-23 48-11 0 0,-1 0 1 0 0,1 0-1 0 0,1 0 1 0 0,-1 1-1 0 0,1 0 1 0 0,1 0-1 0 0,-1 0 1 0 0,1 1 0 0 0,0 0-1 0 0,0 0 1 0 0,11-5-1 0 0,-6 5 15 0 0,1 1 0 0 0,0 0 0 0 0,-1 1 0 0 0,1 0 0 0 0,0 1 0 0 0,0 1 0 0 0,0 0 0 0 0,0 1-1 0 0,1 0 1 0 0,14 2 0 0 0,25 0 26 0 0,-46-2 19 0 0,-1 0-1 0 0,1-1 0 0 0,-1 0 0 0 0,1 0 0 0 0,-1-1 1 0 0,0 0-1 0 0,0 0 0 0 0,0 0 0 0 0,7-4 0 0 0,-11 5-2 0 0,-1 0-1 0 0,1 0 1 0 0,-1 0-1 0 0,0 0 1 0 0,0 0-1 0 0,0 0 1 0 0,0 0-1 0 0,1 0 1 0 0,-1 0-1 0 0,-1 0 1 0 0,1-1-1 0 0,0 1 1 0 0,0-1-1 0 0,0 1 0 0 0,-1 0 1 0 0,1-1-1 0 0,0-2 1 0 0,-1 3-1 0 0,0-1 0 0 0,0 0 1 0 0,0 0-1 0 0,0 0 0 0 0,-1 0 1 0 0,1 1-1 0 0,-1-1 0 0 0,1 0 0 0 0,-1 0 1 0 0,1 1-1 0 0,-1-1 0 0 0,0 0 1 0 0,0 1-1 0 0,0-1 0 0 0,0 1 0 0 0,0-1 1 0 0,0 1-1 0 0,-3-3 0 0 0,1 1 1 0 0,0 0 0 0 0,0 0 0 0 0,0 0 0 0 0,-1 0 0 0 0,1 0 0 0 0,-1 1 0 0 0,0 0 0 0 0,1-1-1 0 0,-1 2 1 0 0,0-1 0 0 0,0 0 0 0 0,0 1 0 0 0,-1-1 0 0 0,1 1 0 0 0,0 1 0 0 0,0-1 0 0 0,-1 0 0 0 0,1 1 0 0 0,-1 0 0 0 0,1 0 0 0 0,0 0-1 0 0,-1 1 1 0 0,1-1 0 0 0,0 1 0 0 0,-1 0 0 0 0,1 1 0 0 0,0-1 0 0 0,-4 2 0 0 0,0 1 4 0 0,0 0-1 0 0,1 0 1 0 0,-1 1 0 0 0,1 0 0 0 0,0 0 0 0 0,0 1-1 0 0,1-1 1 0 0,0 2 0 0 0,0-1 0 0 0,0 1 0 0 0,1 0-1 0 0,0 0 1 0 0,-5 8 0 0 0,5-5 1 0 0,0 0-1 0 0,1 1 1 0 0,1-1 0 0 0,-1 1 0 0 0,2 0-1 0 0,-1 0 1 0 0,1 0 0 0 0,0 22 0 0 0,2-29-6 0 0,0 1 0 0 0,1 0 0 0 0,-1 0 0 0 0,1-1 0 0 0,0 1 0 0 0,0-1 0 0 0,1 1 0 0 0,0-1 0 0 0,-1 1 0 0 0,5 5 0 0 0,-5-8 1 0 0,1 1 0 0 0,0 0 0 0 0,0-1 0 0 0,1 0 0 0 0,-1 1 0 0 0,0-1 0 0 0,1 0 0 0 0,0 0 0 0 0,-1 0 0 0 0,1-1 0 0 0,0 1 0 0 0,0-1 0 0 0,0 0 0 0 0,0 1 0 0 0,0-1 0 0 0,5 1 0 0 0,-5-2 2 0 0,0 0 0 0 0,0 0 0 0 0,0 0 0 0 0,-1 0 0 0 0,1 0 0 0 0,0 0 0 0 0,0-1 1 0 0,0 1-1 0 0,0-1 0 0 0,-1 0 0 0 0,1 0 0 0 0,0 0 0 0 0,-1 0 0 0 0,1-1 0 0 0,-1 1 0 0 0,1-1 0 0 0,-1 1 0 0 0,0-1 0 0 0,1 0 0 0 0,-1 0 0 0 0,0 0 0 0 0,0 0 0 0 0,0 0 0 0 0,1-3 1 0 0,6-8 24 0 0,-1 1 1 0 0,0-1 0 0 0,8-18 0 0 0,-12 24-24 0 0,1-4 2 0 0,1 0 0 0 0,-2 0 0 0 0,1 0 0 0 0,-2 0 0 0 0,0-1 0 0 0,3-17 0 0 0,-6 28-39 0 0,1 4-106 0 0,2 4 120 0 0,-1 0-1 0 0,0 0 0 0 0,-1 1 1 0 0,1-1-1 0 0,-1 0 0 0 0,-1 13 0 0 0,1-10 13 0 0,0 1 0 0 0,0-1 0 0 0,4 15 0 0 0,-1-14-2 0 0,0-1 0 0 0,0 1-1 0 0,1-1 1 0 0,1 0 0 0 0,-1 0 0 0 0,14 16 0 0 0,-16-23-155 0 0,-1 0 1 0 0,0 0-1 0 0,1-1 0 0 0,0 1 0 0 0,0-1 1 0 0,-1 0-1 0 0,1 0 0 0 0,1 0 1 0 0,-1 0-1 0 0,0 0 0 0 0,0 0 0 0 0,1-1 1 0 0,-1 0-1 0 0,1 1 0 0 0,-1-1 0 0 0,1-1 1 0 0,-1 1-1 0 0,1 0 0 0 0,0-1 1 0 0,-1 0-1 0 0,1 0 0 0 0,0 0 0 0 0,-1 0 1 0 0,8-2-1 0 0,10-9-3493 0 0,-16 7 2789 0 0,12-7-2373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7:36.2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97 102 12019 0 0,'-1'-1'176'0'0,"0"0"0"0"0,0 0 0 0 0,0 0 0 0 0,0 1 0 0 0,0-1 0 0 0,0 0 0 0 0,0 1 0 0 0,0-1 0 0 0,0 1 0 0 0,0-1 0 0 0,0 1 0 0 0,0 0 0 0 0,-1-1 0 0 0,1 1 0 0 0,0 0 0 0 0,0 0 0 0 0,0 0 0 0 0,-1 0 0 0 0,1 0 0 0 0,0 0 0 0 0,0 0 0 0 0,0 0 0 0 0,-1 1 0 0 0,1-1 0 0 0,0 0 0 0 0,0 1 0 0 0,0-1 0 0 0,0 1 0 0 0,-1-1 0 0 0,1 1 0 0 0,0-1 0 0 0,0 1 0 0 0,0 0 0 0 0,0 0 0 0 0,1-1 0 0 0,-1 1 0 0 0,0 0 0 0 0,0 0 0 0 0,0 0 0 0 0,1 0 0 0 0,-1 0 0 0 0,0 0 0 0 0,1 0 0 0 0,-1 0 0 0 0,1 0 0 0 0,-1 1 0 0 0,1-1 0 0 0,0 0 0 0 0,-1 2 0 0 0,-6 22 479 0 0,1 1 0 0 0,1-1 0 0 0,1 1 0 0 0,1 0 0 0 0,1 44 0 0 0,2-22-380 0 0,-2 0-1 0 0,-12 68 0 0 0,12-98-228 0 0,0 0 0 0 0,1 0-1 0 0,1 1 1 0 0,0-1 0 0 0,6 28 0 0 0,-6-45-40 0 0,0 0 0 0 0,0 1 0 0 0,0-1 0 0 0,0 0 0 0 0,1 0 0 0 0,-1 0 0 0 0,1 0-1 0 0,-1 0 1 0 0,1 0 0 0 0,-1 0 0 0 0,1 0 0 0 0,-1 0 0 0 0,1 0 0 0 0,0 0 0 0 0,-1-1 0 0 0,1 1 0 0 0,0 0 0 0 0,1 0 0 0 0,2 4 56 0 0,-3-5 98 0 0,14-8 33 0 0,-11 4-151 0 0,1 0-1 0 0,-1-1 1 0 0,-1 1-1 0 0,1-1 1 0 0,-1 0 0 0 0,6-10-1 0 0,4-6 11 0 0,-9 16-40 0 0,10-15 1 0 0,1 1-1 0 0,1 1 1 0 0,23-21-1 0 0,-34 34-21 0 0,0 1 0 0 0,0 1-1 0 0,1-1 1 0 0,-1 1 0 0 0,1 0 0 0 0,-1 0 0 0 0,1 0 0 0 0,0 1-1 0 0,0 0 1 0 0,0 0 0 0 0,0 0 0 0 0,1 1 0 0 0,-1 0 0 0 0,0 0 0 0 0,1 1-1 0 0,-1 0 1 0 0,12 0 0 0 0,-14 2 6 0 0,1-1-1 0 0,0 0 1 0 0,-1 1 0 0 0,0 0-1 0 0,1 0 1 0 0,-1 0-1 0 0,0 1 1 0 0,0 0 0 0 0,0-1-1 0 0,-1 1 1 0 0,1 1 0 0 0,-1-1-1 0 0,1 0 1 0 0,-1 1 0 0 0,0-1-1 0 0,-1 1 1 0 0,1 0 0 0 0,0 0-1 0 0,-1 0 1 0 0,0 1-1 0 0,0-1 1 0 0,0 1 0 0 0,1 4-1 0 0,1 4 16 0 0,0 1-1 0 0,-1 0 1 0 0,0 0-1 0 0,-1 0 1 0 0,-1 0 0 0 0,0 21-1 0 0,-1-28 2 0 0,-1-1-1 0 0,0 1 0 0 0,0-1 1 0 0,0 0-1 0 0,-1 1 1 0 0,0-1-1 0 0,0 0 1 0 0,0 0-1 0 0,-1 0 1 0 0,0 0-1 0 0,0-1 1 0 0,-1 1-1 0 0,1-1 1 0 0,-1 0-1 0 0,0 0 1 0 0,-1 0-1 0 0,1-1 1 0 0,-1 1-1 0 0,0-1 1 0 0,0 0-1 0 0,0 0 1 0 0,-1-1-1 0 0,1 0 1 0 0,-1 0-1 0 0,0 0 1 0 0,0 0-1 0 0,0-1 1 0 0,0 0-1 0 0,0 0 1 0 0,0-1-1 0 0,-1 0 1 0 0,1 0-1 0 0,0 0 1 0 0,-1-1-1 0 0,1 0 1 0 0,-1 0-1 0 0,1-1 1 0 0,-1 1-1 0 0,1-1 1 0 0,0-1-1 0 0,-1 1 1 0 0,1-1-1 0 0,-9-4 0 0 0,12 5-8 0 0,0-1 0 0 0,-1 1 0 0 0,1-1 0 0 0,0 0-1 0 0,0 1 1 0 0,0-1 0 0 0,1 0 0 0 0,-1-1-1 0 0,0 1 1 0 0,1 0 0 0 0,-1-1 0 0 0,1 0-1 0 0,0 1 1 0 0,0-1 0 0 0,0 0 0 0 0,0 0-1 0 0,1 0 1 0 0,-1 0 0 0 0,1-1 0 0 0,-1 1-1 0 0,1 0 1 0 0,0-1 0 0 0,1 1 0 0 0,-2-5 0 0 0,2 3-13 0 0,0 0 0 0 0,1-1 0 0 0,-1 1 0 0 0,1-1 1 0 0,0 1-1 0 0,0 0 0 0 0,0 0 0 0 0,1-1 0 0 0,0 1 1 0 0,0 0-1 0 0,0 1 0 0 0,1-1 0 0 0,0 0 0 0 0,0 1 1 0 0,4-6-1 0 0,15-15-24 0 0,2 1 0 0 0,0 2-1 0 0,2 0 1 0 0,0 1 0 0 0,33-19 0 0 0,-21 14 40 0 0,61-53 1 0 0,-86 65 3 0 0,0 0-1 0 0,-1 0 1 0 0,0-1 0 0 0,-2-1-1 0 0,1 0 1 0 0,13-30 0 0 0,-19 34-3 0 0,0 0 0 0 0,-1 0 0 0 0,-1 0 0 0 0,1 0 0 0 0,-2 0 0 0 0,0-1 0 0 0,-1 1 0 0 0,0-1 0 0 0,-1 1 0 0 0,0-1-1 0 0,-2-14 1 0 0,1 20-3 0 0,-1 0 0 0 0,0 0 0 0 0,0 0 0 0 0,-1 0 0 0 0,0 0 0 0 0,-6-11 0 0 0,7 16-11 0 0,1-1 1 0 0,-1 0 0 0 0,0 1 0 0 0,0-1-1 0 0,0 1 1 0 0,-1-1 0 0 0,1 1 0 0 0,-1 0 0 0 0,1 0-1 0 0,-1 0 1 0 0,1 0 0 0 0,-1 1 0 0 0,0-1-1 0 0,0 1 1 0 0,0 0 0 0 0,0-1 0 0 0,-4 0-1 0 0,5 2-1 0 0,1 0 0 0 0,-1 1-1 0 0,0-1 1 0 0,1 0-1 0 0,-1 0 1 0 0,0 1 0 0 0,1-1-1 0 0,-1 1 1 0 0,0-1-1 0 0,1 1 1 0 0,-1 0 0 0 0,1 0-1 0 0,-1-1 1 0 0,1 1-1 0 0,0 0 1 0 0,-1 0 0 0 0,1 1-1 0 0,0-1 1 0 0,-1 0-1 0 0,1 0 1 0 0,0 1 0 0 0,0-1-1 0 0,0 0 1 0 0,0 1-1 0 0,0 1 1 0 0,-4 5-25 0 0,1 0 0 0 0,0 0 0 0 0,-3 12 0 0 0,-6 18 41 0 0,3 1-1 0 0,1 0 0 0 0,1 0 0 0 0,3 1 0 0 0,1 0 1 0 0,2 0-1 0 0,2 0 0 0 0,1 0 0 0 0,3 0 0 0 0,1 0 1 0 0,1 0-1 0 0,15 44 0 0 0,-18-73 3 0 0,1-1 1 0 0,0 1-1 0 0,1-1 1 0 0,0 0-1 0 0,1 0 0 0 0,0-1 1 0 0,12 16-1 0 0,-15-22-4 0 0,-1-1 0 0 0,1 1-1 0 0,-1-1 1 0 0,1 0 0 0 0,0 0-1 0 0,0 0 1 0 0,0 0 0 0 0,0 0-1 0 0,0-1 1 0 0,0 1 0 0 0,1-1 0 0 0,-1 0-1 0 0,0 0 1 0 0,1 0 0 0 0,-1 0-1 0 0,1-1 1 0 0,-1 1 0 0 0,1-1-1 0 0,-1 0 1 0 0,1 0 0 0 0,-1 0 0 0 0,1-1-1 0 0,-1 1 1 0 0,1-1 0 0 0,-1 0-1 0 0,1 0 1 0 0,-1 0 0 0 0,5-2-1 0 0,1-2 12 0 0,-1 0-1 0 0,1-1 0 0 0,-1 1 0 0 0,0-1 0 0 0,-1-1 1 0 0,1 0-1 0 0,-1 0 0 0 0,-1 0 0 0 0,1-1 0 0 0,10-16 1 0 0,-8 10 4 0 0,-1-1 0 0 0,0-1 0 0 0,-1 1 0 0 0,0-1 0 0 0,6-25 0 0 0,-4-5 37 0 0,-9 43-53 0 0,0-1 0 0 0,1 1-1 0 0,-1 0 1 0 0,-1-1-1 0 0,1 1 1 0 0,0 0 0 0 0,-1-1-1 0 0,0 1 1 0 0,1 0-1 0 0,-1 0 1 0 0,-2-5 0 0 0,2 8-7 0 0,1 0 1 0 0,0-1 0 0 0,0 1 0 0 0,0 0 0 0 0,0 0 0 0 0,0 0 0 0 0,0-1 0 0 0,0 1 0 0 0,-1 0 0 0 0,1 0 0 0 0,0 0 0 0 0,0-1 0 0 0,0 1 0 0 0,-1 0 0 0 0,1 0-1 0 0,0 0 1 0 0,0 0 0 0 0,0 0 0 0 0,-1-1 0 0 0,1 1 0 0 0,0 0 0 0 0,0 0 0 0 0,-1 0 0 0 0,1 0 0 0 0,0 0 0 0 0,0 0 0 0 0,0 0 0 0 0,-1 0 0 0 0,1 0 0 0 0,0 0-1 0 0,0 0 1 0 0,-1 0 0 0 0,1 0 0 0 0,0 0 0 0 0,0 0 0 0 0,-1 0 0 0 0,1 0 0 0 0,0 0 0 0 0,0 1 0 0 0,-1-1 0 0 0,-8 10-3 0 0,-2 16 3 0 0,6-10 15 0 0,1 0 1 0 0,0 1-1 0 0,1 0 0 0 0,1-1 1 0 0,0 19-1 0 0,2-24-18 0 0,1 0 0 0 0,-1 0 1 0 0,2 0-1 0 0,0 0 0 0 0,0 0 0 0 0,1 0 0 0 0,0-1 1 0 0,8 18-1 0 0,-10-25-65 0 0,0-1 1 0 0,0 0-1 0 0,0 0 0 0 0,1-1 1 0 0,-1 1-1 0 0,0 0 0 0 0,1 0 1 0 0,0-1-1 0 0,-1 1 0 0 0,1-1 1 0 0,0 1-1 0 0,0-1 0 0 0,0 0 1 0 0,0 1-1 0 0,0-1 0 0 0,0 0 1 0 0,0 0-1 0 0,0-1 0 0 0,0 1 1 0 0,0 0-1 0 0,0-1 0 0 0,4 1 1 0 0,-2-1-404 0 0,0 0 0 0 0,0 0 0 0 0,0-1 0 0 0,0 1 0 0 0,0-1 0 0 0,-1 0 0 0 0,1 0 0 0 0,0 0 0 0 0,-1-1 0 0 0,1 1 0 0 0,0-1 0 0 0,4-3 0 0 0,11-8-2896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7:36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20 17580 0 0,'-12'-6'824'0'0,"0"-3"-120"0"0,-1 8-8 0 0,-2-1-80 0 0,2 0-120 0 0,-1 2-23 0 0,1 2-161 0 0,1 1-144 0 0,1 4 0 0 0,1 0 0 0 0,3-1-168 0 0,4 1-520 0 0,1 1-345 0 0,2-1-239 0 0,5 1-680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7:36.9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309 3 16604 0 0,'-13'-2'669'0'0,"0"2"1"0"0,-1 0 0 0 0,1 0-1 0 0,0 1 1 0 0,-1 1 0 0 0,1 0 0 0 0,0 1-1 0 0,0 1 1 0 0,-23 9 0 0 0,22-7-412 0 0,0 0-1 0 0,0 1 1 0 0,1 1 0 0 0,0 1-1 0 0,1 0 1 0 0,-1 0 0 0 0,2 1-1 0 0,-14 14 1 0 0,22-21-248 0 0,1-1-1 0 0,0 1 0 0 0,0 0 1 0 0,0 0-1 0 0,0 0 0 0 0,0 0 1 0 0,0 0-1 0 0,1 0 1 0 0,0 1-1 0 0,0-1 0 0 0,0 0 1 0 0,0 1-1 0 0,0-1 1 0 0,0 1-1 0 0,1-1 0 0 0,0 1 1 0 0,0-1-1 0 0,0 1 1 0 0,0-1-1 0 0,0 1 0 0 0,1-1 1 0 0,-1 1-1 0 0,1-1 1 0 0,0 0-1 0 0,2 6 0 0 0,1-1 13 0 0,1 0 0 0 0,0 0 0 0 0,0 0-1 0 0,1-1 1 0 0,0 1 0 0 0,0-1 0 0 0,0-1-1 0 0,11 9 1 0 0,32 24 61 0 0,-35-29-66 0 0,1 1 0 0 0,-2 0 1 0 0,0 1-1 0 0,0 1 0 0 0,-1 0 1 0 0,20 28-1 0 0,-30-39-10 0 0,-1 0 0 0 0,0 0-1 0 0,0 0 1 0 0,-1 0 0 0 0,1 0 0 0 0,0 0-1 0 0,-1 0 1 0 0,1 0 0 0 0,-1 0 0 0 0,1 0-1 0 0,-1 0 1 0 0,0 1 0 0 0,0-1-1 0 0,0 0 1 0 0,0 0 0 0 0,-1 0 0 0 0,1 0-1 0 0,0 0 1 0 0,-1 1 0 0 0,0-1-1 0 0,-1 3 1 0 0,0-2 13 0 0,0 0 0 0 0,0-1 0 0 0,0 1 0 0 0,0-1 0 0 0,0 1 0 0 0,-1-1 0 0 0,1 0 0 0 0,-1 0-1 0 0,0 0 1 0 0,1 0 0 0 0,-1 0 0 0 0,0-1 0 0 0,-3 2 0 0 0,0 0-36 0 0,0-1 0 0 0,0 0 1 0 0,0 0-1 0 0,0-1 0 0 0,0 0 0 0 0,0 0 0 0 0,-1 0 0 0 0,1 0 1 0 0,0-1-1 0 0,-1 0 0 0 0,1-1 0 0 0,0 1 0 0 0,0-1 0 0 0,-12-4 1 0 0,15 5-189 0 0,1-1-1 0 0,-1 0 1 0 0,0-1 0 0 0,1 1 0 0 0,-1 0 0 0 0,1-1 0 0 0,0 0 0 0 0,-1 1 0 0 0,1-1 0 0 0,0 0 0 0 0,0 0 0 0 0,0 0-1 0 0,0 0 1 0 0,1 0 0 0 0,-1-1 0 0 0,1 1 0 0 0,-1-1 0 0 0,1 1 0 0 0,0-1 0 0 0,0 1 0 0 0,0-1 0 0 0,0 0-1 0 0,0 1 1 0 0,0-1 0 0 0,1-3 0 0 0,-1-8-2307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7:37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26 12307 0 0,'1'-2'536'0'0,"0"0"1"0"0,1 0 0 0 0,-1 0 0 0 0,0 0 0 0 0,0-1 0 0 0,0 1 0 0 0,-1 0-1 0 0,2-6 2930 0 0,-14 21-1935 0 0,8-6-1336 0 0,0 1 1 0 0,1 0-1 0 0,0 0 0 0 0,1 1 0 0 0,0-1 1 0 0,0 1-1 0 0,-1 15 0 0 0,0 65 461 0 0,3-68-530 0 0,2 43 159 0 0,-3 63 115 0 0,-1-112-282 0 0,1-23 140 0 0,1-24-52 0 0,5-21-154 0 0,13-92 17 0 0,-14 121-53 0 0,2 0 1 0 0,0 1 0 0 0,20-46-1 0 0,-25 67-16 0 0,0 0-1 0 0,0 1 1 0 0,0-1-1 0 0,0 0 1 0 0,0 0-1 0 0,0 1 1 0 0,0-1-1 0 0,0 1 1 0 0,1-1-1 0 0,-1 1 1 0 0,1-1-1 0 0,-1 1 1 0 0,1 0-1 0 0,0 0 1 0 0,-1 0-1 0 0,1 0 1 0 0,0 0-1 0 0,0 0 1 0 0,0 0-1 0 0,-1 0 1 0 0,1 1-1 0 0,0-1 1 0 0,0 1-1 0 0,0 0 1 0 0,0-1-1 0 0,0 1 1 0 0,0 0 0 0 0,4 0-1 0 0,-4 1 1 0 0,1 0-1 0 0,-1-1 1 0 0,1 1-1 0 0,-1 0 1 0 0,0 0-1 0 0,1 1 1 0 0,-1-1 0 0 0,0 0-1 0 0,0 1 1 0 0,0-1-1 0 0,0 1 1 0 0,0 0-1 0 0,0 0 1 0 0,0 0 0 0 0,-1 0-1 0 0,1 0 1 0 0,-1 0-1 0 0,1 0 1 0 0,-1 0-1 0 0,0 1 1 0 0,0-1 0 0 0,1 3-1 0 0,6 19 24 0 0,-1 1 0 0 0,-2 0 0 0 0,5 47 0 0 0,-7-41-11 0 0,15 61-1 0 0,-14-79 8 0 0,1 1 0 0 0,0-1 1 0 0,0 0-1 0 0,1 0 0 0 0,16 24 1 0 0,-22-36 149 0 0,-11-67 359 0 0,10 45-521 0 0,1-1-1 0 0,1 0 1 0 0,1 0-1 0 0,1 0 1 0 0,1 1 0 0 0,1 0-1 0 0,1 0 1 0 0,1 0-1 0 0,1 0 1 0 0,14-27-1 0 0,-16 38-14 0 0,0 0 1 0 0,0 0-1 0 0,1 1 0 0 0,11-11 0 0 0,-16 17 0 0 0,0 1-1 0 0,0-1 0 0 0,1 1 1 0 0,-1 0-1 0 0,1 0 1 0 0,-1 0-1 0 0,1 1 0 0 0,0-1 1 0 0,-1 1-1 0 0,1-1 0 0 0,0 1 1 0 0,0 0-1 0 0,0 0 1 0 0,1 0-1 0 0,-1 0 0 0 0,0 1 1 0 0,0-1-1 0 0,0 1 0 0 0,0 0 1 0 0,4 0-1 0 0,-6 1 4 0 0,0-1 0 0 0,1 1 0 0 0,-1-1 0 0 0,0 1 0 0 0,0 0 0 0 0,0 0 0 0 0,0-1 1 0 0,-1 1-1 0 0,1 0 0 0 0,0 0 0 0 0,0 0 0 0 0,0 0 0 0 0,-1 0 0 0 0,1 0 0 0 0,0 0 0 0 0,-1 0 0 0 0,1 0 0 0 0,-1 0 0 0 0,1 1 0 0 0,-1-1 0 0 0,0 0 0 0 0,1 0 0 0 0,-1 0 0 0 0,0 1 0 0 0,0-1 0 0 0,0 0 0 0 0,0 2 0 0 0,-1 37-16 0 0,1-37 19 0 0,-16 112 5 0 0,-2 9 19 0 0,17-107-16 0 0,0 0 1 0 0,2 0-1 0 0,0 0 1 0 0,0 0-1 0 0,6 22 1 0 0,-7-39-2 0 0,0 0-1 0 0,0 1 1 0 0,0-1 0 0 0,0 1 0 0 0,0-1 0 0 0,0 0 0 0 0,0 1 0 0 0,0-1 0 0 0,0 1 0 0 0,1-1 0 0 0,-1 0 0 0 0,0 1 0 0 0,0-1 0 0 0,0 0 0 0 0,0 1 0 0 0,1-1 0 0 0,-1 0 0 0 0,0 1 0 0 0,0-1 0 0 0,1 0 0 0 0,-1 1 0 0 0,0-1 0 0 0,0 0-1 0 0,1 0 1 0 0,-1 1 0 0 0,0-1 0 0 0,1 0 0 0 0,-1 0 0 0 0,0 0 0 0 0,1 0 0 0 0,-1 1 0 0 0,0-1 0 0 0,1 0 0 0 0,-1 0 0 0 0,1 0 0 0 0,8-12 89 0 0,4-23-2 0 0,3-29-55 0 0,-1 3-22 0 0,44-115-1 0 0,-57 172-26 0 0,0 0 0 0 0,0 0 0 0 0,0 1-1 0 0,1-1 1 0 0,-1 1 0 0 0,1-1 0 0 0,4-3 0 0 0,-6 7 8 0 0,-1-1 0 0 0,1 1 0 0 0,-1 0 0 0 0,0-1 1 0 0,1 1-1 0 0,-1 0 0 0 0,1-1 0 0 0,-1 1 1 0 0,1 0-1 0 0,-1 0 0 0 0,1 0 0 0 0,-1-1 0 0 0,1 1 1 0 0,-1 0-1 0 0,1 0 0 0 0,-1 0 0 0 0,1 0 1 0 0,-1 0-1 0 0,1 0 0 0 0,-1 0 0 0 0,1 0 0 0 0,-1 0 1 0 0,1 0-1 0 0,-1 0 0 0 0,1 1 0 0 0,0 0 3 0 0,0-1-1 0 0,0 1 0 0 0,-1 0 0 0 0,1 0 0 0 0,0 0 0 0 0,-1 0 0 0 0,1 0 1 0 0,-1 0-1 0 0,1 0 0 0 0,-1 0 0 0 0,1 0 0 0 0,-1 0 0 0 0,0 0 0 0 0,1 0 1 0 0,-1 0-1 0 0,0 0 0 0 0,0 2 0 0 0,4 33 130 0 0,-2 1-1 0 0,-3 40 1 0 0,0-41-92 0 0,1 1 1 0 0,6 43-1 0 0,-5-78-83 0 0,-1 1 1 0 0,0-1-1 0 0,1 0 0 0 0,-1 1 1 0 0,1-1-1 0 0,0 1 1 0 0,0-1-1 0 0,0 0 0 0 0,0 0 1 0 0,0 1-1 0 0,0-1 0 0 0,1 0 1 0 0,-1 0-1 0 0,1 0 0 0 0,-1-1 1 0 0,1 1-1 0 0,0 0 0 0 0,-1 0 1 0 0,1-1-1 0 0,0 1 1 0 0,0-1-1 0 0,1 0 0 0 0,-1 0 1 0 0,0 0-1 0 0,0 0 0 0 0,0 0 1 0 0,1 0-1 0 0,-1 0 0 0 0,5 0 1 0 0,0 0-583 0 0,-1-1 1 0 0,1-1 0 0 0,0 1-1 0 0,-1-1 1 0 0,1 0 0 0 0,-1 0-1 0 0,1-1 1 0 0,-1 0 0 0 0,0 0-1 0 0,7-3 1 0 0,5-2-2421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7:38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109 328 16652 0 0,'0'0'4421'0'0,"7"-2"-2481"0"0,5-4-1634 0 0,-1-1 1 0 0,0-1-1 0 0,0 0 1 0 0,0 0 0 0 0,-1-1-1 0 0,0 0 1 0 0,-1-1-1 0 0,13-16 1 0 0,-16 17-228 0 0,1 0 1 0 0,-1 0-1 0 0,0-1 1 0 0,-1 0 0 0 0,0 0-1 0 0,-1 0 1 0 0,0 0 0 0 0,-1-1-1 0 0,0 1 1 0 0,0-1-1 0 0,1-13 1 0 0,-4 19-68 0 0,0 1 1 0 0,0-1-1 0 0,-1 1 1 0 0,1-1-1 0 0,-1 1 1 0 0,0-1-1 0 0,0 1 0 0 0,0-1 1 0 0,-1 1-1 0 0,0 0 1 0 0,0-1-1 0 0,0 1 0 0 0,0 0 1 0 0,0 1-1 0 0,-1-1 1 0 0,0 0-1 0 0,-4-4 0 0 0,4 6-13 0 0,1 0-1 0 0,-1 0 1 0 0,1 0-1 0 0,-1 0 0 0 0,0 0 1 0 0,0 1-1 0 0,1 0 0 0 0,-1-1 1 0 0,0 1-1 0 0,-1 0 1 0 0,1 0-1 0 0,0 1 0 0 0,0-1 1 0 0,0 1-1 0 0,0-1 1 0 0,-1 1-1 0 0,1 0 0 0 0,0 0 1 0 0,0 1-1 0 0,0-1 1 0 0,-1 1-1 0 0,1-1 0 0 0,0 1 1 0 0,0 0-1 0 0,-4 2 0 0 0,-4 2 5 0 0,1 0-1 0 0,0 1 0 0 0,0 0 0 0 0,1 0 0 0 0,0 1 0 0 0,0 0 0 0 0,1 1 1 0 0,0 0-1 0 0,0 0 0 0 0,0 1 0 0 0,1 0 0 0 0,1 0 0 0 0,0 1 0 0 0,0-1 0 0 0,0 2 1 0 0,-5 14-1 0 0,6-11 4 0 0,0-1 1 0 0,1 1-1 0 0,1 0 1 0 0,0 0-1 0 0,1 0 1 0 0,1 0 0 0 0,0 1-1 0 0,0-1 1 0 0,2 0-1 0 0,0 1 1 0 0,0-1-1 0 0,7 25 1 0 0,-6-33-50 0 0,0 1 1 0 0,0-1-1 0 0,0 0 0 0 0,1 0 1 0 0,0 0-1 0 0,1-1 1 0 0,-1 1-1 0 0,1-1 0 0 0,0 0 1 0 0,0 0-1 0 0,1 0 1 0 0,-1 0-1 0 0,1-1 0 0 0,10 8 1 0 0,-11-10-143 0 0,0 0 0 0 0,0 0-1 0 0,0 0 1 0 0,1 0 0 0 0,-1-1 0 0 0,0 0 0 0 0,0 0 0 0 0,1 0 0 0 0,-1-1 0 0 0,1 1 0 0 0,-1-1 0 0 0,1 0 0 0 0,-1 0 0 0 0,1 0 0 0 0,-1-1 0 0 0,0 0 0 0 0,1 0-1 0 0,-1 0 1 0 0,0 0 0 0 0,1-1 0 0 0,-1 1 0 0 0,7-5 0 0 0,-1 0-648 0 0,-1-1 0 0 0,1 1 0 0 0,-1-2-1 0 0,-1 1 1 0 0,1-2 0 0 0,-1 1 0 0 0,-1-1 0 0 0,1 0 0 0 0,-1 0-1 0 0,-1-1 1 0 0,0 0 0 0 0,5-11 0 0 0,-1 0-1026 0 0,12-36-1 0 0,-2-20 4107 0 0,-18 45 5122 0 0,-4 32-7267 0 0,1 1 1 0 0,0-1 0 0 0,0 1-1 0 0,0-1 1 0 0,0 1 0 0 0,0 0-1 0 0,0 0 1 0 0,0-1-1 0 0,0 1 1 0 0,0 0 0 0 0,0 0-1 0 0,0 0 1 0 0,0 0 0 0 0,1 0-1 0 0,-1 0 1 0 0,0 0 0 0 0,1 0-1 0 0,-1 1 1 0 0,1-1-1 0 0,-1 0 1 0 0,1 0 0 0 0,0 0-1 0 0,-1 1 1 0 0,1-1 0 0 0,0 0-1 0 0,0 2 1 0 0,-5 37 618 0 0,4-18-562 0 0,2 0-1 0 0,0 0 0 0 0,1 0 0 0 0,1 0 0 0 0,1-1 0 0 0,2 1 1 0 0,0-1-1 0 0,1 0 0 0 0,10 23 0 0 0,-15-41-130 0 0,-1 0 0 0 0,0 0 0 0 0,1 0 0 0 0,-1-1 0 0 0,1 1 0 0 0,0 0 0 0 0,0-1 0 0 0,0 1 0 0 0,0-1 0 0 0,0 0 0 0 0,1 1 0 0 0,-1-1 0 0 0,1 0 0 0 0,-1-1 0 0 0,1 1 0 0 0,5 2 0 0 0,-7-4-11 0 0,0 0 1 0 0,0-1-1 0 0,0 1 0 0 0,-1-1 0 0 0,1 1 1 0 0,0-1-1 0 0,0 1 0 0 0,-1-1 0 0 0,1 1 0 0 0,0-1 1 0 0,-1 0-1 0 0,1 0 0 0 0,0 1 0 0 0,-1-1 1 0 0,1 0-1 0 0,-1 0 0 0 0,1 1 0 0 0,-1-1 0 0 0,0 0 1 0 0,1 0-1 0 0,-1 0 0 0 0,0 0 0 0 0,0 0 1 0 0,1 0-1 0 0,-1 0 0 0 0,0-1 0 0 0,5-26 194 0 0,-5 2-124 0 0,-1-1 1 0 0,-8-42-1 0 0,5 38-53 0 0,-2-40 0 0 0,6 48-18 0 0,-1 4 6 0 0,2-1-1 0 0,2-22 0 0 0,-2 37-8 0 0,0 0 0 0 0,0 1 0 0 0,0-1-1 0 0,0 1 1 0 0,1-1 0 0 0,-1 1 0 0 0,1 0 0 0 0,0 0-1 0 0,1 0 1 0 0,-1 0 0 0 0,1 0 0 0 0,0 0-1 0 0,0 1 1 0 0,5-6 0 0 0,-6 8 4 0 0,0 0 0 0 0,0-1 0 0 0,0 2 0 0 0,0-1-1 0 0,0 0 1 0 0,0 0 0 0 0,0 1 0 0 0,0-1 0 0 0,1 1 0 0 0,-1-1 0 0 0,0 1 0 0 0,0 0 0 0 0,1 0 0 0 0,-1 0 0 0 0,0 0 0 0 0,0 0 0 0 0,0 1-1 0 0,1-1 1 0 0,-1 1 0 0 0,0-1 0 0 0,0 1 0 0 0,0 0 0 0 0,0 0 0 0 0,0 0 0 0 0,0 0 0 0 0,0 0 0 0 0,0 0 0 0 0,0 1 0 0 0,2 2 0 0 0,7 4 141 0 0,-1 1 1 0 0,0 1 0 0 0,12 15 0 0 0,-21-24-154 0 0,16 20 134 0 0,0 1 0 0 0,-1 1 0 0 0,-1 1 0 0 0,-1 0 0 0 0,-1 1 0 0 0,-1 1 0 0 0,-2 0 0 0 0,14 47 0 0 0,-23-67-236 0 0,1 1 40 0 0,0 1 0 0 0,0-1 0 0 0,1 1 0 0 0,4 8 0 0 0,-6-15-61 0 0,-1 0-1 0 0,1 0 1 0 0,-1 0 0 0 0,1 0 0 0 0,0 0 0 0 0,-1 0-1 0 0,1 0 1 0 0,0 0 0 0 0,0 0 0 0 0,-1-1 0 0 0,1 1 0 0 0,0 0-1 0 0,0-1 1 0 0,0 1 0 0 0,0 0 0 0 0,0-1 0 0 0,0 1-1 0 0,0-1 1 0 0,0 1 0 0 0,0-1 0 0 0,0 0 0 0 0,1 1 0 0 0,-1-1-1 0 0,0 0 1 0 0,0 0 0 0 0,0 0 0 0 0,0 0 0 0 0,0 0 0 0 0,1 0-1 0 0,-1 0 1 0 0,0 0 0 0 0,0-1 0 0 0,0 1 0 0 0,0 0-1 0 0,0-1 1 0 0,0 1 0 0 0,2-1 0 0 0,5-5-2440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7:38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14379 0 0,'0'15'1798'0'0,"-9"193"3029"0"0,10-108-3679 0 0,16 113 1 0 0,-16-198-1065 0 0,9 48 142 0 0,-9-58-123 0 0,1 1-1 0 0,-1-1 1 0 0,1 0 0 0 0,0 1 0 0 0,1-1 0 0 0,-1 0-1 0 0,1 0 1 0 0,4 6 0 0 0,-6-10-68 0 0,-1-1 1 0 0,1 1-1 0 0,-1-1 1 0 0,1 0-1 0 0,-1 1 0 0 0,1-1 1 0 0,-1 0-1 0 0,1 1 1 0 0,-1-1-1 0 0,1 0 0 0 0,-1 0 1 0 0,1 1-1 0 0,0-1 1 0 0,-1 0-1 0 0,1 0 0 0 0,-1 0 1 0 0,1 0-1 0 0,0 0 1 0 0,-1 0-1 0 0,1 0 1 0 0,-1 0-1 0 0,1 0 0 0 0,0 0 1 0 0,-1 0-1 0 0,1 0 1 0 0,0-1-1 0 0,-1 1 0 0 0,1 0 1 0 0,-1 0-1 0 0,1-1 1 0 0,-1 1-1 0 0,1 0 0 0 0,-1-1 1 0 0,1 1-1 0 0,-1 0 1 0 0,1-1-1 0 0,-1 1 0 0 0,1-1 1 0 0,-1 1-1 0 0,0-1 1 0 0,1 1-1 0 0,-1-1 1 0 0,0 1-1 0 0,1-1 0 0 0,-1 1 1 0 0,1-2-1 0 0,15-28 876 0 0,-15 27-810 0 0,25-61 900 0 0,-13 30-575 0 0,26-50 1 0 0,-33 75-459 0 0,0-1 0 0 0,0 1 0 0 0,1 0 0 0 0,0 1 0 0 0,0 0 0 0 0,1 0 0 0 0,0 0 0 0 0,0 1 0 0 0,15-9 0 0 0,-21 14-158 0 0,1 0 1 0 0,0 1-1 0 0,0 0 0 0 0,0 0 1 0 0,0 0-1 0 0,0 0 0 0 0,5-1 1 0 0,-6 2-201 0 0,0-1 1 0 0,0 1-1 0 0,0 0 1 0 0,0 1-1 0 0,0-1 0 0 0,0 0 1 0 0,0 1-1 0 0,0-1 1 0 0,0 1-1 0 0,0-1 1 0 0,0 1-1 0 0,0 0 1 0 0,2 1-1 0 0,6 4-2549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7:38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14267 0 0,'0'0'4538'0'0,"3"-2"-3247"0"0,5 0-839 0 0,-1 0-1 0 0,1 0 1 0 0,0 1 0 0 0,0 0-1 0 0,0 0 1 0 0,0 1-1 0 0,-1 0 1 0 0,1 0-1 0 0,0 1 1 0 0,13 2-1 0 0,8 3-2452 0 0,45 15 0 0 0,-66-18-304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7:39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13811 0 0,'0'0'223'0'0,"-1"1"0"0"0,0-1 0 0 0,0 1-1 0 0,0-1 1 0 0,0 1 0 0 0,0-1 0 0 0,1 1 0 0 0,-1-1 0 0 0,0 1 0 0 0,1 0 0 0 0,-1 0 0 0 0,0-1-1 0 0,1 1 1 0 0,-1 0 0 0 0,1 0 0 0 0,-1 0 0 0 0,1-1 0 0 0,-1 1 0 0 0,0 2 0 0 0,2-2-46 0 0,-1-1 1 0 0,0 1-1 0 0,0-1 1 0 0,0 1 0 0 0,1-1-1 0 0,-1 1 1 0 0,0-1-1 0 0,1 0 1 0 0,-1 1 0 0 0,0-1-1 0 0,1 1 1 0 0,-1-1-1 0 0,1 0 1 0 0,-1 1 0 0 0,0-1-1 0 0,1 0 1 0 0,-1 1-1 0 0,1-1 1 0 0,-1 0 0 0 0,1 0-1 0 0,-1 1 1 0 0,1-1-1 0 0,-1 0 1 0 0,2 0 0 0 0,4 2 319 0 0,-1-1 1 0 0,1 0-1 0 0,1 0 1 0 0,9 0-1 0 0,78-8-306 0 0,-26 0-4107 0 0,-53 6 1649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7:46.0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263 133 12811 0 0,'-2'3'547'0'0,"0"0"1"0"0,0 0 0 0 0,0 0-1 0 0,0 0 1 0 0,0 0 0 0 0,1 1-1 0 0,0-1 1 0 0,0 0-1 0 0,0 1 1 0 0,-1 4 0 0 0,-2 1-76 0 0,-3-8 77 0 0,-1-1-86 0 0,5 4-239 0 0,1 8 97 0 0,0 24 395 0 0,2-32-625 0 0,2 47 777 0 0,1 0 0 0 0,16 72 0 0 0,-9-64-66 0 0,5 84 0 0 0,-19-14-192 0 0,2-111-537 0 0,-1 0 0 0 0,0 0-1 0 0,-2 0 1 0 0,0 0 0 0 0,-9 18 0 0 0,14-34-54 0 0,-1 0 1 0 0,0 0 0 0 0,0 0-1 0 0,0 0 1 0 0,0 0-1 0 0,0-1 1 0 0,-1 1-1 0 0,1 0 1 0 0,-1-1 0 0 0,1 1-1 0 0,-3 1 1 0 0,3-2-9 0 0,0-1 0 0 0,0 0 0 0 0,0 0 1 0 0,0 1-1 0 0,1-1 0 0 0,-1 0 0 0 0,0 0 0 0 0,0 0 1 0 0,0 0-1 0 0,0 0 0 0 0,0 0 0 0 0,1 0 0 0 0,-1-1 1 0 0,0 1-1 0 0,0 0 0 0 0,0 0 0 0 0,0-1 0 0 0,1 1 1 0 0,-1 0-1 0 0,0-1 0 0 0,0 1 0 0 0,1-1 0 0 0,-1 1 1 0 0,0-1-1 0 0,1 1 0 0 0,-1-1 0 0 0,0 1 0 0 0,1-1 1 0 0,-1 0-1 0 0,1 1 0 0 0,-1-2 0 0 0,-7-9 26 0 0,0-1 1 0 0,2 1-1 0 0,-1-1 0 0 0,1-1 1 0 0,1 1-1 0 0,0-1 0 0 0,-4-20 0 0 0,-10-22-1 0 0,-68-186 22 0 0,78 210-66 0 0,2 0 0 0 0,1-1 0 0 0,2 0-1 0 0,1 0 1 0 0,2-62 0 0 0,2 82-3 0 0,1 0 0 0 0,1 1 0 0 0,0-1 1 0 0,0 1-1 0 0,1 0 0 0 0,0 0 0 0 0,1 1 0 0 0,1-1 0 0 0,0 1 0 0 0,0 0 1 0 0,0 0-1 0 0,2 1 0 0 0,-1 0 0 0 0,1 0 0 0 0,0 1 0 0 0,1 0 0 0 0,0 0 1 0 0,0 1-1 0 0,19-11 0 0 0,-12 8 3 0 0,0 2 0 0 0,1-1 0 0 0,0 2 0 0 0,1 1 0 0 0,0 0 0 0 0,0 1 0 0 0,0 1 0 0 0,0 0 0 0 0,1 2 0 0 0,0 0 0 0 0,34 2 0 0 0,-49 0 4 0 0,0 0 1 0 0,0 0 0 0 0,-1 1-1 0 0,1 0 1 0 0,0 0 0 0 0,0 0-1 0 0,0 0 1 0 0,0 1 0 0 0,-1-1-1 0 0,1 1 1 0 0,-1 0 0 0 0,1 0-1 0 0,-1 0 1 0 0,0 1 0 0 0,0-1-1 0 0,0 1 1 0 0,5 5 0 0 0,-6-5 2 0 0,0 0-1 0 0,0 0 1 0 0,-1 1 0 0 0,1-1-1 0 0,-1 0 1 0 0,0 1 0 0 0,0-1 0 0 0,0 1-1 0 0,0-1 1 0 0,0 1 0 0 0,-1-1-1 0 0,0 1 1 0 0,0 0 0 0 0,0-1 0 0 0,0 1-1 0 0,0-1 1 0 0,-1 1 0 0 0,0 0-1 0 0,-1 5 1 0 0,-3 4 13 0 0,0 0 1 0 0,-1-1-1 0 0,0 0 0 0 0,-1 0 0 0 0,0 0 0 0 0,-1-1 1 0 0,-16 19-1 0 0,-6 1 29 0 0,-37 32 0 0 0,40-40-425 0 0,0-1 1 0 0,-2-1-1 0 0,-50 27 0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7:46.7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35 9186 0 0,'0'0'2198'0'0,"1"2"-843"0"0,6 11-192 0 0,-1 1-1 0 0,-1 0 1 0 0,0 1 0 0 0,-1-1 0 0 0,4 28 0 0 0,8 25 440 0 0,0-17-732 0 0,1-1 0 0 0,46 85 0 0 0,-69-162-3 0 0,-2-40 1 0 0,7 66-835 0 0,-2-34 0 0 0,0 0 0 0 0,4-49 0 0 0,0 73-40 0 0,0 0-1 0 0,1 0 0 0 0,0 1 1 0 0,1-1-1 0 0,0 0 0 0 0,1 1 1 0 0,0 0-1 0 0,1 0 0 0 0,1 0 1 0 0,12-20-1 0 0,-15 27-50 0 0,1 0 0 0 0,-1 0 0 0 0,1 0 0 0 0,0 1 0 0 0,0 0-1 0 0,0-1 1 0 0,1 1 0 0 0,-1 1 0 0 0,1-1 0 0 0,0 1 0 0 0,0 0 0 0 0,0 0 0 0 0,0 0 0 0 0,0 0-1 0 0,0 1 1 0 0,0 0 0 0 0,1 0 0 0 0,6 0 0 0 0,1 1-203 0 0,-1 1 1 0 0,1 0-1 0 0,-1 0 0 0 0,1 1 0 0 0,-1 1 1 0 0,20 7-1 0 0,-31-10 299 0 0,0 7 277 0 0,-1 1-165 0 0,0 0 1 0 0,-1 0 0 0 0,1 0 0 0 0,-2-1-1 0 0,1 1 1 0 0,-5 12 0 0 0,3-7-13 0 0,0 1-48 0 0,0 0-1 0 0,2 0 1 0 0,-1 0-1 0 0,2 1 1 0 0,0-1-1 0 0,1 0 1 0 0,0 0-1 0 0,1 1 1 0 0,0-1-1 0 0,1 0 1 0 0,1 0-1 0 0,1-1 1 0 0,8 20-1 0 0,-10-25-62 0 0,1-1-1 0 0,0 0 0 0 0,1 0 1 0 0,-1 0-1 0 0,1-1 0 0 0,0 1 0 0 0,1-1 1 0 0,0 0-1 0 0,0-1 0 0 0,0 1 1 0 0,0-1-1 0 0,1-1 0 0 0,0 1 1 0 0,0-1-1 0 0,0 0 0 0 0,1-1 1 0 0,-1 0-1 0 0,1 0 0 0 0,0 0 0 0 0,0-1 1 0 0,0 0-1 0 0,0-1 0 0 0,0 0 1 0 0,14 1-1 0 0,-16-2-8 0 0,0 0-1 0 0,1-1 1 0 0,-1 0-1 0 0,0 0 1 0 0,0 0 0 0 0,0 0-1 0 0,-1-1 1 0 0,1 0 0 0 0,0 0-1 0 0,-1-1 1 0 0,1 0-1 0 0,-1 0 1 0 0,0 0 0 0 0,0 0-1 0 0,0-1 1 0 0,0 0-1 0 0,0 0 1 0 0,-1 0 0 0 0,0-1-1 0 0,0 1 1 0 0,0-1 0 0 0,0 0-1 0 0,-1 0 1 0 0,0 0-1 0 0,0-1 1 0 0,0 1 0 0 0,-1-1-1 0 0,0 0 1 0 0,2-6 0 0 0,-2 2 1 0 0,1 1 0 0 0,-2-1 1 0 0,1 0-1 0 0,-2 0 0 0 0,1 0 1 0 0,-1 0-1 0 0,-1 0 1 0 0,0 0-1 0 0,0 1 0 0 0,-1-1 1 0 0,0 0-1 0 0,0 1 1 0 0,-1-1-1 0 0,-1 1 0 0 0,0 0 1 0 0,0 0-1 0 0,-7-11 1 0 0,4 10-18 0 0,0 1 0 0 0,0 0 0 0 0,-1 0 0 0 0,-1 0 1 0 0,0 1-1 0 0,0 1 0 0 0,0-1 0 0 0,-1 1 1 0 0,-15-8-1 0 0,19 12-37 0 0,-1 0 0 0 0,0 0 1 0 0,1 0-1 0 0,-1 1 0 0 0,0 0 1 0 0,-1 0-1 0 0,1 1 0 0 0,0 0 1 0 0,0 0-1 0 0,-1 1 0 0 0,1-1 1 0 0,0 2-1 0 0,-1-1 0 0 0,1 1 1 0 0,0 0-1 0 0,-11 3 0 0 0,17-3-36 0 0,0-1-1 0 0,0 0 0 0 0,0 1 0 0 0,0-1 0 0 0,0 0 1 0 0,-1 1-1 0 0,1-1 0 0 0,0 1 0 0 0,1 0 0 0 0,-1-1 1 0 0,0 1-1 0 0,0 0 0 0 0,0 0 0 0 0,0-1 0 0 0,0 1 1 0 0,1 0-1 0 0,-1 0 0 0 0,0 0 0 0 0,1 0 0 0 0,-1 0 1 0 0,1 0-1 0 0,-1 0 0 0 0,1 0 0 0 0,-1 0 0 0 0,1 0 1 0 0,0 1-1 0 0,0-1 0 0 0,-1 0 0 0 0,1 2 1 0 0,0-1-331 0 0,1 0 1 0 0,-1 0 0 0 0,1-1 0 0 0,0 1 0 0 0,-1 0 0 0 0,1 0 0 0 0,0 0 0 0 0,0 0-1 0 0,0-1 1 0 0,0 1 0 0 0,0 0 0 0 0,1-1 0 0 0,-1 1 0 0 0,0-1 0 0 0,1 1 0 0 0,2 1-1 0 0,7 6-2662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7:47.2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87 82 8722 0 0,'-15'-48'4549'0'0,"14"46"-4230"0"0,0-1 1 0 0,0 1-1 0 0,0 0 1 0 0,0 0-1 0 0,0 0 1 0 0,0 1-1 0 0,-1-1 1 0 0,1 0-1 0 0,-1 0 1 0 0,1 1-1 0 0,-1-1 1 0 0,1 1-1 0 0,-1-1 0 0 0,0 1 1 0 0,0 0-1 0 0,0 0 1 0 0,0-1-1 0 0,0 1 1 0 0,-4-1-1 0 0,5 2-230 0 0,0 1 0 0 0,0-1 0 0 0,0 0 0 0 0,0 0 0 0 0,0 1-1 0 0,0-1 1 0 0,0 1 0 0 0,0-1 0 0 0,0 1 0 0 0,0 0 0 0 0,0-1 0 0 0,0 1-1 0 0,1 0 1 0 0,-1-1 0 0 0,0 1 0 0 0,0 0 0 0 0,1 0 0 0 0,-1 0 0 0 0,0 0-1 0 0,1 0 1 0 0,-1 0 0 0 0,1 0 0 0 0,-1 0 0 0 0,1 0 0 0 0,-1 1 0 0 0,-9 30 817 0 0,7-18-678 0 0,1 1 0 0 0,1 0 0 0 0,1-1 0 0 0,0 1 0 0 0,3 19 0 0 0,17 77 266 0 0,-5-30-277 0 0,-5-17-49 0 0,2-1 1 0 0,30 94-1 0 0,-42-157-155 0 0,0 0 0 0 0,1 0 0 0 0,-1-1 0 0 0,0 1 0 0 0,0 0-1 0 0,0 0 1 0 0,0-1 0 0 0,0 1 0 0 0,0 0 0 0 0,1 0 0 0 0,-1 0-1 0 0,0 0 1 0 0,0-1 0 0 0,0 1 0 0 0,1 0 0 0 0,-1 0 0 0 0,0 0 0 0 0,0 0-1 0 0,0 0 1 0 0,1 0 0 0 0,-1 0 0 0 0,0 0 0 0 0,0-1 0 0 0,1 1-1 0 0,-1 0 1 0 0,0 0 0 0 0,0 0 0 0 0,1 0 0 0 0,-1 0 0 0 0,0 0-1 0 0,0 0 1 0 0,0 0 0 0 0,1 0 0 0 0,-1 1 0 0 0,0-1 0 0 0,0 0-1 0 0,1 0 1 0 0,-1 0 0 0 0,0 0 0 0 0,0 0 0 0 0,0 0 0 0 0,1 0-1 0 0,-1 1 1 0 0,0-1 0 0 0,0 0 0 0 0,0 0 0 0 0,1 0 0 0 0,-1 0-1 0 0,0 1 1 0 0,0-1 0 0 0,0 0 0 0 0,0 0 0 0 0,0 0 0 0 0,0 1 0 0 0,1-1-1 0 0,-1 0 1 0 0,0 0 0 0 0,0 0 0 0 0,0 1 0 0 0,0-1 0 0 0,0 1-1 0 0,7-25 168 0 0,-6 21-126 0 0,4-18-31 0 0,1 1 0 0 0,1-1 0 0 0,1 1 0 0 0,1 0 0 0 0,21-33 0 0 0,-25 46-35 0 0,0 0 1 0 0,1 0-1 0 0,-1 0 0 0 0,2 1 0 0 0,-1 0 0 0 0,1 0 0 0 0,10-6 0 0 0,-12 9-2 0 0,0 0 0 0 0,1 0 0 0 0,-1 1 1 0 0,0 0-1 0 0,1 0 0 0 0,0 0 0 0 0,-1 1 1 0 0,1 0-1 0 0,0 0 0 0 0,0 0 0 0 0,0 1 1 0 0,7 0-1 0 0,-9 1 3 0 0,1 0 0 0 0,-1 0 1 0 0,1 0-1 0 0,-1 1 0 0 0,0 0 1 0 0,0 0-1 0 0,1 0 0 0 0,-2 0 0 0 0,1 0 1 0 0,0 1-1 0 0,0 0 0 0 0,-1 0 0 0 0,1 0 1 0 0,-1 0-1 0 0,0 0 0 0 0,0 1 0 0 0,0-1 1 0 0,-1 1-1 0 0,1 0 0 0 0,-1 0 1 0 0,0 0-1 0 0,0 0 0 0 0,3 8 0 0 0,-2-3 17 0 0,0-1 0 0 0,0 0 0 0 0,-1 1 0 0 0,0 0-1 0 0,-1-1 1 0 0,1 1 0 0 0,-2 0 0 0 0,1 0 0 0 0,-1 0-1 0 0,-1-1 1 0 0,-2 16 0 0 0,1-18 26 0 0,0 0 0 0 0,0-1 0 0 0,0 1 0 0 0,-1 0 1 0 0,0-1-1 0 0,0 1 0 0 0,0-1 0 0 0,-1 0 0 0 0,0 0 0 0 0,0 0 0 0 0,0-1 1 0 0,-1 0-1 0 0,1 1 0 0 0,-1-1 0 0 0,0-1 0 0 0,0 1 0 0 0,-1-1 0 0 0,-8 4 0 0 0,-6 2 146 0 0,-1-1-1 0 0,-1-1 0 0 0,-38 7 0 0 0,43-10-140 0 0,12-3-142 0 0,-1 1-1 0 0,0-1 1 0 0,1-1 0 0 0,-1 1-1 0 0,0-1 1 0 0,1 0 0 0 0,-1 0-1 0 0,0-1 1 0 0,-7-1 0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7:47.8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6 203 11130 0 0,'-1'1'159'0'0,"1"-1"0"0"0,-1 1-1 0 0,1-1 1 0 0,0 1-1 0 0,-1 0 1 0 0,1-1-1 0 0,-1 1 1 0 0,1 0 0 0 0,0-1-1 0 0,-1 1 1 0 0,1 0-1 0 0,0-1 1 0 0,0 1-1 0 0,0 0 1 0 0,0 0 0 0 0,0-1-1 0 0,0 1 1 0 0,0 0-1 0 0,0 0 1 0 0,0-1 0 0 0,0 1-1 0 0,0 0 1 0 0,0 0-1 0 0,0-1 1 0 0,1 2-1 0 0,0 1 104 0 0,0-1 0 0 0,0 0 0 0 0,0 0 0 0 0,1 0 0 0 0,-1 0 0 0 0,1 0 0 0 0,-1 0 0 0 0,3 2 0 0 0,1 0 156 0 0,-1 0 1 0 0,1-1-1 0 0,0 1 1 0 0,0-1-1 0 0,0 0 1 0 0,8 3-1 0 0,-8-5-295 0 0,1 0-1 0 0,-1 0 0 0 0,0-1 1 0 0,1 0-1 0 0,0 0 0 0 0,-1 0 1 0 0,1 0-1 0 0,-1-1 1 0 0,0 0-1 0 0,1 0 0 0 0,-1-1 1 0 0,0 1-1 0 0,1-1 0 0 0,-1 0 1 0 0,0-1-1 0 0,0 1 0 0 0,-1-1 1 0 0,1 0-1 0 0,7-6 0 0 0,-5 4-33 0 0,0-1-1 0 0,-1 0 0 0 0,1 0 1 0 0,-1 0-1 0 0,-1-1 1 0 0,1 0-1 0 0,-1 0 0 0 0,0 0 1 0 0,-1-1-1 0 0,0 1 0 0 0,6-17 1 0 0,-8 18 10 0 0,-1 0 0 0 0,0 0 1 0 0,0-1-1 0 0,0 1 0 0 0,-1-1 0 0 0,0 1 1 0 0,0-1-1 0 0,0 1 0 0 0,-1 0 0 0 0,0-1 1 0 0,-1 1-1 0 0,1 0 0 0 0,-5-12 0 0 0,4 15-75 0 0,1 0 0 0 0,-1 0 0 0 0,1 1 0 0 0,-1-1 0 0 0,0 0 0 0 0,0 1 0 0 0,0-1 0 0 0,-1 1 0 0 0,1 0 0 0 0,0-1 0 0 0,-1 1 0 0 0,0 0 0 0 0,1 1 0 0 0,-1-1 1 0 0,0 0-1 0 0,0 1 0 0 0,0 0 0 0 0,0-1 0 0 0,0 1 0 0 0,0 0 0 0 0,0 1 0 0 0,0-1 0 0 0,-1 0 0 0 0,1 1 0 0 0,0 0 0 0 0,0 0 0 0 0,-1 0 0 0 0,1 0 0 0 0,-4 1 0 0 0,3 0-2 0 0,0 0 1 0 0,0 1-1 0 0,0-1 0 0 0,0 1 1 0 0,0 0-1 0 0,0 0 1 0 0,0 0-1 0 0,1 0 1 0 0,-1 1-1 0 0,1 0 1 0 0,0 0-1 0 0,-1 0 1 0 0,1 0-1 0 0,0 0 1 0 0,1 0-1 0 0,-4 5 1 0 0,-3 5 73 0 0,1 1 1 0 0,-14 28 0 0 0,14-22-41 0 0,0 1-1 0 0,1 0 1 0 0,2 0 0 0 0,0 1 0 0 0,-3 27 0 0 0,6-32-38 0 0,1 0 1 0 0,1-1 0 0 0,1 1 0 0 0,0 0 0 0 0,1-1 0 0 0,0 1-1 0 0,8 25 1 0 0,-8-38-130 0 0,-1 1 0 0 0,1-1-1 0 0,0 1 1 0 0,0-1 0 0 0,0 0 0 0 0,1 0 0 0 0,-1 0-1 0 0,1 0 1 0 0,0 0 0 0 0,0 0 0 0 0,0-1-1 0 0,1 1 1 0 0,-1-1 0 0 0,1 0 0 0 0,0 0-1 0 0,0-1 1 0 0,0 1 0 0 0,0-1 0 0 0,0 0 0 0 0,1 0-1 0 0,-1 0 1 0 0,1 0 0 0 0,-1-1 0 0 0,1 0-1 0 0,0 0 1 0 0,-1 0 0 0 0,1 0 0 0 0,0-1-1 0 0,0 0 1 0 0,0 0 0 0 0,8-1 0 0 0,8-3-2192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7:48.4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184 24 15107 0 0,'-5'-4'505'0'0,"0"1"1"0"0,0 0-1 0 0,-1 0 0 0 0,1 1 0 0 0,-1-1 0 0 0,-10-2 1 0 0,14 5-345 0 0,-1 0 0 0 0,1 0 0 0 0,-1 0 0 0 0,1 0 0 0 0,-1 0 0 0 0,1 1 0 0 0,-1-1 1 0 0,1 1-1 0 0,0-1 0 0 0,-1 1 0 0 0,1 0 0 0 0,0 0 0 0 0,0 0 0 0 0,0 0 0 0 0,-1 1 1 0 0,1-1-1 0 0,0 1 0 0 0,0-1 0 0 0,-3 4 0 0 0,-2 3 64 0 0,-1 0-1 0 0,1 0 1 0 0,1 1-1 0 0,-1 0 1 0 0,2 0-1 0 0,-1 1 1 0 0,1-1-1 0 0,1 1 1 0 0,-1 0-1 0 0,-3 15 1 0 0,3-6-92 0 0,1 1 1 0 0,0 0 0 0 0,2 1-1 0 0,-1 32 1 0 0,3-42-108 0 0,1-1-1 0 0,0 1 1 0 0,0-1 0 0 0,1 1-1 0 0,1-1 1 0 0,0 0 0 0 0,0 0-1 0 0,1 0 1 0 0,0 0-1 0 0,1-1 1 0 0,0 1 0 0 0,0-1-1 0 0,13 15 1 0 0,-15-20-21 0 0,1 0 1 0 0,0 0-1 0 0,0 0 1 0 0,0-1-1 0 0,0 0 1 0 0,1 1-1 0 0,-1-2 0 0 0,1 1 1 0 0,0 0-1 0 0,0-1 1 0 0,0 0-1 0 0,0 0 0 0 0,1 0 1 0 0,-1-1-1 0 0,0 0 1 0 0,1 0-1 0 0,-1 0 1 0 0,1-1-1 0 0,-1 1 0 0 0,1-1 1 0 0,-1-1-1 0 0,0 1 1 0 0,1-1-1 0 0,-1 0 1 0 0,1 0-1 0 0,-1 0 0 0 0,10-5 1 0 0,8-5-158 0 0,-1-1 0 0 0,0 0 0 0 0,-1-2 0 0 0,-1-1 1 0 0,0-1-1 0 0,27-27 0 0 0,-35 32 107 0 0,0-1 1 0 0,-1-1-1 0 0,-1 0 1 0 0,11-16-1 0 0,-18 24 51 0 0,0-1 0 0 0,0 1-1 0 0,-1 0 1 0 0,0-1 0 0 0,0 1-1 0 0,0-1 1 0 0,-1 1 0 0 0,1-1-1 0 0,-1 0 1 0 0,-1 0 0 0 0,1 0-1 0 0,-1 0 1 0 0,0 0 0 0 0,0 1-1 0 0,-2-9 1 0 0,2 12 10 0 0,-1 0 1 0 0,1 0-1 0 0,-1 1 1 0 0,1-1 0 0 0,-1 0-1 0 0,0 1 1 0 0,0-1-1 0 0,0 0 1 0 0,0 1-1 0 0,0-1 1 0 0,0 1-1 0 0,0 0 1 0 0,0-1-1 0 0,-1 1 1 0 0,1 0-1 0 0,0-1 1 0 0,-1 1 0 0 0,1 0-1 0 0,-1 0 1 0 0,-2-1-1 0 0,1 1 23 0 0,0 0 0 0 0,0 0-1 0 0,0 1 1 0 0,-1-1 0 0 0,1 1 0 0 0,0-1-1 0 0,0 1 1 0 0,-1 0 0 0 0,1 0 0 0 0,-6 1-1 0 0,1 1 30 0 0,-1 0-1 0 0,0 0 0 0 0,1 1 1 0 0,0 0-1 0 0,0 0 0 0 0,0 1 1 0 0,-13 8-1 0 0,13-6-40 0 0,0 1 0 0 0,0 0 0 0 0,1 0 0 0 0,0 0 0 0 0,0 1 0 0 0,1 0 0 0 0,0 1 0 0 0,0-1 0 0 0,1 1 0 0 0,0 0 0 0 0,0 0 0 0 0,1 1-1 0 0,1-1 1 0 0,0 1 0 0 0,0 0 0 0 0,0 0 0 0 0,1 0 0 0 0,1 0 0 0 0,0 0 0 0 0,0 1 0 0 0,1-1 0 0 0,0 0 0 0 0,3 12 0 0 0,-3-17-13 0 0,1 0 1 0 0,0 0-1 0 0,0 0 0 0 0,1 0 0 0 0,-1 0 1 0 0,1-1-1 0 0,0 1 0 0 0,1-1 1 0 0,-1 1-1 0 0,1-1 0 0 0,-1 0 1 0 0,1 0-1 0 0,1 0 0 0 0,-1 0 0 0 0,0 0 1 0 0,1-1-1 0 0,0 0 0 0 0,0 1 1 0 0,0-2-1 0 0,0 1 0 0 0,1 0 1 0 0,-1-1-1 0 0,0 0 0 0 0,1 0 1 0 0,0 0-1 0 0,0 0 0 0 0,-1-1 0 0 0,1 0 1 0 0,0 0-1 0 0,0 0 0 0 0,9 0 1 0 0,-4-1 8 0 0,-1 0 1 0 0,1-1-1 0 0,-1 0 1 0 0,1-1-1 0 0,-1 0 1 0 0,0 0-1 0 0,1-1 1 0 0,-1 0-1 0 0,0-1 1 0 0,-1 0-1 0 0,1 0 1 0 0,-1-1-1 0 0,0 0 0 0 0,0 0 1 0 0,14-12-1 0 0,-14 8 14 0 0,0 1-1 0 0,-1-1 0 0 0,0 0 0 0 0,0 0 0 0 0,-1-1 0 0 0,0 0 0 0 0,-1 0 0 0 0,0 0 0 0 0,5-16 0 0 0,-8 19-16 0 0,0 0 0 0 0,0-1 0 0 0,-1 1 0 0 0,0 0 1 0 0,-1-1-1 0 0,1 1 0 0 0,-1 0 0 0 0,-1-1 0 0 0,1 1 0 0 0,-1-1 0 0 0,0 1 1 0 0,-1 0-1 0 0,0 0 0 0 0,0 0 0 0 0,-6-12 0 0 0,7 17-43 0 0,0 1 0 0 0,0-1 0 0 0,0 1 0 0 0,0-1 0 0 0,-1 1 0 0 0,1-1-1 0 0,0 1 1 0 0,-1 0 0 0 0,1 0 0 0 0,-3-1 0 0 0,4 1-121 0 0,-1 1 0 0 0,1 0 0 0 0,-1-1 0 0 0,1 1 0 0 0,-1 0 0 0 0,0 0 0 0 0,1-1 0 0 0,-1 1 1 0 0,1 0-1 0 0,-1 0 0 0 0,1 0 0 0 0,-1 0 0 0 0,0 0 0 0 0,1 0 0 0 0,-1 0 0 0 0,0 0 0 0 0,1 0 0 0 0,-1 0 0 0 0,1 0 0 0 0,-1 0 0 0 0,0 0 0 0 0,1 1 1 0 0,-1-1-1 0 0,1 0 0 0 0,-1 0 0 0 0,1 1 0 0 0,-1-1 0 0 0,1 0 0 0 0,-1 1 0 0 0,1-1 0 0 0,-1 0 0 0 0,1 1 0 0 0,-1-1 0 0 0,1 1 0 0 0,-1 0 0 0 0,-3 5-3083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7:49.9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137 200 12867 0 0,'2'-10'2097'0'0,"0"4"-303"0"0,-1 2 1447 0 0,-1-5-2297 0 0,0 6-489 0 0,1 2 90 0 0,1 2-101 0 0,1 7-21 0 0,2 15-1 0 0,-3-15-235 0 0,-2-4-8 0 0,23 142 1658 0 0,43 218-412 0 0,-64-357-1518 0 0,0 0-1 0 0,0 1 0 0 0,-1-1 1 0 0,-1 0-1 0 0,1 0 0 0 0,-1 1 1 0 0,-1 10-1 0 0,1-18 34 0 0,0 1-1 0 0,0-1 1 0 0,0 0-1 0 0,0 1 1 0 0,0-1 0 0 0,-1 0-1 0 0,1 1 1 0 0,0-1 0 0 0,0 1-1 0 0,0-1 1 0 0,-1 0 0 0 0,1 0-1 0 0,0 1 1 0 0,0-1 0 0 0,-1 0-1 0 0,1 1 1 0 0,0-1 0 0 0,-1 0-1 0 0,1 0 1 0 0,0 1-1 0 0,-1-1 1 0 0,1 0 0 0 0,0 0-1 0 0,-1 0 1 0 0,1 0 0 0 0,0 0-1 0 0,-1 1 1 0 0,1-1 0 0 0,-1 0-1 0 0,1 0 1 0 0,0 0 0 0 0,-1 0-1 0 0,0 0 1 0 0,-15-7-1890 0 0,-11-14-820 0 0,10 4 1659 0 0,1-2 1 0 0,0 1-1 0 0,2-2 0 0 0,0 0 1 0 0,-15-29-1 0 0,12 14 488 0 0,1 0 0 0 0,-18-60 0 0 0,28 72 785 0 0,0-1-1 0 0,1 1 0 0 0,2-1 1 0 0,0 0-1 0 0,1 0 0 0 0,3-32 0 0 0,-1 45 150 0 0,2 1 1 0 0,-1-1-1 0 0,1 1 0 0 0,1-1 0 0 0,0 1 0 0 0,0 0 0 0 0,1 0 0 0 0,0 0 0 0 0,1 1 0 0 0,0-1 0 0 0,1 1 0 0 0,-1 0 0 0 0,2 1 0 0 0,-1-1 1 0 0,1 1-1 0 0,13-11 0 0 0,-5 8 127 0 0,0 1 0 0 0,1 0 1 0 0,1 1-1 0 0,0 0 1 0 0,0 1-1 0 0,0 2 1 0 0,1-1-1 0 0,0 2 0 0 0,0 0 1 0 0,1 2-1 0 0,-1 0 1 0 0,1 1-1 0 0,0 0 0 0 0,37 3 1 0 0,-50-1-398 0 0,0 1 0 0 0,0 0 0 0 0,0 0-1 0 0,0 1 1 0 0,-1-1 0 0 0,1 1 0 0 0,0 0 0 0 0,-1 1 0 0 0,1-1 0 0 0,-1 1 0 0 0,0 0 0 0 0,0 1 0 0 0,0-1 0 0 0,8 9 0 0 0,-10-9-24 0 0,0 0 0 0 0,-1 1 0 0 0,0-1 0 0 0,0 1 0 0 0,0 0 0 0 0,0-1 0 0 0,0 1 0 0 0,-1 0 0 0 0,0 0 0 0 0,0 0 1 0 0,0 0-1 0 0,0 0 0 0 0,0 1 0 0 0,-1-1 0 0 0,0 0 0 0 0,0 0 0 0 0,0 0 0 0 0,0 1 0 0 0,-1-1 0 0 0,0 0 0 0 0,0 0 1 0 0,-1 5-1 0 0,-3 6 51 0 0,-1-1 1 0 0,0 1-1 0 0,-1-1 1 0 0,0 0-1 0 0,-1 0 1 0 0,-1-1-1 0 0,0 0 1 0 0,0 0-1 0 0,-17 15 1 0 0,17-19-14 0 0,-1 0 0 0 0,0 0 0 0 0,0-1 1 0 0,-1-1-1 0 0,0 0 0 0 0,0 0 1 0 0,0-1-1 0 0,-1 0 0 0 0,0-1 0 0 0,-1 0 1 0 0,-21 4-1 0 0,28-8-94 0 0,1 0-1 0 0,0 0 1 0 0,-1-1-1 0 0,1 0 1 0 0,0 0 0 0 0,-11-2-1 0 0,15 2-84 0 0,0-1 1 0 0,-1 1-1 0 0,1 0 0 0 0,0-1 0 0 0,0 1 1 0 0,-1-1-1 0 0,1 1 0 0 0,0-1 0 0 0,0 1 1 0 0,0-1-1 0 0,0 0 0 0 0,0 0 0 0 0,0 0 0 0 0,0 1 1 0 0,0-1-1 0 0,0 0 0 0 0,0 0 0 0 0,1 0 1 0 0,-1 0-1 0 0,0-1 0 0 0,1 1 0 0 0,-1 0 1 0 0,1 0-1 0 0,-1 0 0 0 0,1 0 0 0 0,-1-1 0 0 0,1 1 1 0 0,0 0-1 0 0,0 0 0 0 0,-1-1 0 0 0,1 1 1 0 0,0 0-1 0 0,0-1 0 0 0,1-1 0 0 0,0-8-1595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7:50.5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17 112 16732 0 0,'0'0'840'0'0,"-2"3"-348"0"0,-1 1-271 0 0,1 1 0 0 0,0-1 0 0 0,1 1 0 0 0,-1 0 0 0 0,1-1 0 0 0,0 1 0 0 0,0 0-1 0 0,0 0 1 0 0,1 0 0 0 0,-1 0 0 0 0,1 0 0 0 0,0 0 0 0 0,1 0 0 0 0,-1 0 0 0 0,3 8 0 0 0,3 14 586 0 0,15 42-1 0 0,-14-47-641 0 0,3 6 63 0 0,-5-18-44 0 0,-2 0 0 0 0,0-1 0 0 0,0 1 0 0 0,0 1 0 0 0,1 16 0 0 0,-16-39 243 0 0,7 2-428 0 0,1-1 1 0 0,-1 1-1 0 0,2-1 0 0 0,0-1 1 0 0,0 1-1 0 0,1 0 1 0 0,0-1-1 0 0,1 1 0 0 0,1-1 1 0 0,0 1-1 0 0,0-1 0 0 0,1 1 1 0 0,0-1-1 0 0,1 1 0 0 0,0 0 1 0 0,1 0-1 0 0,1-1 0 0 0,0 2 1 0 0,9-21-1 0 0,-7 20-48 0 0,0-1-1 0 0,1 1 0 0 0,0 0 1 0 0,1 1-1 0 0,0 0 1 0 0,0 0-1 0 0,1 0 0 0 0,1 1 1 0 0,-1 1-1 0 0,2 0 1 0 0,-1 0-1 0 0,1 1 0 0 0,0 0 1 0 0,0 0-1 0 0,1 2 1 0 0,0-1-1 0 0,16-4 1 0 0,-17 8 19 0 0,-1 0 0 0 0,1 0 1 0 0,0 1-1 0 0,0 0 1 0 0,0 1-1 0 0,0 0 1 0 0,17 3-1 0 0,-25-2 30 0 0,1 0-1 0 0,-1 0 0 0 0,0 0 0 0 0,0 0 0 0 0,0 0 0 0 0,0 0 1 0 0,-1 1-1 0 0,1-1 0 0 0,0 1 0 0 0,-1 0 0 0 0,1 0 0 0 0,-1 0 1 0 0,4 3-1 0 0,-5-3 17 0 0,0 0 0 0 0,1 0 0 0 0,-1 0 0 0 0,0 0 0 0 0,0 1 0 0 0,0-1 0 0 0,-1 0 0 0 0,1 0 0 0 0,0 1 0 0 0,-1-1 0 0 0,0 1 0 0 0,1-1 0 0 0,-1 1 1 0 0,0-1-1 0 0,0 0 0 0 0,-1 1 0 0 0,1-1 0 0 0,0 1 0 0 0,-2 3 0 0 0,-2 9 200 0 0,-1 0 0 0 0,-11 23 0 0 0,10-27-139 0 0,1 0-1 0 0,1 0 1 0 0,0 1 0 0 0,1-1-1 0 0,-4 23 1 0 0,6-24-49 0 0,0 0-1 0 0,1 1 1 0 0,1-1 0 0 0,-1 1-1 0 0,2-1 1 0 0,0 0-1 0 0,0 0 1 0 0,0 0 0 0 0,1 0-1 0 0,6 13 1 0 0,-7-19-10 0 0,0-1 0 0 0,0 0-1 0 0,0 1 1 0 0,0-1 0 0 0,1 0 0 0 0,-1 0 0 0 0,1 0-1 0 0,-1-1 1 0 0,1 1 0 0 0,0-1 0 0 0,0 1 0 0 0,1-1 0 0 0,-1 0-1 0 0,0 0 1 0 0,1 0 0 0 0,-1-1 0 0 0,1 1 0 0 0,-1-1-1 0 0,1 0 1 0 0,0 0 0 0 0,0 0 0 0 0,-1-1 0 0 0,1 1 0 0 0,0-1-1 0 0,0 0 1 0 0,0 0 0 0 0,0 0 0 0 0,0 0 0 0 0,-1-1-1 0 0,8-1 1 0 0,-3 0 15 0 0,1-1 0 0 0,-1 0 0 0 0,0 0 0 0 0,0 0 0 0 0,0-1 0 0 0,-1 0 0 0 0,1-1 0 0 0,-1 1 0 0 0,0-2 0 0 0,-1 1 0 0 0,1-1 0 0 0,-1 0 0 0 0,0 0 0 0 0,0 0 0 0 0,-1-1 0 0 0,0 0 0 0 0,6-10 1 0 0,-8 11-15 0 0,1 0 0 0 0,-2-1 0 0 0,1 1 0 0 0,0-1 1 0 0,-1 0-1 0 0,-1 0 0 0 0,1 0 0 0 0,-1 0 1 0 0,0 0-1 0 0,-1 0 0 0 0,1 0 0 0 0,-1 0 1 0 0,-1 0-1 0 0,1 0 0 0 0,-1 0 0 0 0,-1 0 1 0 0,1 0-1 0 0,-1 0 0 0 0,0 0 0 0 0,-1 1 1 0 0,-3-8-1 0 0,4 10-28 0 0,0 0 1 0 0,0 1-1 0 0,-1-1 1 0 0,1 1-1 0 0,-1 0 1 0 0,0 0-1 0 0,0 0 0 0 0,0 0 1 0 0,0 0-1 0 0,0 0 1 0 0,-1 1-1 0 0,1 0 1 0 0,-1 0-1 0 0,1 0 1 0 0,-1 0-1 0 0,0 0 0 0 0,0 1 1 0 0,0-1-1 0 0,0 1 1 0 0,0 0-1 0 0,0 1 1 0 0,0-1-1 0 0,0 1 1 0 0,-1-1-1 0 0,1 1 0 0 0,0 1 1 0 0,0-1-1 0 0,0 0 1 0 0,0 1-1 0 0,-1 0 1 0 0,1 0-1 0 0,0 0 1 0 0,0 1-1 0 0,1-1 0 0 0,-1 1 1 0 0,0 0-1 0 0,0 0 1 0 0,1 0-1 0 0,-1 1 1 0 0,-5 4-1 0 0,3-2-111 0 0,1 0 0 0 0,-1 0 0 0 0,1 1 0 0 0,0-1 0 0 0,0 1 0 0 0,0 1 0 0 0,-4 8 0 0 0,7-11-660 0 0,0 0 0 0 0,0 0 0 0 0,1 0 0 0 0,-1 0 0 0 0,1 0 0 0 0,1 1 1 0 0,-1-1-1 0 0,0 0 0 0 0,1 5 0 0 0,0-2-2401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7:51.0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 31 14339 0 0,'-2'-3'218'0'0,"1"0"257"0"0,0 0 0 0 0,-1 0-1 0 0,1 0 1 0 0,-1 1 0 0 0,0-1 0 0 0,0 0 0 0 0,-3-2 0 0 0,5 5-400 0 0,-1-1 0 0 0,0 1 1 0 0,1 0-1 0 0,-1-1 0 0 0,0 1 0 0 0,1 0 1 0 0,-1 0-1 0 0,0 0 0 0 0,0 0 0 0 0,1 0 0 0 0,-1-1 1 0 0,0 1-1 0 0,1 0 0 0 0,-1 1 0 0 0,0-1 1 0 0,1 0-1 0 0,-1 0 0 0 0,0 0 0 0 0,0 0 1 0 0,1 0-1 0 0,-1 1 0 0 0,0-1 0 0 0,1 0 0 0 0,-1 1 1 0 0,1-1-1 0 0,-1 0 0 0 0,0 1 0 0 0,1-1 1 0 0,-1 1-1 0 0,1-1 0 0 0,-1 1 0 0 0,1-1 1 0 0,-1 1-1 0 0,1-1 0 0 0,0 1 0 0 0,-1 0 0 0 0,1-1 1 0 0,-1 2-1 0 0,-2 2 58 0 0,1 1-1 0 0,-1-1 1 0 0,1 1 0 0 0,0-1 0 0 0,1 1 0 0 0,-1 0-1 0 0,1-1 1 0 0,0 1 0 0 0,0 0 0 0 0,-1 10-1 0 0,2 54 415 0 0,0-51-390 0 0,11 91 410 0 0,-3-39-299 0 0,-3-21-37 0 0,22 90 0 0 0,-19-109-151 0 0,1-1-1 0 0,2 0 1 0 0,1-1 0 0 0,19 33-1 0 0,-5-28 189 0 0,-25-32 22 0 0,1-3-147 0 0,2-2-80 0 0,0-1 0 0 0,-1 0 0 0 0,1 0 0 0 0,-1 0 0 0 0,0 0 0 0 0,-1 0 1 0 0,1-1-1 0 0,-1 1 0 0 0,2-11 0 0 0,10-19 4 0 0,-5 16-74 0 0,1 1-1 0 0,1 0 1 0 0,1 1 0 0 0,0 0-1 0 0,1 1 1 0 0,1 0-1 0 0,16-13 1 0 0,-25 24-12 0 0,1 1 0 0 0,-1 0 0 0 0,1 0 0 0 0,1 0 0 0 0,-1 1 0 0 0,0 0 0 0 0,1 0 0 0 0,0 1 0 0 0,-1 0 0 0 0,11-2 0 0 0,-11 3 1 0 0,0 1-1 0 0,-1 0 1 0 0,1 0 0 0 0,0 0-1 0 0,-1 1 1 0 0,1 0-1 0 0,-1 0 1 0 0,1 0 0 0 0,-1 1-1 0 0,1-1 1 0 0,-1 1-1 0 0,0 1 1 0 0,0-1 0 0 0,9 6-1 0 0,-11-6 21 0 0,1 1-1 0 0,-1-1 0 0 0,0 1 1 0 0,0 0-1 0 0,0 0 1 0 0,0 0-1 0 0,0 0 1 0 0,0 0-1 0 0,-1 0 0 0 0,0 1 1 0 0,1 0-1 0 0,-1-1 1 0 0,-1 1-1 0 0,1 0 1 0 0,0 0-1 0 0,-1 0 0 0 0,0 0 1 0 0,0 0-1 0 0,0 0 1 0 0,0 0-1 0 0,-1 0 0 0 0,0 0 1 0 0,0 1-1 0 0,0-1 1 0 0,0 0-1 0 0,-1 0 1 0 0,1 0-1 0 0,-1 0 0 0 0,0 0 1 0 0,-3 7-1 0 0,-1 2 44 0 0,0 1-1 0 0,-1-1 0 0 0,-1-1 1 0 0,-1 1-1 0 0,1-1 0 0 0,-2-1 1 0 0,-15 18-1 0 0,11-15 33 0 0,-1 0 1 0 0,0-2-1 0 0,-1 0 0 0 0,-17 10 1 0 0,25-17-127 0 0,-1 0 0 0 0,0-1 1 0 0,0 0-1 0 0,-1 0 0 0 0,1-1 0 0 0,-1 0 1 0 0,1 0-1 0 0,-1-1 0 0 0,0-1 0 0 0,-14 2 1 0 0,23-3-15 0 0,-1 0 1 0 0,1 0 0 0 0,0 0 0 0 0,-1 0 0 0 0,1 0-1 0 0,0 0 1 0 0,-1 0 0 0 0,1 0 0 0 0,0 0 0 0 0,-1 0-1 0 0,1 0 1 0 0,0-1 0 0 0,-1 1 0 0 0,1 0 0 0 0,0 0-1 0 0,0 0 1 0 0,-1 0 0 0 0,1-1 0 0 0,0 1 0 0 0,0 0-1 0 0,-1 0 1 0 0,1-1 0 0 0,0 1 0 0 0,0 0 0 0 0,0 0-1 0 0,-1-1 1 0 0,1 1 0 0 0,0 0 0 0 0,0 0-1 0 0,0-1 1 0 0,0 1 0 0 0,0 0 0 0 0,0-1 0 0 0,0 1-1 0 0,-1 0 1 0 0,1-1 0 0 0,0 1 0 0 0,0 0 0 0 0,0-1-1 0 0,0 1 1 0 0,1-1 0 0 0,-1-3-2567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7:51.4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17404 0 0,'0'0'4061'0'0,"6"11"-2661"0"0,-3 4-866 0 0,-1 1 0 0 0,0 1 1 0 0,-1-1-1 0 0,-1 31 0 0 0,-1-18-166 0 0,1 13 22 0 0,5 140 613 0 0,-3-158-915 0 0,2 1-1 0 0,0-2 1 0 0,2 1 0 0 0,0 0 0 0 0,14 31-1 0 0,-19-52-67 0 0,0 0 0 0 0,1-1 0 0 0,-1 1 0 0 0,1 0 1 0 0,-1-1-1 0 0,1 1 0 0 0,0-1 0 0 0,0 1 0 0 0,0-1 0 0 0,0 0 0 0 0,1 0 0 0 0,-1 0 0 0 0,1 0 0 0 0,-1 0 0 0 0,1 0 0 0 0,-1-1 0 0 0,1 1 0 0 0,0-1 0 0 0,0 0 0 0 0,0 0 0 0 0,0 0 0 0 0,0 0 0 0 0,0-1 0 0 0,0 1 0 0 0,0-1 1 0 0,0 1-1 0 0,6-2 0 0 0,-2 1-83 0 0,0-2 0 0 0,0 1 1 0 0,0-1-1 0 0,0 0 1 0 0,-1-1-1 0 0,1 1 1 0 0,-1-1-1 0 0,0-1 1 0 0,0 1-1 0 0,0-1 0 0 0,9-7 1 0 0,22-25-2728 0 0,-25 22 503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7:51.7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15915 0 0,'0'0'3326'0'0,"1"3"-2428"0"0,3 11-194 0 0,0 0 0 0 0,-1 1-1 0 0,0 0 1 0 0,-1 0 0 0 0,-1 0 0 0 0,-1 0-1 0 0,-1 18 1 0 0,1-6-352 0 0,3 28-1 0 0,-2-44-597 0 0,1 0-1 0 0,1-1 0 0 0,-1 0 0 0 0,1 0 1 0 0,1 0-1 0 0,0 0 0 0 0,1 0 1 0 0,9 15-1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7:52.1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9 16988 0 0,'-7'-5'648'0'0,"6"2"-176"0"0,-1 3 808 0 0,-6 17-1264 0 0,8-9-144 0 0,1 4-120 0 0,6-1-136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7:52.7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261 499 7786 0 0,'3'-49'8108'0'0,"-3"40"-7125"0"0,-1-1-1 0 0,0 0 1 0 0,-3-10-1 0 0,3 15-834 0 0,0 1 0 0 0,0 0 0 0 0,-1-1-1 0 0,0 1 1 0 0,1 0 0 0 0,-1 0-1 0 0,-1 0 1 0 0,1 0 0 0 0,-1 1-1 0 0,1-1 1 0 0,-1 1 0 0 0,0-1 0 0 0,0 1-1 0 0,-1 0 1 0 0,1 0 0 0 0,0 0-1 0 0,-1 1 1 0 0,0-1 0 0 0,0 1 0 0 0,-4-2-1 0 0,5 3-118 0 0,1-1-1 0 0,-1 1 0 0 0,0 0 0 0 0,0 1 1 0 0,0-1-1 0 0,0 0 0 0 0,-1 1 1 0 0,1 0-1 0 0,0 0 0 0 0,0 0 1 0 0,0 0-1 0 0,0 0 0 0 0,0 0 1 0 0,0 1-1 0 0,0 0 0 0 0,0-1 1 0 0,0 1-1 0 0,-5 2 0 0 0,4 0-9 0 0,0-1 0 0 0,0 1 0 0 0,0 0 0 0 0,1 0 0 0 0,-1 0 0 0 0,1 1 0 0 0,0-1 0 0 0,0 1-1 0 0,0 0 1 0 0,0 0 0 0 0,-2 4 0 0 0,-2 5 7 0 0,1 0 0 0 0,1 1 0 0 0,0-1 1 0 0,0 1-1 0 0,2 0 0 0 0,-1 0 0 0 0,0 16 0 0 0,2-11 4 0 0,1 0 1 0 0,1 29 0 0 0,0-43-17 0 0,1 1 0 0 0,0-1 0 0 0,0 0 1 0 0,0 1-1 0 0,0-1 0 0 0,1 0 0 0 0,0 0 0 0 0,0 0 1 0 0,1 0-1 0 0,-1 0 0 0 0,1-1 0 0 0,0 1 0 0 0,7 7 1 0 0,-9-11-2 0 0,-1 0 1 0 0,1 0 0 0 0,0-1 0 0 0,0 1 0 0 0,0 0-1 0 0,0 0 1 0 0,0-1 0 0 0,0 1 0 0 0,1-1 0 0 0,-1 1-1 0 0,0-1 1 0 0,0 0 0 0 0,0 1 0 0 0,0-1 0 0 0,1 0-1 0 0,-1 0 1 0 0,0 0 0 0 0,0 0 0 0 0,1 0 0 0 0,-1 0 0 0 0,2 0-1 0 0,-1-1 14 0 0,0 1 1 0 0,1-1-1 0 0,-1 0 0 0 0,1 0 0 0 0,-1 0 0 0 0,0-1 1 0 0,0 1-1 0 0,0-1 0 0 0,4-2 0 0 0,0-2 31 0 0,1-1 0 0 0,-2 1-1 0 0,1-1 1 0 0,9-15 0 0 0,-2-1 36 0 0,-1 1-1 0 0,-1-1 1 0 0,0-1 0 0 0,8-33 0 0 0,-19 56-102 0 0,2 23-97 0 0,-14 340 1622 0 0,2-249-1119 0 0,-30 132-1 0 0,38-235-387 0 0,-18 67 66 0 0,17-67-56 0 0,0-1 0 0 0,-1 0 0 0 0,0-1 0 0 0,0 1 0 0 0,-1-1 0 0 0,-7 9 0 0 0,11-15-9 0 0,0 0 0 0 0,0-1 0 0 0,0 1 0 0 0,-1 0 0 0 0,1-1 0 0 0,-1 1 1 0 0,1-1-1 0 0,-1 0 0 0 0,1 0 0 0 0,-1 1 0 0 0,0-1 0 0 0,0 0 0 0 0,1 0 1 0 0,-1-1-1 0 0,0 1 0 0 0,0 0 0 0 0,0-1 0 0 0,0 1 0 0 0,0-1 0 0 0,0 1 1 0 0,0-1-1 0 0,0 0 0 0 0,0 0 0 0 0,0 0 0 0 0,0 0 0 0 0,0 0 0 0 0,0-1 1 0 0,0 1-1 0 0,0-1 0 0 0,0 1 0 0 0,0-1 0 0 0,0 1 0 0 0,0-1 0 0 0,0 0 0 0 0,0 0 1 0 0,1 0-1 0 0,-1 0 0 0 0,0-1 0 0 0,1 1 0 0 0,-3-2 0 0 0,0-1 3 0 0,-1-1 0 0 0,1 0 0 0 0,0 0 0 0 0,1 0 0 0 0,-1 0 0 0 0,1 0 0 0 0,0-1 0 0 0,0 1 0 0 0,1-1 0 0 0,-1 0 0 0 0,1 0 0 0 0,-1-6 0 0 0,0-8-54 0 0,1 1-1 0 0,1-1 0 0 0,0 0 0 0 0,2 1 0 0 0,0-1 0 0 0,2 1 0 0 0,0-1 0 0 0,0 1 0 0 0,2 0 0 0 0,1 0 0 0 0,0 1 0 0 0,1 0 0 0 0,12-22 0 0 0,0 6-92 0 0,1 1 0 0 0,2 2-1 0 0,1 0 1 0 0,1 1-1 0 0,50-48 1 0 0,58-56-107 0 0,-105 102 229 0 0,-2 0 1 0 0,33-57-1 0 0,-38 52 17 0 0,-1-1 0 0 0,21-63 0 0 0,-32 78 2 0 0,-2 0 1 0 0,0-1 0 0 0,-2 0-1 0 0,-1 0 1 0 0,0 1 0 0 0,-2-26-1 0 0,-2 41-3 0 0,0 0 0 0 0,0 0 0 0 0,-1 0 0 0 0,1 0-1 0 0,-2 1 1 0 0,-4-12 0 0 0,6 17-6 0 0,0-1 0 0 0,0 0 0 0 0,0 1-1 0 0,-1-1 1 0 0,1 1 0 0 0,-1 0 0 0 0,0-1 0 0 0,0 1 0 0 0,0 0-1 0 0,0 0 1 0 0,0 0 0 0 0,0 0 0 0 0,0 1 0 0 0,0-1 0 0 0,-1 0-1 0 0,1 1 1 0 0,-1 0 0 0 0,1-1 0 0 0,-1 1 0 0 0,0 0 0 0 0,-3 0-1 0 0,5 1 0 0 0,0 0 0 0 0,0 0-1 0 0,0 0 1 0 0,0 0-1 0 0,0 1 1 0 0,0-1 0 0 0,0 0-1 0 0,0 1 1 0 0,0-1-1 0 0,0 1 1 0 0,0-1 0 0 0,0 1-1 0 0,0-1 1 0 0,0 1-1 0 0,0 0 1 0 0,0 0 0 0 0,1-1-1 0 0,-1 1 1 0 0,0 0-1 0 0,1 0 1 0 0,-1 0 0 0 0,1 0-1 0 0,-1 0 1 0 0,1-1-1 0 0,-1 1 1 0 0,1 0 0 0 0,-1 0-1 0 0,1 0 1 0 0,0 1-1 0 0,-1 0 1 0 0,-7 39-78 0 0,7-34 76 0 0,-20 253 176 0 0,15-160-119 0 0,-1 135 219 0 0,8-231-256 0 0,-1 1 1 0 0,0 0-1 0 0,1-1 0 0 0,0 1 0 0 0,0-1 0 0 0,0 1 1 0 0,1-1-1 0 0,2 7 0 0 0,-3-10-7 0 0,0 0 1 0 0,0 0-1 0 0,-1 0 0 0 0,1 0 0 0 0,0 0 1 0 0,0 0-1 0 0,0 0 0 0 0,0 0 0 0 0,0 0 1 0 0,0-1-1 0 0,0 1 0 0 0,0 0 0 0 0,0-1 1 0 0,0 1-1 0 0,1-1 0 0 0,-1 1 0 0 0,0-1 1 0 0,0 0-1 0 0,0 1 0 0 0,1-1 0 0 0,-1 0 0 0 0,0 0 1 0 0,1 0-1 0 0,-1 0 0 0 0,0 0 0 0 0,0 0 1 0 0,1 0-1 0 0,-1 0 0 0 0,0-1 0 0 0,0 1 1 0 0,1 0-1 0 0,-1-1 0 0 0,0 1 0 0 0,2-2 1 0 0,10-3 11 0 0,-1-2 1 0 0,0 1-1 0 0,0-2 0 0 0,0 1 1 0 0,-1-2-1 0 0,16-14 1 0 0,54-66 177 0 0,-37 38-155 0 0,-43 49-44 0 0,29-27-78 0 0,-29 27 71 0 0,1 0 0 0 0,1 0 0 0 0,-1 1 0 0 0,0-1 0 0 0,0 1 0 0 0,1 0 1 0 0,-1-1-1 0 0,0 1 0 0 0,1 0 0 0 0,-1 1 0 0 0,1-1 0 0 0,5-1 0 0 0,-8 2 3 0 0,1 1 1 0 0,0-1-1 0 0,-1 0 1 0 0,1 0-1 0 0,-1 0 1 0 0,1 1-1 0 0,-1-1 0 0 0,1 0 1 0 0,-1 1-1 0 0,1-1 1 0 0,-1 1-1 0 0,1-1 1 0 0,-1 1-1 0 0,1-1 0 0 0,-1 1 1 0 0,1-1-1 0 0,-1 1 1 0 0,0-1-1 0 0,1 1 1 0 0,-1-1-1 0 0,0 1 0 0 0,0-1 1 0 0,1 1-1 0 0,-1 0 1 0 0,0-1-1 0 0,0 1 1 0 0,0 0-1 0 0,0-1 0 0 0,0 1 1 0 0,0-1-1 0 0,0 2 1 0 0,1 26-22 0 0,-1-21 21 0 0,0 1 5 0 0,-1 9 12 0 0,2-1-1 0 0,0 0 0 0 0,5 28 1 0 0,-5-40-11 0 0,0 0 0 0 0,0 0 0 0 0,1 1 0 0 0,0-1 0 0 0,-1-1 0 0 0,1 1 0 0 0,1 0 0 0 0,-1 0 0 0 0,0-1 0 0 0,1 1 1 0 0,0-1-1 0 0,0 0 0 0 0,0 0 0 0 0,0 0 0 0 0,0 0 0 0 0,1 0 0 0 0,-1-1 0 0 0,1 1 0 0 0,5 1 0 0 0,-6-2-88 0 0,1-1 0 0 0,0-1 1 0 0,-1 1-1 0 0,1-1 0 0 0,0 1 0 0 0,0-1 0 0 0,0 0 0 0 0,-1 0 0 0 0,1-1 0 0 0,0 1 0 0 0,0-1 0 0 0,-1 0 0 0 0,1 0 0 0 0,0 0 0 0 0,6-4 0 0 0,5-1-652 0 0,0-2 0 0 0,17-11-1 0 0,-11 5-1293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7:53.1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 1 16355 0 0,'-1'2'193'0'0,"-1"-1"-1"0"0,0 1 0 0 0,1 0 0 0 0,0 0 0 0 0,-1 0 0 0 0,1 0 0 0 0,0 0 0 0 0,0 0 0 0 0,0 0 0 0 0,0 0 0 0 0,0 1 0 0 0,1-1 0 0 0,-1 0 0 0 0,1 0 1 0 0,-1 3-1 0 0,-3 37 1447 0 0,4-40-1560 0 0,8 180 3944 0 0,-2-119-3292 0 0,-4 63 0 0 0,-7-40-361 0 0,-1 88-60 0 0,6-170-336 0 0,0-1-1 0 0,1 1 0 0 0,0 0 1 0 0,0 0-1 0 0,0 0 0 0 0,0-1 0 0 0,0 1 1 0 0,0-1-1 0 0,3 5 0 0 0,-3-7-83 0 0,-1 0-1 0 0,1 0 1 0 0,0-1 0 0 0,-1 1-1 0 0,1 0 1 0 0,0-1 0 0 0,-1 1-1 0 0,1 0 1 0 0,0-1-1 0 0,-1 1 1 0 0,1-1 0 0 0,0 1-1 0 0,0-1 1 0 0,0 0-1 0 0,0 1 1 0 0,0-1 0 0 0,0 0-1 0 0,-1 1 1 0 0,1-1-1 0 0,0 0 1 0 0,0 0 0 0 0,0 0-1 0 0,0 0 1 0 0,0 0-1 0 0,0 0 1 0 0,0 0 0 0 0,0 0-1 0 0,0 0 1 0 0,0 0-1 0 0,0-1 1 0 0,0 1 0 0 0,0 0-1 0 0,-1-1 1 0 0,1 1-1 0 0,0-1 1 0 0,0 1 0 0 0,0-1-1 0 0,-1 1 1 0 0,1-1 0 0 0,0 1-1 0 0,1-2 1 0 0,7-5-2005 0 0,-2-1-575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7:53.4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17244 0 0,'0'0'2880'0'0,"8"8"-1327"0"0,2-4-337 0 0,4 1-176 0 0,4 0-248 0 0,4 0-16 0 0,3 0 97 0 0,5 0-337 0 0,1 0-144 0 0,1-2-104 0 0,0-1-32 0 0,-1-1-168 0 0,-1 1-200 0 0,0-2-312 0 0,-1 0-200 0 0,-4 0-368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7:56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409 1 12523 0 0,'-9'15'4562'0'0,"5"-5"-2499"0"0,0-9-1858 0 0,-1-5 70 0 0,5 4-241 0 0,-1-1-1 0 0,1 1 1 0 0,-1-1 0 0 0,1 1-1 0 0,-1-1 1 0 0,0 1-1 0 0,1-1 1 0 0,-1 1 0 0 0,0 0-1 0 0,1-1 1 0 0,-1 1 0 0 0,0 0-1 0 0,0 0 1 0 0,1 0-1 0 0,-1-1 1 0 0,-1 1 0 0 0,-3 3 328 0 0,2 2-46 0 0,-7 9 291 0 0,0 1-1 0 0,-1-2 1 0 0,-1 0 0 0 0,-22 20 0 0 0,-5 7 153 0 0,2 1-470 0 0,2 1 0 0 0,2 2 0 0 0,2 1 0 0 0,2 1 0 0 0,1 2 0 0 0,-29 73 0 0 0,63-141-1845 0 0,0 0 0 0 0,-2-1-1 0 0,0 1 1 0 0,-1-1 0 0 0,-2 0 0 0 0,0-23 0 0 0,-3-11-406 0 0,-11-71-1 0 0,12 117 2107 0 0,-7-63 1575 0 0,7 63-950 0 0,1 1 0 0 0,1 0 0 0 0,-1 0 0 0 0,2 0 0 0 0,-1-1 0 0 0,5-12 0 0 0,-6 20-669 0 0,0 1 1 0 0,0-1-1 0 0,0 1 1 0 0,0 0-1 0 0,0-1 0 0 0,0 1 1 0 0,0 0-1 0 0,0-1 1 0 0,0 1-1 0 0,0 0 0 0 0,1-1 1 0 0,-1 1-1 0 0,0 0 0 0 0,0-1 1 0 0,0 1-1 0 0,1 0 1 0 0,-1 0-1 0 0,0-1 0 0 0,0 1 1 0 0,1 0-1 0 0,-1 0 1 0 0,0-1-1 0 0,1 1 0 0 0,-1 0 1 0 0,0 0-1 0 0,1 0 0 0 0,-1 0 1 0 0,0 0-1 0 0,1-1 1 0 0,-1 1-1 0 0,0 0 0 0 0,1 0 1 0 0,-1 0-1 0 0,0 0 1 0 0,1 0-1 0 0,-1 0 0 0 0,0 0 1 0 0,1 0-1 0 0,-1 0 0 0 0,0 0 1 0 0,1 0-1 0 0,12 15 1472 0 0,6 30-856 0 0,-18-41-382 0 0,24 59 951 0 0,38 70 1 0 0,-48-104-1120 0 0,2-1 0 0 0,2-1 0 0 0,0-1-1 0 0,36 37 1 0 0,-49-57-246 0 0,1 0 0 0 0,0 0 0 0 0,1-1 0 0 0,-1 0 0 0 0,1 0 0 0 0,0-1-1 0 0,0 0 1 0 0,0 0 0 0 0,1-1 0 0 0,-1 0 0 0 0,1 0 0 0 0,0-1 0 0 0,-1 0-1 0 0,11 0 1 0 0,-6-2-854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8:01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5 15299 0 0,'0'0'108'0'0,"0"0"0"0"0,1-1 0 0 0,-1 1 0 0 0,0 0-1 0 0,0-1 1 0 0,0 1 0 0 0,1 0 0 0 0,-1 0 0 0 0,0-1-1 0 0,0 1 1 0 0,1 0 0 0 0,-1 0 0 0 0,0 0 0 0 0,0-1-1 0 0,1 1 1 0 0,-1 0 0 0 0,0 0 0 0 0,1 0 0 0 0,-1 0-1 0 0,0 0 1 0 0,1 0 0 0 0,-1 0 0 0 0,0 0 0 0 0,1 0-1 0 0,-1 0 1 0 0,0 0 0 0 0,1 0 0 0 0,-1 0 0 0 0,0 0 0 0 0,1 0-1 0 0,-1 0 1 0 0,0 0 0 0 0,1 0 0 0 0,-1 0 0 0 0,0 0-1 0 0,1 0 1 0 0,-1 0 0 0 0,0 1 0 0 0,0-1 0 0 0,1 0-1 0 0,-1 0 1 0 0,0 0 0 0 0,1 1 0 0 0,-1-1 0 0 0,0 0-1 0 0,0 0 1 0 0,0 1 0 0 0,1-1 0 0 0,-1 0 0 0 0,0 1 0 0 0,0-1-1 0 0,0 0 1 0 0,1 1 0 0 0,1 7 1990 0 0,-2-7-2289 0 0,-3-2 458 0 0,-1 1 176 0 0,3 1-183 0 0,0 6 96 0 0,1 2-130 0 0,-1 41 836 0 0,-3-1 0 0 0,-15 80 0 0 0,-2 9-270 0 0,13-72-599 0 0,3-26-343 0 0,1-1 1 0 0,2 1-1 0 0,4 48 1 0 0,3-60-3053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8:02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6 323 17332 0 0,'-1'-4'188'0'0,"0"0"0"0"0,0 0 0 0 0,0 0 0 0 0,0 0 0 0 0,1 0 0 0 0,-1 0 0 0 0,1-1 0 0 0,0 1-1 0 0,0 0 1 0 0,1 0 0 0 0,-1 0 0 0 0,1 0 0 0 0,0 0 0 0 0,2-6 0 0 0,0 4 50 0 0,0 0 1 0 0,0 0-1 0 0,0 0 0 0 0,1 0 0 0 0,0 1 0 0 0,0-1 0 0 0,1 1 0 0 0,5-5 0 0 0,6-4 284 0 0,1 0-1 0 0,1 2 0 0 0,0 0 1 0 0,30-15-1 0 0,-1 5-113 0 0,1 3 0 0 0,1 1-1 0 0,0 3 1 0 0,1 2-1 0 0,1 2 1 0 0,0 2-1 0 0,80-4 1 0 0,-109 12-373 0 0,0 1 0 0 0,-1 1-1 0 0,1 1 1 0 0,0 0 0 0 0,0 2-1 0 0,31 10 1 0 0,-43-12-27 0 0,0 2 0 0 0,-1 0-1 0 0,0 0 1 0 0,0 0 0 0 0,0 1-1 0 0,0 1 1 0 0,-1-1-1 0 0,0 1 1 0 0,0 1 0 0 0,0 0-1 0 0,-1 0 1 0 0,0 0 0 0 0,0 1-1 0 0,-1 0 1 0 0,0 0 0 0 0,6 12-1 0 0,-9-14 3 0 0,0 0 0 0 0,-1 0 0 0 0,0 1 0 0 0,0-1 0 0 0,-1 1 0 0 0,1-1 0 0 0,-1 1 0 0 0,-1-1 0 0 0,1 1 0 0 0,-1 0 0 0 0,0-1 0 0 0,-2 13 0 0 0,-1-9 6 0 0,1-1 0 0 0,-1 1-1 0 0,-1 0 1 0 0,1-1 0 0 0,-2 1-1 0 0,1-1 1 0 0,-10 14-1 0 0,-2-3 17 0 0,0 0 0 0 0,-1-1 0 0 0,-1 0-1 0 0,-1-1 1 0 0,-36 26 0 0 0,23-23-1 0 0,0 0 0 0 0,-2-2 0 0 0,0-1-1 0 0,-50 17 1 0 0,55-24-16 0 0,0-2-1 0 0,-1-2 1 0 0,0 0-1 0 0,0-2 1 0 0,-60 2-1 0 0,89-7-15 0 0,0 0-1 0 0,0 0 0 0 0,0 0 1 0 0,0 1-1 0 0,1-1 0 0 0,-1 0 1 0 0,0-1-1 0 0,0 1 1 0 0,0 0-1 0 0,0 0 0 0 0,0 0 1 0 0,0 0-1 0 0,0-1 0 0 0,1 1 1 0 0,-1 0-1 0 0,0-1 1 0 0,0 1-1 0 0,0-1 0 0 0,1 1 1 0 0,-1-1-1 0 0,-1 0 0 0 0,2 0-3 0 0,0 0 0 0 0,1 1 0 0 0,-1-1 0 0 0,0 1 0 0 0,0-1 0 0 0,0 0 0 0 0,0 1 0 0 0,1-1 0 0 0,-1 1 0 0 0,0-1 0 0 0,1 1 0 0 0,-1-1 0 0 0,0 1 0 0 0,1-1 0 0 0,-1 1 0 0 0,1-1 0 0 0,-1 1 0 0 0,1-1 0 0 0,-1 1 0 0 0,1 0 0 0 0,0-1 0 0 0,35-20-146 0 0,-8 9 125 0 0,1 1 0 0 0,1 2-1 0 0,-1 1 1 0 0,1 2 0 0 0,53-5 0 0 0,-68 9 21 0 0,1 2 0 0 0,-1 0-1 0 0,0 0 1 0 0,1 2 0 0 0,-1 0 0 0 0,0 1 0 0 0,0 0 0 0 0,0 1-1 0 0,0 1 1 0 0,-1 0 0 0 0,0 1 0 0 0,0 0 0 0 0,18 12-1 0 0,-29-16 5 0 0,0 1 0 0 0,1-1-1 0 0,-1 1 1 0 0,0 0-1 0 0,-1 0 1 0 0,1 0-1 0 0,0 0 1 0 0,-1 0-1 0 0,0 1 1 0 0,1-1-1 0 0,-2 1 1 0 0,1-1-1 0 0,0 1 1 0 0,-1 0-1 0 0,1 0 1 0 0,-1-1 0 0 0,0 1-1 0 0,0 0 1 0 0,-1 0-1 0 0,1 0 1 0 0,-1 1-1 0 0,0 5 1 0 0,-1-2 5 0 0,0-1 0 0 0,-1 0 0 0 0,0 0 0 0 0,0 0 0 0 0,-1 0 1 0 0,1 0-1 0 0,-1 0 0 0 0,-1-1 0 0 0,1 0 0 0 0,-1 1 0 0 0,-9 10 0 0 0,-4 2 21 0 0,-1-1 0 0 0,-1-1-1 0 0,0 0 1 0 0,-1-1 0 0 0,-1-2-1 0 0,0 0 1 0 0,-45 22 0 0 0,0-7 51 0 0,-105 30 1 0 0,110-43-29 0 0,-111 14 0 0 0,161-28-46 0 0,6-1-2 0 0,1 0 0 0 0,-1 0 0 0 0,1-1 0 0 0,-1 1 0 0 0,0-1 1 0 0,1 0-1 0 0,-1 0 0 0 0,0-1 0 0 0,1 1 0 0 0,-1-1 0 0 0,-5-1 0 0 0,10 1-30 0 0,-1 1 0 0 0,1-1 0 0 0,-1 1 0 0 0,1-1 0 0 0,0 0 0 0 0,-1 1 0 0 0,1-1 0 0 0,0 1 0 0 0,-1-1-1 0 0,1 0 1 0 0,0 1 0 0 0,0-1 0 0 0,-1 0 0 0 0,1 1 0 0 0,0-1 0 0 0,0 0 0 0 0,0 0 0 0 0,0 1 0 0 0,0-1 0 0 0,0 0 0 0 0,0 1 0 0 0,0-1 0 0 0,1 0 0 0 0,-1 1 0 0 0,0-1 0 0 0,0 0 0 0 0,0 1 0 0 0,1-1 0 0 0,-1 0 0 0 0,0 1 0 0 0,1-1-1 0 0,-1 1 1 0 0,0-1 0 0 0,1 0 0 0 0,0 0 0 0 0,18-20-1635 0 0,14-1-1144 0 0,-12 10-456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8:02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 14171 0 0,'5'-3'441'0'0,"-1"-1"0"0"0,1 1 0 0 0,-1 0 0 0 0,1 0 0 0 0,0 0 0 0 0,1 1 0 0 0,-1 0 0 0 0,0 0 0 0 0,0 0 0 0 0,1 1 0 0 0,-1 0 0 0 0,8-1 0 0 0,-10 2-310 0 0,-1 0 0 0 0,1 0-1 0 0,-1 0 1 0 0,1 0-1 0 0,-1 1 1 0 0,1-1 0 0 0,-1 1-1 0 0,1-1 1 0 0,-1 1 0 0 0,1 0-1 0 0,-1 0 1 0 0,0 0 0 0 0,0 1-1 0 0,1-1 1 0 0,-1 1 0 0 0,0-1-1 0 0,0 1 1 0 0,0-1 0 0 0,-1 1-1 0 0,1 0 1 0 0,0 0 0 0 0,0 0-1 0 0,-1 0 1 0 0,0 0-1 0 0,1 0 1 0 0,-1 1 0 0 0,0-1-1 0 0,1 4 1 0 0,2 3 92 0 0,-1 0-1 0 0,-1 0 1 0 0,0 0 0 0 0,0 0 0 0 0,-1 1-1 0 0,0-1 1 0 0,0 13 0 0 0,-3 5 161 0 0,-5 33 1 0 0,1-21-461 0 0,6-28-2820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8:03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22 17892 0 0,'-3'-5'712'0'0,"0"-2"8"0"0,-1 6 0 0 0,1-3-224 0 0,0 1-16 0 0,-2 3 57 0 0,1-2-281 0 0,1 2-72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8:03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9362 0 0,'1'10'2288'0'0,"-1"1"1"0"0,5 19-1 0 0,9 21 812 0 0,-8-29-1953 0 0,6 34 0 0 0,-7-27-604 0 0,-3 1 0 0 0,0-1 0 0 0,-2 0 0 0 0,-5 49 0 0 0,5-76 46 0 0,-1-2-572 0 0,1-1-1 0 0,0 1 0 0 0,-1 0 0 0 0,1 0 0 0 0,-1 0 1 0 0,1-1-1 0 0,-1 1 0 0 0,1 0 0 0 0,0 0 0 0 0,-1-1 1 0 0,1 1-1 0 0,-1 0 0 0 0,1-1 0 0 0,0 1 0 0 0,0 0 1 0 0,-1-1-1 0 0,1 1 0 0 0,0 0 0 0 0,-1-1 0 0 0,1 1 1 0 0,0-1-1 0 0,0 1 0 0 0,0-1 0 0 0,0 1 1 0 0,-1-1-1 0 0,0-11 41 0 0,-3-27 49 0 0,2-1 0 0 0,4-58 0 0 0,-1 88-113 0 0,0 0 1 0 0,0 0-1 0 0,1 0 0 0 0,1 0 1 0 0,-1 0-1 0 0,2 1 0 0 0,-1-1 0 0 0,1 1 1 0 0,1 0-1 0 0,0 0 0 0 0,0 0 1 0 0,1 1-1 0 0,0 0 0 0 0,0 0 1 0 0,9-8-1 0 0,-10 11 11 0 0,0 1 0 0 0,0 1 0 0 0,0-1 0 0 0,0 1 0 0 0,1 0 1 0 0,-1 0-1 0 0,1 1 0 0 0,0-1 0 0 0,0 1 0 0 0,0 1 0 0 0,0-1 0 0 0,9-1 1 0 0,-12 3 23 0 0,1 0 1 0 0,-1 0-1 0 0,0 0 1 0 0,1 1-1 0 0,-1-1 1 0 0,0 1 0 0 0,0 0-1 0 0,0 0 1 0 0,1 0-1 0 0,-1 0 1 0 0,0 0-1 0 0,0 1 1 0 0,0-1 0 0 0,-1 1-1 0 0,1 0 1 0 0,0 0-1 0 0,-1 0 1 0 0,1 0 0 0 0,-1 0-1 0 0,1 1 1 0 0,-1-1-1 0 0,0 1 1 0 0,0-1-1 0 0,3 7 1 0 0,11 21 221 0 0,-2 2 1 0 0,-1-1-1 0 0,12 50 0 0 0,4 6-83 0 0,-27-82-170 0 0,-1 0 0 0 0,2-1-1 0 0,-1 1 1 0 0,0 0 0 0 0,6 6 0 0 0,-7-10-26 0 0,-1 0 1 0 0,1 0-1 0 0,-1-1 1 0 0,1 1 0 0 0,0-1-1 0 0,-1 1 1 0 0,1-1-1 0 0,0 1 1 0 0,0-1-1 0 0,-1 1 1 0 0,1-1 0 0 0,0 1-1 0 0,0-1 1 0 0,0 0-1 0 0,0 0 1 0 0,-1 1 0 0 0,1-1-1 0 0,0 0 1 0 0,0 0-1 0 0,0 0 1 0 0,0 0-1 0 0,0 0 1 0 0,0 0 0 0 0,0 0-1 0 0,-1 0 1 0 0,1 0-1 0 0,0-1 1 0 0,0 1 0 0 0,0 0-1 0 0,0-1 1 0 0,-1 1-1 0 0,1 0 1 0 0,0-1-1 0 0,0 1 1 0 0,0-1 0 0 0,-1 1-1 0 0,1-1 1 0 0,0 1-1 0 0,0-2 1 0 0,3-2-330 0 0,0 0 1 0 0,0 0-1 0 0,0 0 1 0 0,-1 0-1 0 0,0-1 1 0 0,1 0-1 0 0,1-5 0 0 0,5-8-1787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8:03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0 209 18276 0 0,'1'2'821'0'0,"1"1"-491"0"0,0 1 0 0 0,-1-1 0 0 0,0 0 0 0 0,0 1 0 0 0,0-1 0 0 0,0 1 0 0 0,0-1 0 0 0,-1 1 0 0 0,0 7 0 0 0,-1 39 1912 0 0,1-35-1749 0 0,-2 23 548 0 0,0 5-619 0 0,1 1 0 0 0,8 67 0 0 0,-1-86-1022 0 0,-6-24 448 0 0,0 0 0 0 0,0 0 0 0 0,1 0 0 0 0,-1 0 0 0 0,1 0 0 0 0,-1 0 0 0 0,1 0 1 0 0,-1 0-1 0 0,1 0 0 0 0,-1 0 0 0 0,1 0 0 0 0,0-1 0 0 0,-1 1 0 0 0,1 0 0 0 0,0 0 0 0 0,0-1 1 0 0,0 1-1 0 0,0 0 0 0 0,0-1 0 0 0,1 1 0 0 0,3 0-1916 0 0</inkml:trace>
  <inkml:trace contextRef="#ctx0" brushRef="#br0" timeOffset="1">40 3 17204 0 0,'-7'-2'424'0'0,"4"2"-72"0"0,0 0-8 0 0,-1 0-152 0 0,1 0-56 0 0,0 2-32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8:04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0 16051 0 0,'0'0'1321'0'0,"-1"2"-895"0"0,-15 131 5618 0 0,-27 200-2513 0 0,36-285-3226 0 0,-1 92 1 0 0,8-123-296 0 0,1 1 1 0 0,1-1-1 0 0,0 1 0 0 0,2-1 0 0 0,0 0 0 0 0,1 0 0 0 0,0 0 0 0 0,13 26 0 0 0,-17-42-55 0 0,0 1-1 0 0,0-1 0 0 0,-1 1 1 0 0,1-1-1 0 0,0 0 0 0 0,0 1 0 0 0,0-1 1 0 0,1 0-1 0 0,-1 0 0 0 0,0 0 1 0 0,0 0-1 0 0,1 0 0 0 0,-1 0 1 0 0,0 0-1 0 0,1 0 0 0 0,-1 0 1 0 0,1-1-1 0 0,-1 1 0 0 0,1-1 0 0 0,-1 1 1 0 0,1-1-1 0 0,0 1 0 0 0,-1-1 1 0 0,1 0-1 0 0,0 0 0 0 0,-1 0 1 0 0,1 0-1 0 0,0 0 0 0 0,-1 0 1 0 0,1 0-1 0 0,0-1 0 0 0,-1 1 0 0 0,1 0 1 0 0,-1-1-1 0 0,1 0 0 0 0,-1 1 1 0 0,1-1-1 0 0,-1 0 0 0 0,1 0 1 0 0,1-1-1 0 0,5-3-723 0 0,0-1 1 0 0,-1 1-1 0 0,0-2 0 0 0,0 1 1 0 0,11-13-1 0 0,-5 2-1217 0 0</inkml:trace>
  <inkml:trace contextRef="#ctx0" brushRef="#br0" timeOffset="1">0 532 15739 0 0,'11'1'6556'0'0,"9"2"-3896"0"0,56 8-1727 0 0,43-10-1457 0 0,-39-5-3722 0 0,-80 4 4225 0 0,28-2-2528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8:04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14211 0 0,'0'0'5660'0'0,"5"0"-3758"0"0,28 5-896 0 0,0-2 0 0 0,0-1 0 0 0,40-3-1 0 0,103-15-4598 0 0,-147 13 1868 0 0,-23 3 195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8:04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13395 0 0,'0'0'1952'0'0,"3"1"-920"0"0,4 1-345 0 0,1 0-1 0 0,-1 0 0 0 0,1-1 0 0 0,-1 1 0 0 0,1-2 0 0 0,11 1 0 0 0,53-5 1851 0 0,-9 0-1204 0 0,-23 3-872 0 0,-21 0-679 0 0,-1 1 0 0 0,1 0-1 0 0,0 2 1 0 0,0 0 0 0 0,23 6 0 0 0,-33-6-1397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8:09.9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178 228 8322 0 0,'22'-121'5260'0'0,"-19"99"-4320"0"0,-6-3-268 0 0,2-2 380 0 0,5 4 626 0 0,-2 13 1752 0 0,-8 16-2450 0 0,-7 19-581 0 0,-28 162 1338 0 0,21-83-1187 0 0,-44 217 608 0 0,7 43-593 0 0,56-356-556 0 0,0-3 1 0 0,0 0 1 0 0,1 1 0 0 0,-1-1-1 0 0,2 0 1 0 0,-1 1-1 0 0,0-1 1 0 0,2 8-1 0 0,-2-12-7 0 0,0-1 0 0 0,1 0-1 0 0,-1 0 1 0 0,0 0-1 0 0,0 1 1 0 0,0-1-1 0 0,0 0 1 0 0,0 0 0 0 0,0 1-1 0 0,0-1 1 0 0,0 0-1 0 0,1 0 1 0 0,-1 0 0 0 0,0 0-1 0 0,0 1 1 0 0,0-1-1 0 0,0 0 1 0 0,1 0-1 0 0,-1 0 1 0 0,0 0 0 0 0,0 1-1 0 0,0-1 1 0 0,1 0-1 0 0,-1 0 1 0 0,0 0 0 0 0,0 0-1 0 0,0 0 1 0 0,1 0-1 0 0,-1 0 1 0 0,0 0 0 0 0,0 0-1 0 0,1 0 1 0 0,-1 0-1 0 0,0 0 1 0 0,0 0-1 0 0,1 0 1 0 0,-1 0 0 0 0,10-7 52 0 0,5-12 29 0 0,-4-1-41 0 0,0 0 0 0 0,-1-1-1 0 0,-2 0 1 0 0,7-22 0 0 0,20-92 17 0 0,-22 77-35 0 0,47-157-2 0 0,-43 166-33 0 0,2 2 0 0 0,34-63 0 0 0,-29 67-11 0 0,2 0 0 0 0,49-62 0 0 0,-74 105 21 0 0,-1 0-1 0 0,0 0 1 0 0,0-1-1 0 0,0 1 1 0 0,1 0-1 0 0,-1 0 1 0 0,0-1-1 0 0,0 1 1 0 0,1 0 0 0 0,-1 0-1 0 0,0 0 1 0 0,1 0-1 0 0,-1-1 1 0 0,0 1-1 0 0,1 0 1 0 0,-1 0-1 0 0,0 0 1 0 0,1 0-1 0 0,-1 0 1 0 0,0 0-1 0 0,1 0 1 0 0,-1 0 0 0 0,0 0-1 0 0,1 0 1 0 0,-1 0-1 0 0,0 0 1 0 0,1 0-1 0 0,-1 0 1 0 0,0 0-1 0 0,0 0 1 0 0,1 1-1 0 0,-1-1 1 0 0,1 0-1 0 0,8 11-20 0 0,4 16-7 0 0,-13-27 28 0 0,23 70 105 0 0,26 122-1 0 0,-39-141-183 0 0,86 382-1285 0 0,-94-419-2618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8:10.3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77 16732 0 0,'0'0'868'0'0,"3"-1"-17"0"0,16-3 196 0 0,2 0 0 0 0,-1 1 1 0 0,35-1-1 0 0,3 0-618 0 0,-18-1-1214 0 0,0-1 0 0 0,0-2 0 0 0,64-21 1 0 0,-84 21-1390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8:10.7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79 16051 0 0,'0'0'81'0'0,"0"0"-1"0"0,0-1 0 0 0,0 1 0 0 0,0 0 0 0 0,0 0 0 0 0,0 0 0 0 0,0 0 1 0 0,0-1-1 0 0,0 1 0 0 0,1 0 0 0 0,-1 0 0 0 0,0 0 0 0 0,0 0 0 0 0,0 0 0 0 0,0-1 1 0 0,0 1-1 0 0,0 0 0 0 0,1 0 0 0 0,-1 0 0 0 0,0 0 0 0 0,0 0 0 0 0,0 0 1 0 0,0 0-1 0 0,0 0 0 0 0,1 0 0 0 0,-1-1 0 0 0,0 1 0 0 0,0 0 0 0 0,0 0 0 0 0,1 0 1 0 0,-1 0-1 0 0,0 0 0 0 0,0 0 0 0 0,0 0 0 0 0,0 0 0 0 0,1 0 0 0 0,-1 0 1 0 0,0 0-1 0 0,0 1 0 0 0,0-1 0 0 0,0 0 0 0 0,1 0 0 0 0,-1 0 0 0 0,0 0 0 0 0,0 0 1 0 0,0 0-1 0 0,0 0 0 0 0,0 0 0 0 0,1 0 0 0 0,-1 1 0 0 0,0-1 0 0 0,0 0 1 0 0,0 0-1 0 0,0 0 0 0 0,0 0 0 0 0,10 11 495 0 0,65 327 4206 0 0,-12-41-4168 0 0,-61-289-609 0 0,0 1-7 0 0,1-1 0 0 0,-1 0 0 0 0,1-1 1 0 0,0 1-1 0 0,1 0 0 0 0,5 8 0 0 0,-9-16-1 0 0,0 1-1 0 0,1-1 1 0 0,-1 0-1 0 0,0 1 1 0 0,0-1-1 0 0,0 0 1 0 0,1 0-1 0 0,-1 1 1 0 0,0-1-1 0 0,1 0 1 0 0,-1 0-1 0 0,0 1 1 0 0,0-1-1 0 0,1 0 1 0 0,-1 0-1 0 0,1 0 1 0 0,-1 1-1 0 0,0-1 1 0 0,1 0-1 0 0,-1 0 1 0 0,0 0-1 0 0,1 0 1 0 0,-1 0-1 0 0,1 0 1 0 0,-1 0-1 0 0,0 0 1 0 0,1 0-1 0 0,-1 0 1 0 0,0 0 0 0 0,1 0-1 0 0,-1 0 1 0 0,1 0-1 0 0,-1 0 1 0 0,0 0-1 0 0,1 0 1 0 0,0-1-1 0 0,8-14-108 0 0,0-21-38 0 0,-3-29 34 0 0,-2 0 1 0 0,-7-82 0 0 0,0-38 95 0 0,18 21 95 0 0,-15 163-33 0 0,5 7 4 0 0,0 7-23 0 0,-1 0 0 0 0,-1 0 0 0 0,0 1 0 0 0,1 18 0 0 0,4 19 30 0 0,2-13-26 0 0,2-1 0 0 0,1 0 0 0 0,2 0 1 0 0,1-1-1 0 0,2-1 0 0 0,1-1 0 0 0,2-1 1 0 0,2 0-1 0 0,30 34 0 0 0,-52-65-19 0 0,1 0 1 0 0,0 0-1 0 0,0 0 0 0 0,0 0 0 0 0,0-1 0 0 0,1 1 0 0 0,-1 0 0 0 0,0-1 0 0 0,1 0 0 0 0,-1 0 1 0 0,1 1-1 0 0,-1-1 0 0 0,1-1 0 0 0,-1 1 0 0 0,5 1 0 0 0,-6-2-1 0 0,1-1 0 0 0,-1 1 0 0 0,0 0 0 0 0,1 0 1 0 0,-1-1-1 0 0,0 1 0 0 0,0-1 0 0 0,1 1 0 0 0,-1-1 0 0 0,0 1 0 0 0,0-1 0 0 0,0 0 0 0 0,0 0 0 0 0,0 1 0 0 0,0-1 1 0 0,0 0-1 0 0,0 0 0 0 0,0 0 0 0 0,0 0 0 0 0,0 0 0 0 0,0-1 0 0 0,-1 1 0 0 0,1 0 0 0 0,0 0 0 0 0,-1 0 0 0 0,1 0 1 0 0,-1-1-1 0 0,0 1 0 0 0,1 0 0 0 0,-1-1 0 0 0,0 1 0 0 0,0-3 0 0 0,4-23 33 0 0,-1 0 0 0 0,-2 0 0 0 0,-1 0-1 0 0,-6-51 1 0 0,1 6-25 0 0,3 32-34 0 0,-2-123 87 0 0,5 126-202 0 0,2 0 0 0 0,10-51-1 0 0,-9 75 181 0 0,-1 7-826 0 0,1 16-4727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8:11.1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56 142 15507 0 0,'-15'-23'3414'0'0,"12"24"-2850"0"0,0 2-451 0 0,1-1-1 0 0,-1 1 0 0 0,1 0 0 0 0,-1 0 0 0 0,1 0 0 0 0,0 0 1 0 0,0 0-1 0 0,0 0 0 0 0,1 0 0 0 0,-1 1 0 0 0,1-1 0 0 0,0 1 1 0 0,0-1-1 0 0,0 1 0 0 0,0 0 0 0 0,0 4 0 0 0,-2 12 327 0 0,-1 34-1 0 0,4-11-5 0 0,2 1 1 0 0,14 76-1 0 0,34 81 92 0 0,-42-172-500 0 0,-1-6-235 0 0,0-1 1 0 0,12 28-1 0 0,-19-75-997 0 0,-35-133 8 0 0,20 104 1267 0 0,-12-101-1 0 0,25 131 16 0 0,1-1-1 0 0,1 0 0 0 0,1 0 1 0 0,1 0-1 0 0,1 0 1 0 0,2 1-1 0 0,10-36 1 0 0,-11 49 7 0 0,0 1 1 0 0,1-1-1 0 0,1 1 1 0 0,-1-1-1 0 0,2 2 1 0 0,-1-1 0 0 0,15-15-1 0 0,-15 18-7 0 0,1 1 1 0 0,0 1-1 0 0,0-1 0 0 0,0 1 0 0 0,1 1 1 0 0,-1-1-1 0 0,1 1 0 0 0,0 0 1 0 0,0 1-1 0 0,1 0 0 0 0,11-2 0 0 0,-12 3-23 0 0,-1 0-1 0 0,1 1 0 0 0,0 1 1 0 0,0-1-1 0 0,0 1 1 0 0,0 0-1 0 0,0 1 0 0 0,0 0 1 0 0,0 0-1 0 0,0 1 0 0 0,12 4 1 0 0,-16-4-44 0 0,1 0 1 0 0,-1 0-1 0 0,0 0 0 0 0,0 1 1 0 0,-1-1-1 0 0,1 1 1 0 0,0 0-1 0 0,-1 0 0 0 0,0 0 1 0 0,0 0-1 0 0,0 1 1 0 0,0-1-1 0 0,0 1 0 0 0,-1 0 1 0 0,1 0-1 0 0,-1 0 1 0 0,0 0-1 0 0,0 0 0 0 0,-1 1 1 0 0,1-1-1 0 0,-1 0 1 0 0,1 5-1 0 0,-1-1 4 0 0,-1 0-1 0 0,0-1 1 0 0,0 1 0 0 0,0-1-1 0 0,-1 1 1 0 0,0-1 0 0 0,-1 1-1 0 0,0-1 1 0 0,0 1 0 0 0,0-1-1 0 0,-1 0 1 0 0,0 0 0 0 0,-1 0-1 0 0,1-1 1 0 0,-1 1 0 0 0,0-1-1 0 0,-1 0 1 0 0,-10 11 0 0 0,-4 3 28 0 0,-2 0 0 0 0,0-1 0 0 0,-40 26 1 0 0,36-28-70 0 0,-46 23 0 0 0,61-35-444 0 0,0 0 1 0 0,-1-2-1 0 0,1 1 1 0 0,-1-1-1 0 0,0 0 1 0 0,0-1-1 0 0,-21 1 1 0 0,24-3-1190 0 0,2-1-477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8:11.6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69 14891 0 0,'0'0'2305'0'0,"-4"10"-392"0"0,-3 11-1107 0 0,2 0 0 0 0,0 0 0 0 0,1 0 0 0 0,1 1 0 0 0,0 29 0 0 0,5-9-447 0 0,3 1 0 0 0,1-1-1 0 0,21 73 1 0 0,-20-89-280 0 0,1-1 0 0 0,14 31 0 0 0,-20-50-75 0 0,1 0 1 0 0,1 0-1 0 0,-1-1 0 0 0,1 1 1 0 0,0-1-1 0 0,0 1 1 0 0,0-1-1 0 0,1 0 0 0 0,-1-1 1 0 0,1 1-1 0 0,1-1 1 0 0,-1 0-1 0 0,1 0 0 0 0,7 4 1 0 0,-12-8-8 0 0,0 1-1 0 0,-1-1 1 0 0,1 0 0 0 0,0 1-1 0 0,0-1 1 0 0,-1 0 0 0 0,1 0 0 0 0,0 1-1 0 0,0-1 1 0 0,-1 0 0 0 0,1 0-1 0 0,0 0 1 0 0,0 0 0 0 0,0 0 0 0 0,-1 0-1 0 0,1 0 1 0 0,0 0 0 0 0,0-1-1 0 0,0 1 1 0 0,-1 0 0 0 0,1 0-1 0 0,0-1 1 0 0,0 1 0 0 0,-1 0 0 0 0,1-1-1 0 0,0 1 1 0 0,0-1 0 0 0,0 0-2 0 0,-1 0 1 0 0,1-1 0 0 0,0 1-1 0 0,-1 0 1 0 0,1 0-1 0 0,-1-1 1 0 0,1 1 0 0 0,-1 0-1 0 0,0-1 1 0 0,1 1-1 0 0,-1 0 1 0 0,0-1 0 0 0,0 1-1 0 0,0-2 1 0 0,0-4-3 0 0,-1 1 1 0 0,0-1-1 0 0,0 0 1 0 0,-1 1-1 0 0,-2-10 0 0 0,-23-47 9 0 0,-23-65 7 0 0,43 105-8 0 0,1 0 1 0 0,0 0-1 0 0,-3-43 0 0 0,8 48 11 0 0,0 1-1 0 0,1-1 1 0 0,1 1-1 0 0,1-1 1 0 0,0 1-1 0 0,1-1 1 0 0,6-16-1 0 0,-7 28-5 0 0,1 0 0 0 0,-1-1-1 0 0,1 1 1 0 0,1 1 0 0 0,-1-1-1 0 0,1 0 1 0 0,0 1 0 0 0,0 0 0 0 0,1 0-1 0 0,-1 0 1 0 0,1 0 0 0 0,0 1-1 0 0,1-1 1 0 0,-1 1 0 0 0,1 1 0 0 0,0-1-1 0 0,-1 1 1 0 0,2 0 0 0 0,-1 0-1 0 0,0 1 1 0 0,9-3 0 0 0,-5 3 30 0 0,1 0 0 0 0,-1 1 0 0 0,0 0 0 0 0,0 0 0 0 0,1 1-1 0 0,-1 0 1 0 0,0 1 0 0 0,1 1 0 0 0,-1-1 0 0 0,0 1 0 0 0,0 1 0 0 0,0 0 0 0 0,17 8 0 0 0,-24-10-25 0 0,1 1 0 0 0,0 0 0 0 0,0 1 0 0 0,-1-1 0 0 0,1 1 0 0 0,-1-1-1 0 0,0 1 1 0 0,1 0 0 0 0,-1 0 0 0 0,-1 0 0 0 0,1 1 0 0 0,0-1 0 0 0,-1 1 0 0 0,0 0 0 0 0,0-1 0 0 0,0 1 0 0 0,0 0 0 0 0,-1 0 0 0 0,1 0-1 0 0,-1 0 1 0 0,0 1 0 0 0,0-1 0 0 0,0 0 0 0 0,-1 0 0 0 0,0 1 0 0 0,0-1 0 0 0,0 0 0 0 0,0 1 0 0 0,-1-1 0 0 0,1 0 0 0 0,-1 0 0 0 0,0 1 0 0 0,0-1-1 0 0,-4 8 1 0 0,-2 4 24 0 0,-1 0 0 0 0,0 0 0 0 0,-1-1-1 0 0,-1 0 1 0 0,0-1 0 0 0,-1 0 0 0 0,-25 24-1 0 0,7-11-252 0 0,-1-2 0 0 0,-51 33 0 0 0,69-51-992 0 0,0 0 0 0 0,-20 8 0 0 0,24-12-1312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8:12.7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0 227 5457 0 0,'2'12'622'0'0,"-1"-8"126"0"0,0 1 0 0 0,0-1 1 0 0,0 1-1 0 0,0-1 0 0 0,1 1 1 0 0,11 12 13262 0 0,-13-17-13992 0 0,0 0 1 0 0,1 0 0 0 0,-1 0 0 0 0,1 0 0 0 0,-1 1 0 0 0,1-1 0 0 0,-1 0 0 0 0,1-1 0 0 0,-1 1 0 0 0,0 0 0 0 0,1 0-1 0 0,-1 0 1 0 0,1 0 0 0 0,-1 0 0 0 0,1 0 0 0 0,-1 0 0 0 0,0-1 0 0 0,1 1 0 0 0,-1 0 0 0 0,1 0 0 0 0,-1-1 0 0 0,0 1-1 0 0,1 0 1 0 0,-1-1 0 0 0,0 1 0 0 0,1 0 0 0 0,-1-1 0 0 0,0 1 0 0 0,0 0 0 0 0,1-1 0 0 0,-1 1 0 0 0,0 0 0 0 0,0-1-1 0 0,0 1 1 0 0,1-1 0 0 0,-1 1 0 0 0,0-1 0 0 0,2-29 69 0 0,2 1-1 0 0,1 0 0 0 0,11-35 1 0 0,-14 56-58 0 0,0 1 1 0 0,1-1-1 0 0,1 1 1 0 0,-1 0-1 0 0,1 0 1 0 0,0 0-1 0 0,0 0 1 0 0,1 1-1 0 0,0-1 1 0 0,0 1-1 0 0,1 1 0 0 0,0-1 1 0 0,0 1-1 0 0,0 0 1 0 0,0 0-1 0 0,1 0 1 0 0,7-3-1 0 0,-12 7-7 0 0,1 0-1 0 0,-1 0 1 0 0,1 0 0 0 0,-1 1-1 0 0,1-1 1 0 0,-1 0-1 0 0,1 1 1 0 0,-1 0-1 0 0,1 0 1 0 0,0 0 0 0 0,-1 0-1 0 0,1 0 1 0 0,0 0-1 0 0,-1 1 1 0 0,1-1-1 0 0,-1 1 1 0 0,1 0-1 0 0,-1-1 1 0 0,1 1 0 0 0,-1 0-1 0 0,0 1 1 0 0,1-1-1 0 0,-1 0 1 0 0,0 1-1 0 0,0-1 1 0 0,0 1 0 0 0,0 0-1 0 0,0 0 1 0 0,0 0-1 0 0,0 0 1 0 0,-1 0-1 0 0,1 0 1 0 0,2 4 0 0 0,4 8 33 0 0,0 1 1 0 0,-1 0 0 0 0,-1 0 0 0 0,6 22 0 0 0,-5-16 1 0 0,49 183 248 0 0,-38-130-167 0 0,-3-150 444 0 0,-10 44-572 0 0,12-48 0 0 0,-15 70-15 0 0,1 1-1 0 0,1-1 0 0 0,0 1 0 0 0,0 0 0 0 0,1 1 1 0 0,0-1-1 0 0,1 1 0 0 0,-1 0 0 0 0,11-10 0 0 0,-5 10-26 0 0,-11 8 39 0 0,1 1 1 0 0,-1-1 0 0 0,0 0 0 0 0,1 1 0 0 0,-1-1 0 0 0,0 1 0 0 0,0-1 0 0 0,1 1 0 0 0,-1-1 0 0 0,0 1 0 0 0,0-1 0 0 0,0 1 0 0 0,0 0-1 0 0,0-1 1 0 0,0 1 0 0 0,1-1 0 0 0,-1 1 0 0 0,0-1 0 0 0,-1 1 0 0 0,1-1 0 0 0,0 1 0 0 0,0 0 0 0 0,0 0 150 0 0,5-2 122 0 0,-4 1-283 0 0,-1 0 1 0 0,1 0-1 0 0,-1 0 1 0 0,1 0-1 0 0,-1 0 0 0 0,1 0 1 0 0,0 0-1 0 0,-1 0 1 0 0,1 0-1 0 0,-1 0 1 0 0,1 1-1 0 0,-1-1 1 0 0,1 0-1 0 0,-1 0 1 0 0,1 0-1 0 0,-1 1 1 0 0,1-1-1 0 0,-1 0 1 0 0,1 1-1 0 0,-1-1 0 0 0,0 0 1 0 0,1 1-1 0 0,-1-1 1 0 0,1 1-1 0 0,-1-1 1 0 0,0 0-1 0 0,1 1 1 0 0,-1-1-1 0 0,0 1 1 0 0,1 0-1 0 0,4 8 10 0 0,-1 1 0 0 0,0-1 0 0 0,0 1 0 0 0,-1 0 0 0 0,0 0 0 0 0,0 0 0 0 0,1 20 0 0 0,4 41 37 0 0,-6-41-17 0 0,2 0 0 0 0,1-1 0 0 0,9 33 0 0 0,-14-61 117 0 0,5-15-90 0 0,-4-17-91 0 0,2 1-1 0 0,12-60 1 0 0,25-59-200 0 0,-37 140 219 0 0,-2 4 7 0 0,20-55-101 0 0,-19 56 98 0 0,0 0 0 0 0,0-1 0 0 0,1 1 1 0 0,-1 0-1 0 0,1 1 0 0 0,0-1 1 0 0,0 0-1 0 0,0 1 0 0 0,1-1 0 0 0,-1 1 1 0 0,5-3-1 0 0,-8 6 10 0 0,1 0 1 0 0,-1-1-1 0 0,1 1 1 0 0,-1 0 0 0 0,1 0-1 0 0,-1-1 1 0 0,1 1-1 0 0,-1 0 1 0 0,1 0-1 0 0,-1 0 1 0 0,1 0-1 0 0,-1 0 1 0 0,1 0 0 0 0,-1 0-1 0 0,1 0 1 0 0,-1 0-1 0 0,1 0 1 0 0,-1 0-1 0 0,1 0 1 0 0,-1 0-1 0 0,1 0 1 0 0,-1 1-1 0 0,1-1 1 0 0,-1 0 0 0 0,1 0-1 0 0,-1 0 1 0 0,1 1-1 0 0,-1-1 1 0 0,1 0-1 0 0,-1 1 1 0 0,11 17-1 0 0,0 21 48 0 0,-8-6 31 0 0,0 0 0 0 0,-4 41 0 0 0,0-43-38 0 0,2-1 1 0 0,7 60-1 0 0,-7-84-109 0 0,1-1 0 0 0,-1 1 0 0 0,1-1 0 0 0,0 1 1 0 0,0-1-1 0 0,0 0 0 0 0,1 0 0 0 0,0 0 0 0 0,0 0 0 0 0,4 5 1 0 0,-5-8-97 0 0,0 0 1 0 0,0-1 0 0 0,0 1 0 0 0,0 0 0 0 0,1-1-1 0 0,-1 1 1 0 0,0-1 0 0 0,1 0 0 0 0,-1 0 0 0 0,1 0-1 0 0,-1 0 1 0 0,1 0 0 0 0,0 0 0 0 0,-1-1 0 0 0,1 1 0 0 0,0-1-1 0 0,0 0 1 0 0,-1 0 0 0 0,1 0 0 0 0,0 0 0 0 0,0 0-1 0 0,4-2 1 0 0,12-2-1666 0 0,0-3-587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8:13.1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341 61 13859 0 0,'0'-3'345'0'0,"-1"0"0"0"0,1 0 0 0 0,-1 0 1 0 0,0 0-1 0 0,0 0 0 0 0,0 1 0 0 0,0-1 0 0 0,0 0 0 0 0,-1 0 0 0 0,1 1 0 0 0,-1-1 1 0 0,0 1-1 0 0,1 0 0 0 0,-1-1 0 0 0,0 1 0 0 0,0 0 0 0 0,-4-3 0 0 0,3 4-162 0 0,0-1 1 0 0,0 1-1 0 0,0-1 0 0 0,0 1 0 0 0,-1 0 0 0 0,1 0 0 0 0,0 0 0 0 0,-1 1 0 0 0,1-1 0 0 0,-1 1 0 0 0,1 0 1 0 0,-1 0-1 0 0,1 0 0 0 0,0 1 0 0 0,-5 0 0 0 0,-3 1 23 0 0,1 1 1 0 0,-1 0-1 0 0,1 0 0 0 0,-1 1 1 0 0,1 1-1 0 0,0 0 1 0 0,0 0-1 0 0,1 1 0 0 0,0 0 1 0 0,0 1-1 0 0,0 0 1 0 0,1 0-1 0 0,0 1 0 0 0,0 0 1 0 0,1 0-1 0 0,-11 17 1 0 0,5-5-65 0 0,1 1 1 0 0,0 0-1 0 0,2 0 1 0 0,1 1-1 0 0,0 0 1 0 0,-9 43-1 0 0,16-55-117 0 0,0 1 0 0 0,1-1-1 0 0,0 0 1 0 0,1 1 0 0 0,0-1 0 0 0,1 1-1 0 0,2 13 1 0 0,-3-21-16 0 0,1 1 0 0 0,0-1-1 0 0,0 1 1 0 0,0-1 0 0 0,0 1 0 0 0,1-1 0 0 0,-1 0 0 0 0,1 0 0 0 0,0 0-1 0 0,0 0 1 0 0,0 0 0 0 0,0 0 0 0 0,0 0 0 0 0,1 0 0 0 0,-1-1-1 0 0,1 1 1 0 0,0-1 0 0 0,-1 0 0 0 0,1 0 0 0 0,0 0 0 0 0,0 0-1 0 0,1-1 1 0 0,-1 1 0 0 0,6 1 0 0 0,-5-2-1 0 0,0-1-1 0 0,0 0 1 0 0,-1 0 0 0 0,1 0 0 0 0,0 0-1 0 0,-1-1 1 0 0,1 1 0 0 0,0-1-1 0 0,-1 0 1 0 0,1 0 0 0 0,-1-1 0 0 0,1 1-1 0 0,-1-1 1 0 0,0 0 0 0 0,1 1-1 0 0,-1-2 1 0 0,0 1 0 0 0,0 0 0 0 0,0 0-1 0 0,3-5 1 0 0,4-3-13 0 0,0 0 1 0 0,-1-1-1 0 0,-1 0 0 0 0,9-15 1 0 0,-6 8 8 0 0,-1 0 0 0 0,-1-1 0 0 0,-1 0 0 0 0,-1 0 1 0 0,0-1-1 0 0,-2 0 0 0 0,0 0 0 0 0,-1 0 1 0 0,-1-1-1 0 0,-1 0 0 0 0,-1 1 0 0 0,-2-30 0 0 0,1 49-2 0 0,0 1-1 0 0,0-1 1 0 0,0 0 0 0 0,0 1-1 0 0,0-1 1 0 0,0 1-1 0 0,0-1 1 0 0,0 0-1 0 0,0 1 1 0 0,-1-1 0 0 0,1 0-1 0 0,0 1 1 0 0,0-1-1 0 0,0 1 1 0 0,-1-1-1 0 0,1 0 1 0 0,0 1 0 0 0,-1-1-1 0 0,1 1 1 0 0,-1-1-1 0 0,0 0 1 0 0,-5 10 70 0 0,-4 22 55 0 0,4 8-6 0 0,2 1 0 0 0,2-1 0 0 0,3 67 0 0 0,0-99-135 0 0,-1 0-1 0 0,1-1 1 0 0,1 1 0 0 0,-1-1 0 0 0,1 1-1 0 0,0-1 1 0 0,1 0 0 0 0,-1 1 0 0 0,1-1 0 0 0,1 0-1 0 0,5 8 1 0 0,-6-11-119 0 0,-1 0 0 0 0,1 0 0 0 0,0 0 0 0 0,0-1 0 0 0,0 1 0 0 0,0-1 0 0 0,0 0 0 0 0,1 0 0 0 0,-1 0 0 0 0,1-1-1 0 0,-1 1 1 0 0,1-1 0 0 0,0 0 0 0 0,-1 0 0 0 0,1 0 0 0 0,0 0 0 0 0,0 0 0 0 0,0-1 0 0 0,0 0 0 0 0,-1 0 0 0 0,7-1 0 0 0,-3 1-372 0 0,0-1 1 0 0,0-1-1 0 0,1 0 0 0 0,7-3 1 0 0,8-4-1684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8:13.5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350 16 13467 0 0,'4'-15'3111'0'0,"-2"21"1342"0"0,-2 14-725 0 0,-2-7-4146 0 0,-12 28 1651 0 0,-1 1 1 0 0,-39 71-1 0 0,-55 71-394 0 0,106-179-810 0 0,0 1-85 0 0,-28 37-120 0 0,30-42 50 0 0,-1 1-1 0 0,1-1 1 0 0,0 1-1 0 0,-1-1 1 0 0,1 1-1 0 0,-1-1 1 0 0,1 0-1 0 0,-1 0 1 0 0,0 0-1 0 0,0 0 0 0 0,1 0 1 0 0,-1 0-1 0 0,0 0 1 0 0,0 0-1 0 0,0-1 1 0 0,0 1-1 0 0,0-1 1 0 0,0 0-1 0 0,0 1 1 0 0,0-1-1 0 0,-3 0 1 0 0,3-1-115 0 0,0 0 1 0 0,0 0 0 0 0,0 0 0 0 0,0 0-1 0 0,0-1 1 0 0,0 1 0 0 0,0 0 0 0 0,1-1-1 0 0,-1 1 1 0 0,0-1 0 0 0,1 0 0 0 0,0 0-1 0 0,-1 1 1 0 0,1-1 0 0 0,0 0-1 0 0,0 0 1 0 0,-2-4 0 0 0,-14-40-3732 0 0,14 36 2979 0 0,-17-71-4854 0 0,15 54 5035 0 0,-2-30 0 0 0,6 34 2092 0 0,4-38 0 0 0,-1 43 953 0 0,0 0 1 0 0,9-27-1 0 0,-11 44-2093 0 0,1 1-1 0 0,-1-1 1 0 0,0 1-1 0 0,0-1 0 0 0,0 1 1 0 0,0-1-1 0 0,0 1 1 0 0,0 0-1 0 0,1-1 0 0 0,-1 1 1 0 0,0-1-1 0 0,0 1 1 0 0,0-1-1 0 0,1 1 1 0 0,-1 0-1 0 0,0-1 0 0 0,1 1 1 0 0,-1 0-1 0 0,0-1 1 0 0,1 1-1 0 0,-1 0 1 0 0,1-1-1 0 0,-1 1 0 0 0,0 0 1 0 0,1 0-1 0 0,-1 0 1 0 0,1-1-1 0 0,-1 1 0 0 0,1 0 1 0 0,0 0-1 0 0,0 0-30 0 0,0 0-1 0 0,-1 1 0 0 0,1-1 1 0 0,0 1-1 0 0,0-1 0 0 0,-1 1 1 0 0,1-1-1 0 0,0 1 0 0 0,-1 0 1 0 0,1-1-1 0 0,0 1 0 0 0,-1 0 1 0 0,1-1-1 0 0,-1 1 0 0 0,1 1 1 0 0,16 33 975 0 0,-16-33-799 0 0,2 4-117 0 0,86 188 2798 0 0,-78-175-2924 0 0,1 0 1 0 0,1 0-1 0 0,0-1 0 0 0,2-1 0 0 0,0 0 1 0 0,0-1-1 0 0,27 20 0 0 0,-37-32-165 0 0,1 0-1 0 0,1 0 1 0 0,-1 0-1 0 0,0-1 1 0 0,1 0-1 0 0,0 0 1 0 0,0-1-1 0 0,-1 0 1 0 0,1 0-1 0 0,1 0 1 0 0,13 0-1 0 0,-15-2-308 0 0,1 0-1 0 0,-1 0 1 0 0,0-1 0 0 0,0 0-1 0 0,1 0 1 0 0,-1-1 0 0 0,0 0-1 0 0,10-4 1 0 0,5-4-1768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8:13.9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0 279 17372 0 0,'2'6'720'0'0,"-1"0"1"0"0,1-1-1 0 0,0 0 0 0 0,0 1 1 0 0,1-1-1 0 0,3 6 1 0 0,0 1 25 0 0,10 25 1323 0 0,15 59-1 0 0,-12-37-1345 0 0,-9-26-571 0 0,-6-19-663 0 0,0 0 0 0 0,1-1 0 0 0,0 1 0 0 0,13 21-1 0 0</inkml:trace>
  <inkml:trace contextRef="#ctx0" brushRef="#br0" timeOffset="1">135 4 19124 0 0,'-5'-3'4961'0'0,"4"3"-4609"0"0,-13 17-184 0 0,13-11-120 0 0,-1 3-336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8:18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506 55 9794 0 0,'17'-14'1785'0'0,"2"-1"1095"0"0,-8 5 566 0 0,-11 9-3245 0 0,1 0 522 0 0,-1 0-273 0 0,-1-1-15 0 0,0 0-147 0 0,1 1-248 0 0,-1 1 1 0 0,1-1-1 0 0,0 1 1 0 0,0-1-1 0 0,-1 1 1 0 0,1 0 0 0 0,0-1-1 0 0,-1 1 1 0 0,1-1-1 0 0,0 1 1 0 0,-1-1 0 0 0,1 1-1 0 0,0 0 1 0 0,-1-1-1 0 0,1 1 1 0 0,-1 0-1 0 0,1 0 1 0 0,-1-1 0 0 0,1 1-1 0 0,-1 0 1 0 0,1 0-1 0 0,-1 0 1 0 0,1 0-1 0 0,-1-1 1 0 0,1 1 0 0 0,-1 0-1 0 0,1 0 1 0 0,-1 0-1 0 0,1 0 1 0 0,-1 0-1 0 0,1 0 1 0 0,-1 0 0 0 0,0 0-1 0 0,1 1 1 0 0,-1-1-1 0 0,-20 18 1360 0 0,15-12-1236 0 0,-27 31 914 0 0,2 1-1 0 0,-40 64 0 0 0,21-27-425 0 0,-95 119 348 0 0,105-144-933 0 0,-85 77 1 0 0,125-127-100 0 0,0 1 1 0 0,0-1 0 0 0,-1 0-1 0 0,1 0 1 0 0,0 1 0 0 0,0-1-1 0 0,0 0 1 0 0,-1 0 0 0 0,1 0 0 0 0,0 0-1 0 0,0 1 1 0 0,-1-1 0 0 0,1 0-1 0 0,0 0 1 0 0,0 0 0 0 0,-1 0-1 0 0,1 0 1 0 0,0 0 0 0 0,0 0-1 0 0,-1 1 1 0 0,1-1 0 0 0,0 0-1 0 0,-1 0 1 0 0,1 0 0 0 0,0 0 0 0 0,-1 0-1 0 0,1 0 1 0 0,0-1 0 0 0,0 1-1 0 0,-1 0 1 0 0,1 0 0 0 0,0 0-1 0 0,0 0 1 0 0,-1 0 0 0 0,1 0-1 0 0,0 0 1 0 0,-1-1 0 0 0,1 1 0 0 0,0 0-1 0 0,-4-14-1230 0 0,6-24-1018 0 0,-2 35 1942 0 0,7-90-6611 0 0,-7 68 4453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8:18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39 9002 0 0,'-21'-39'12073'0'0,"31"43"-10311"0"0,35 26 979 0 0,80 69 0 0 0,-65-50-1886 0 0,17 10-400 0 0,2-4-1 0 0,99 51 0 0 0,-155-93-591 0 0,-13-6-1133 0 0,1-2-1 0 0,20 10 0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8:20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29 517 9378 0 0,'0'2'12027'0'0,"3"-3"-11291"0"0,9-4 93 0 0,1 0 1 0 0,0 2 0 0 0,20-4 0 0 0,27-9 117 0 0,8-9-327 0 0,77-40 0 0 0,-124 54-584 0 0,0-1 0 0 0,-1-1 0 0 0,-1 0 0 0 0,0-2 0 0 0,-1 0 0 0 0,0-1 0 0 0,26-32 0 0 0,-40 43-22 0 0,0-1 0 0 0,-1 0 0 0 0,1 0-1 0 0,-1 0 1 0 0,0 0 0 0 0,0 0 0 0 0,-1-1 0 0 0,0 1-1 0 0,0-1 1 0 0,-1 0 0 0 0,1 1 0 0 0,-2-1 0 0 0,1 0-1 0 0,-1 0 1 0 0,0 0 0 0 0,0 0 0 0 0,0 1-1 0 0,-3-11 1 0 0,1 11-6 0 0,0 0-1 0 0,0 0 1 0 0,0 1-1 0 0,-1-1 1 0 0,0 1-1 0 0,0-1 1 0 0,0 1-1 0 0,-1 0 1 0 0,1 0 0 0 0,-1 0-1 0 0,-1 1 1 0 0,1 0-1 0 0,0-1 1 0 0,-1 2-1 0 0,0-1 1 0 0,0 0-1 0 0,0 1 1 0 0,-1 0-1 0 0,1 0 1 0 0,-11-3-1 0 0,3 1-10 0 0,0 2-1 0 0,0 0 1 0 0,0 0 0 0 0,0 2-1 0 0,0-1 1 0 0,-1 2-1 0 0,1 0 1 0 0,0 0-1 0 0,-1 1 1 0 0,1 1-1 0 0,0 0 1 0 0,0 1-1 0 0,0 0 1 0 0,0 1-1 0 0,1 0 1 0 0,-1 1-1 0 0,1 1 1 0 0,-22 13 0 0 0,16-7 4 0 0,0 0 1 0 0,1 1 0 0 0,1 1 0 0 0,0 1 0 0 0,1 0 0 0 0,0 1 0 0 0,1 0 0 0 0,1 1 0 0 0,1 1 0 0 0,1 0 0 0 0,-11 22 0 0 0,15-26 32 0 0,0 1 1 0 0,2 1 0 0 0,-1-1 0 0 0,2 1 0 0 0,0 0-1 0 0,1 0 1 0 0,-1 21 0 0 0,4-29 11 0 0,0 0 0 0 0,0 0 0 0 0,1 0 0 0 0,0-1 0 0 0,0 1 0 0 0,1 0 0 0 0,0-1 0 0 0,1 1 0 0 0,-1-1 0 0 0,2 0 0 0 0,-1 0-1 0 0,1 0 1 0 0,0 0 0 0 0,0 0 0 0 0,0-1 0 0 0,1 0 0 0 0,8 8 0 0 0,1-2 85 0 0,0 0 0 0 0,2-1 0 0 0,-1 0-1 0 0,1-1 1 0 0,1-1 0 0 0,0 0 0 0 0,0-2 0 0 0,1 0-1 0 0,0 0 1 0 0,23 4 0 0 0,4-2 49 0 0,0-1 1 0 0,0-3-1 0 0,52 0 1 0 0,-65-5-116 0 0,0-1 0 0 0,54-8 0 0 0,-72 6-48 0 0,0 0 0 0 0,-1-1 0 0 0,1 0 0 0 0,-1-1 0 0 0,1-1 0 0 0,-1 0 0 0 0,-1-1 0 0 0,18-11 0 0 0,-28 16-138 0 0,1-1 0 0 0,0 1 0 0 0,-1-1 0 0 0,0 1-1 0 0,1-1 1 0 0,-1 0 0 0 0,2-4 0 0 0,-4 6 96 0 0,1 1 0 0 0,-1-1 0 0 0,0 1 0 0 0,1-1 0 0 0,-1 1 0 0 0,0-1 0 0 0,0 1 0 0 0,1-1 0 0 0,-1 1 0 0 0,0-1 0 0 0,0 1 0 0 0,0-1 0 0 0,0 1 0 0 0,0-1 0 0 0,0 1-1 0 0,0-1 1 0 0,0 0 0 0 0,0 1 0 0 0,0-1 0 0 0,0 1 0 0 0,0-1 0 0 0,0 1 0 0 0,-1-1 0 0 0,1 1 0 0 0,0-1 0 0 0,0 0 0 0 0,0 1 0 0 0,-1-1 0 0 0,1 1 0 0 0,0 0 0 0 0,-1-1 0 0 0,1 1 0 0 0,0-1 0 0 0,-1 1 0 0 0,1-1-1 0 0,-1 1 1 0 0,1 0 0 0 0,-1-1 0 0 0,1 1 0 0 0,-1 0 0 0 0,1 0 0 0 0,-1-1 0 0 0,1 1 0 0 0,-1 0 0 0 0,1 0 0 0 0,-1 0 0 0 0,1 0 0 0 0,-1-1 0 0 0,1 1 0 0 0,-1 0 0 0 0,0 0 0 0 0,-1 0-401 0 0,0 0 1 0 0,0 0-1 0 0,0 1 1 0 0,1-1 0 0 0,-1 0-1 0 0,0 1 1 0 0,0-1-1 0 0,1 1 1 0 0,-1-1-1 0 0,0 1 1 0 0,0 0 0 0 0,-2 1-1 0 0,-6 6-1998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8:23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0 8242 0 0,'-1'3'454'0'0,"0"0"0"0"0,-1-1-1 0 0,1 1 1 0 0,-1-1 0 0 0,1 1 0 0 0,-1-1 0 0 0,0 0 0 0 0,0 0 0 0 0,0 0 0 0 0,0 0 0 0 0,-1 0 0 0 0,1 0 0 0 0,-3 1-1 0 0,0-2 126 0 0,1-3-211 0 0,-1-3-54 0 0,5 4-270 0 0,-1 0-1 0 0,1 0 1 0 0,-1 0-1 0 0,0 1 0 0 0,1-1 1 0 0,-1 0-1 0 0,0 1 1 0 0,1-1-1 0 0,-1 1 1 0 0,0-1-1 0 0,0 1 0 0 0,0-1 1 0 0,0 1-1 0 0,-1-1 1 0 0,-4 2 628 0 0,1 3 16 0 0,3-2-540 0 0,-5 8 5363 0 0,7-9-5440 0 0,1-1 0 0 0,-1 0 0 0 0,1 1 0 0 0,-1-1 1 0 0,1 1-1 0 0,-1-1 0 0 0,1 0 0 0 0,0 1 0 0 0,-1-1 1 0 0,1 0-1 0 0,-1 1 0 0 0,1-1 0 0 0,0 0 0 0 0,-1 0 1 0 0,1 0-1 0 0,0 0 0 0 0,-1 0 0 0 0,1 0 0 0 0,0 0 1 0 0,-1 0-1 0 0,1 0 0 0 0,0 0 0 0 0,-1 0 0 0 0,1 0 1 0 0,1 0-1 0 0,57 0 1393 0 0,15 1-471 0 0,73-9 0 0 0,-144 7-606 0 0,-2 0-1449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8:24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13731 0 0,'0'0'6891'0'0,"12"3"-5135"0"0,-10 0-1513 0 0,1 0 0 0 0,-1 0 0 0 0,0 0 0 0 0,0 1 0 0 0,0-1 0 0 0,0 1 0 0 0,-1 0 1 0 0,1-1-1 0 0,0 6 0 0 0,3 4 293 0 0,4 9 8 0 0,-2 0-1 0 0,0 0 0 0 0,-1 1 0 0 0,-2 0 0 0 0,4 39 0 0 0,-7-20-288 0 0,-1 1 0 0 0,-7 51 0 0 0,6-86-354 0 0,-1 6-315 0 0,0 1 0 0 0,2-1-1 0 0,-1 0 1 0 0,2 0 0 0 0,2 18-1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8:24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15595 0 0,'2'3'691'0'0,"0"0"0"0"0,0 0 0 0 0,0 0-1 0 0,1-1 1 0 0,-1 1 0 0 0,1 0 0 0 0,0-1-1 0 0,-1 0 1 0 0,1 0 0 0 0,0 0 0 0 0,6 3-1 0 0,3 3 1298 0 0,-10-7-1763 0 0,0 1 0 0 0,0-1 0 0 0,0 1 0 0 0,0 0 0 0 0,-1 0 0 0 0,1 0 0 0 0,-1 0 0 0 0,1 0 0 0 0,-1 0 0 0 0,0 0 0 0 0,0 1 0 0 0,0-1 0 0 0,0 0 0 0 0,0 1 0 0 0,0 2 0 0 0,-1-4 51 0 0,1 0-403 0 0,3-4-2868 0 0,1-5 1590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8:24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282 9 14155 0 0,'0'-1'143'0'0,"0"1"0"0"0,0 0-1 0 0,0 0 1 0 0,0-1 0 0 0,0 1 0 0 0,0 0 0 0 0,0 0-1 0 0,0-1 1 0 0,0 1 0 0 0,0 0 0 0 0,0-1 0 0 0,0 1-1 0 0,0 0 1 0 0,0 0 0 0 0,-1-1 0 0 0,1 1-1 0 0,0 0 1 0 0,0 0 0 0 0,0-1 0 0 0,0 1 0 0 0,0 0-1 0 0,-1 0 1 0 0,1 0 0 0 0,0-1 0 0 0,0 1 0 0 0,0 0-1 0 0,-1 0 1 0 0,1 0 0 0 0,0 0 0 0 0,0-1 0 0 0,-1 1-1 0 0,1 0 1 0 0,0 0 0 0 0,-1 0 0 0 0,-10 4 2023 0 0,-18 17-1432 0 0,22-15-63 0 0,-11 9-335 0 0,0 1 1 0 0,1 1 0 0 0,1 0-1 0 0,0 1 1 0 0,2 1 0 0 0,0 0 0 0 0,1 1-1 0 0,1 0 1 0 0,-16 38 0 0 0,20-34-236 0 0,0 0 0 0 0,2 0 0 0 0,1 1 0 0 0,1 0 1 0 0,2 0-1 0 0,0 0 0 0 0,1 0 0 0 0,2 0 0 0 0,0 0 0 0 0,2 0 0 0 0,11 49 1 0 0,-11-65-79 0 0,0-1 0 0 0,0 1 0 0 0,1 0 0 0 0,1-1 0 0 0,-1 0 0 0 0,1 0 0 0 0,0 0 0 0 0,1-1 0 0 0,0 0 0 0 0,0 0 0 0 0,1 0 0 0 0,0-1 0 0 0,0 0 0 0 0,11 8 0 0 0,-13-11-10 0 0,0 0 0 0 0,0-1-1 0 0,-1 0 1 0 0,1 1 0 0 0,1-2-1 0 0,-1 1 1 0 0,0-1 0 0 0,0 1-1 0 0,1-2 1 0 0,-1 1 0 0 0,0 0-1 0 0,1-1 1 0 0,-1 0 0 0 0,1 0-1 0 0,-1-1 1 0 0,0 0 0 0 0,1 0-1 0 0,-1 0 1 0 0,0 0 0 0 0,0-1 0 0 0,0 0-1 0 0,0 0 1 0 0,0 0 0 0 0,0-1-1 0 0,0 1 1 0 0,5-5 0 0 0,-4 2 0 0 0,-1 0 0 0 0,0 0 0 0 0,1 0 0 0 0,-2 0 0 0 0,1-1 0 0 0,-1 0 0 0 0,0 0 0 0 0,0 0 0 0 0,0-1 0 0 0,-1 1 0 0 0,0-1 0 0 0,4-14 0 0 0,-5 15-14 0 0,0 0-1 0 0,-1-1 1 0 0,0 1 0 0 0,0 0-1 0 0,-1-1 1 0 0,1 1 0 0 0,-2-1-1 0 0,1 1 1 0 0,-1-1 0 0 0,1 1-1 0 0,-2-1 1 0 0,1 1 0 0 0,-1 0-1 0 0,-4-12 1 0 0,4 15-2 0 0,1 1 1 0 0,-1-1-1 0 0,0 1 1 0 0,0-1-1 0 0,0 1 0 0 0,0-1 1 0 0,0 1-1 0 0,-1 0 1 0 0,1 0-1 0 0,-1 0 0 0 0,1 1 1 0 0,-1-1-1 0 0,0 0 1 0 0,-4-1-1 0 0,0 1 0 0 0,1 0-1 0 0,-1 0 1 0 0,1 1-1 0 0,-1-1 1 0 0,1 2-1 0 0,-11-1 1 0 0,0 1-5 0 0,-1 1 0 0 0,1 1 1 0 0,1 1-1 0 0,-26 7 1 0 0,25-5 24 0 0,-1 1 1 0 0,-25 12-1 0 0,40-16-69 0 0,-1-1 0 0 0,1 1 1 0 0,-1 0-1 0 0,1 1 0 0 0,0-1 0 0 0,0 0 0 0 0,-1 1 1 0 0,2 0-1 0 0,-1 0 0 0 0,0 0 0 0 0,1 0 0 0 0,-1 0 0 0 0,1 0 1 0 0,0 1-1 0 0,0-1 0 0 0,0 1 0 0 0,1-1 0 0 0,-2 5 0 0 0,3-6-78 0 0,0-1 0 0 0,0 0 0 0 0,0 0-1 0 0,0 0 1 0 0,0 0 0 0 0,0 0-1 0 0,0 0 1 0 0,0 0 0 0 0,1 0 0 0 0,-1 0-1 0 0,0 0 1 0 0,1 0 0 0 0,-1 0-1 0 0,1 0 1 0 0,0 0 0 0 0,-1 0 0 0 0,1 0-1 0 0,-1 0 1 0 0,1-1 0 0 0,0 1 0 0 0,0 0-1 0 0,0 0 1 0 0,-1-1 0 0 0,1 1-1 0 0,2 1 1 0 0,8 6-3011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8:25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1 136 13059 0 0,'-1'-5'7276'0'0,"2"4"-7094"0"0,7-2 1841 0 0,10-1-2697 0 0,-17 4 1171 0 0,14-2-1 0 0,1 1-1 0 0,0 0 0 0 0,21 3 1 0 0,1 0-126 0 0,647-40 1911 0 0,-463 20-2129 0 0,115-14-48 0 0,-120 9-38 0 0,-108 12 70 0 0,-109 12-269 0 0,0 0 1 0 0,0 0-1 0 0,0 0 1 0 0,0-1-1 0 0,0 1 0 0 0,1 0 1 0 0,-1 0-1 0 0,0 0 1 0 0,1 0-1 0 0,-1 0 1 0 0,1 0-1 0 0,-1-1 1 0 0,1 1-1 0 0,-1 0 0 0 0,1 0 1 0 0,-1-1-1 0 0,1 1 1 0 0,0 0-1 0 0,-1-1 1 0 0,1 1-1 0 0,0-1 0 0 0,0 1 1 0 0,0-1-1 0 0,1 2 1 0 0,2 1-412 0 0,-2-2 341 0 0,-1 1 1 0 0,0-1 0 0 0,1 0 0 0 0,0 0-1 0 0,-1 0 1 0 0,1 0 0 0 0,-1 0-1 0 0,1 0 1 0 0,0-1 0 0 0,0 1 0 0 0,0 0-1 0 0,-1-1 1 0 0,1 0 0 0 0,0 1 0 0 0,0-1-1 0 0,0 0 1 0 0,2 0 0 0 0,6-1-2973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8:30.6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134 230 10706 0 0,'0'0'3085'0'0,"0"4"13"0"0,0 2-2758 0 0,-1-2 111 0 0,-3-7 180 0 0,-3-1-115 0 0,5 11 369 0 0,1 18 147 0 0,0-8-414 0 0,-27 123 2097 0 0,19-104-2233 0 0,1 0 0 0 0,2 1-1 0 0,-2 50 1 0 0,8-86-382 0 0,-1-2-73 0 0,1 0-1 0 0,-1 0 1 0 0,0 1-1 0 0,1-1 1 0 0,-1 0-1 0 0,1 0 1 0 0,-1 0-1 0 0,1 0 1 0 0,0 0-1 0 0,-1 0 1 0 0,1 0-1 0 0,0 0 1 0 0,0 0-1 0 0,-1-2 1 0 0,5-59 62 0 0,18-108 1 0 0,-19 155-77 0 0,1-7-19 0 0,1 1 0 0 0,1 0 0 0 0,1 0 0 0 0,1 0 0 0 0,1 1 0 0 0,1 0 0 0 0,0 1 1 0 0,2 0-1 0 0,21-27 0 0 0,-24 34-5 0 0,1 1 1 0 0,0 0 0 0 0,0 1-1 0 0,1 1 1 0 0,1-1-1 0 0,-1 2 1 0 0,1-1 0 0 0,1 2-1 0 0,0 0 1 0 0,0 0-1 0 0,0 1 1 0 0,1 1 0 0 0,0 0-1 0 0,0 1 1 0 0,19-3-1 0 0,-30 6 9 0 0,0 1 0 0 0,1-1 0 0 0,-1 1 0 0 0,1 0-1 0 0,-1 1 1 0 0,1-1 0 0 0,-1 0 0 0 0,1 1 0 0 0,-1 0 0 0 0,1 0-1 0 0,-1 0 1 0 0,0 0 0 0 0,0 0 0 0 0,0 1 0 0 0,1-1 0 0 0,2 4-1 0 0,-4-4 5 0 0,0 1 0 0 0,-1-1 0 0 0,0 1 0 0 0,1 0 0 0 0,-1-1 0 0 0,0 1-1 0 0,0 0 1 0 0,0 0 0 0 0,0 0 0 0 0,-1 0 0 0 0,1 0 0 0 0,0 0 0 0 0,-1 0 0 0 0,1 0-1 0 0,-1 0 1 0 0,0 0 0 0 0,0 0 0 0 0,1 1 0 0 0,-2-1 0 0 0,1 0 0 0 0,0 0 0 0 0,0 0-1 0 0,-1 0 1 0 0,1 0 0 0 0,-1 0 0 0 0,1 0 0 0 0,-1 0 0 0 0,-1 2 0 0 0,-3 9 17 0 0,-1-1 1 0 0,0 0 0 0 0,-1-1 0 0 0,0 0 0 0 0,-1 0 0 0 0,-14 16-1 0 0,-63 55 70 0 0,61-60-70 0 0,-119 90 52 0 0,101-82-54 0 0,39-27-19 0 0,-1-1-1 0 0,1 1 1 0 0,-1 0-1 0 0,1 0 0 0 0,0 0 1 0 0,-3 5-1 0 0,6-8 2 0 0,-1 1 0 0 0,1-1 0 0 0,0 1 0 0 0,0-1 0 0 0,0 1 0 0 0,-1-1 0 0 0,1 0 0 0 0,0 1 0 0 0,0-1 0 0 0,0 1 0 0 0,0-1 0 0 0,0 1 0 0 0,0-1 0 0 0,0 1 0 0 0,0-1 0 0 0,0 1 0 0 0,0-1 0 0 0,0 1 0 0 0,0-1 0 0 0,0 0 0 0 0,0 1 0 0 0,1-1 0 0 0,-1 1 0 0 0,0 0 0 0 0,1 0-1 0 0,0-1 1 0 0,0 1 0 0 0,-1 0 0 0 0,1 0-1 0 0,0-1 1 0 0,0 1 0 0 0,0-1 0 0 0,0 1-1 0 0,0-1 1 0 0,0 1 0 0 0,0-1 0 0 0,1 0-1 0 0,-1 1 1 0 0,2-1 0 0 0,34 7-2 0 0,0-2 0 0 0,48 0 1 0 0,-45-3 9 0 0,68 11 0 0 0,-90-9-7 0 0,-1 0 0 0 0,1 1-1 0 0,-1 1 1 0 0,26 12-1 0 0,-39-16 2 0 0,-1 0-1 0 0,0 1 1 0 0,1-1-1 0 0,-1 0 1 0 0,0 1-1 0 0,0 0 1 0 0,0 0-1 0 0,0 0 1 0 0,-1 0-1 0 0,1 0 1 0 0,3 7-1 0 0,-5-8 2 0 0,0 1 0 0 0,-1-1-1 0 0,1 1 1 0 0,0-1 0 0 0,-1 1 0 0 0,0-1 0 0 0,0 1-1 0 0,1 0 1 0 0,-2-1 0 0 0,1 1 0 0 0,0-1 0 0 0,0 1-1 0 0,-1-1 1 0 0,1 1 0 0 0,-1-1 0 0 0,0 1 0 0 0,0-1-1 0 0,0 1 1 0 0,0-1 0 0 0,-2 4 0 0 0,-2 0 5 0 0,1 1 1 0 0,-1-1-1 0 0,0 0 0 0 0,-1 0 1 0 0,0-1-1 0 0,0 1 1 0 0,-11 7-1 0 0,-50 29 37 0 0,65-41-43 0 0,-43 23 27 0 0,-1-3 0 0 0,-71 24 0 0 0,-100 18 17 0 0,208-62-1166 0 0,13-6 310 0 0,15-6-630 0 0,-17 10 1179 0 0,11-6-1633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8:31.1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34 12155 0 0,'1'-1'103'0'0,"-1"0"0"0"0,0 1 0 0 0,1-1 1 0 0,-1 1-1 0 0,0-1 0 0 0,1 1 0 0 0,-1-1 1 0 0,1 1-1 0 0,-1 0 0 0 0,1-1 0 0 0,-1 1 1 0 0,1-1-1 0 0,-1 1 0 0 0,1 0 0 0 0,-1 0 1 0 0,1-1-1 0 0,0 1 0 0 0,-1 0 0 0 0,1 0 1 0 0,-1-1-1 0 0,1 1 0 0 0,0 0 0 0 0,-1 0 0 0 0,1 0 1 0 0,0 0-1 0 0,-1 0 0 0 0,1 0 0 0 0,-1 0 1 0 0,1 0-1 0 0,1 1 0 0 0,-1-1 106 0 0,0 1 1 0 0,0 0-1 0 0,0 0 0 0 0,1 0 0 0 0,-1 0 1 0 0,0 0-1 0 0,0 0 0 0 0,-1 0 0 0 0,1 0 0 0 0,0 1 1 0 0,0-1-1 0 0,1 3 0 0 0,1 4 513 0 0,1 1 0 0 0,-1-1 0 0 0,2 13 0 0 0,100 329 3754 0 0,-104-344-4456 0 0,1-1 0 0 0,1 0 0 0 0,-1 0 0 0 0,1 1 0 0 0,0-2 0 0 0,0 1 0 0 0,4 5 0 0 0,-6-9 6 0 0,0-2-30 0 0,-1 1-1 0 0,1-1 1 0 0,-1 0-1 0 0,1 0 1 0 0,-1 0-1 0 0,1 0 1 0 0,-1 0-1 0 0,0 0 1 0 0,0 0-1 0 0,1 0 1 0 0,-1 0-1 0 0,0-1 1 0 0,0 1-1 0 0,0 0 1 0 0,0-1-1 0 0,-4-12-52 0 0,-32-121-161 0 0,31 110 209 0 0,1 0 1 0 0,1-1 0 0 0,0-34-1 0 0,4 49-1 0 0,-1 0 1 0 0,1 0-1 0 0,1 1 1 0 0,0-1-1 0 0,1 1 0 0 0,0-1 1 0 0,0 1-1 0 0,1 0 1 0 0,6-12-1 0 0,-7 17 7 0 0,0 0-1 0 0,0 1 0 0 0,1 0 1 0 0,-1-1-1 0 0,1 1 1 0 0,0 0-1 0 0,0 1 1 0 0,1-1-1 0 0,-1 1 1 0 0,1 0-1 0 0,-1 0 1 0 0,1 0-1 0 0,0 1 1 0 0,0-1-1 0 0,0 1 1 0 0,1 1-1 0 0,-1-1 0 0 0,0 1 1 0 0,9-2-1 0 0,-9 2 13 0 0,0 1 0 0 0,0 0-1 0 0,0 0 1 0 0,0 0 0 0 0,0 0-1 0 0,0 1 1 0 0,0-1-1 0 0,0 1 1 0 0,0 1 0 0 0,0-1-1 0 0,-1 1 1 0 0,1-1 0 0 0,-1 1-1 0 0,1 1 1 0 0,-1-1 0 0 0,1 1-1 0 0,-1-1 1 0 0,0 1 0 0 0,0 1-1 0 0,-1-1 1 0 0,1 0-1 0 0,-1 1 1 0 0,1 0 0 0 0,-1 0-1 0 0,0 0 1 0 0,-1 0 0 0 0,4 6-1 0 0,5 11 81 0 0,-2 1-1 0 0,-1 0 1 0 0,0 0-1 0 0,7 38 1 0 0,-4-16-21 0 0,-10-38-97 0 0,18 50 43 0 0,-17-51-174 0 0,0 0 0 0 0,0 0 0 0 0,1-1 0 0 0,-1 1 0 0 0,1-1 0 0 0,0 0 0 0 0,0 0 0 0 0,1 0 0 0 0,3 4 0 0 0,-6-8 35 0 0,-1 0 0 0 0,1 0 1 0 0,-1 1-1 0 0,1-1 1 0 0,-1 0-1 0 0,1 0 1 0 0,0 0-1 0 0,-1 0 1 0 0,1 0-1 0 0,-1 0 1 0 0,1 0-1 0 0,-1 0 1 0 0,1 0-1 0 0,-1 0 1 0 0,1 0-1 0 0,-1 0 1 0 0,1 0-1 0 0,-1 0 1 0 0,1-1-1 0 0,-1 1 1 0 0,1 0-1 0 0,-1 0 0 0 0,1 0 1 0 0,-1-1-1 0 0,1 1 1 0 0,-1 0-1 0 0,1-1 1 0 0,-1 1-1 0 0,0-1 1 0 0,1 1-1 0 0,-1 0 1 0 0,0-1-1 0 0,1 1 1 0 0,-1-1-1 0 0,12-18-2483 0 0,-7 8 1027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8:31.5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85 6665 0 0,'2'-7'644'0'0,"13"-30"3358"0"0,-15 35-3621 0 0,1 0 0 0 0,0 0-1 0 0,0 0 1 0 0,1 1 0 0 0,-1-1-1 0 0,0 0 1 0 0,1 1 0 0 0,-1-1 0 0 0,1 0-1 0 0,-1 1 1 0 0,1 0 0 0 0,-1-1-1 0 0,1 1 1 0 0,0 0 0 0 0,3-1 1006 0 0,5 22 1131 0 0,-5-1-1831 0 0,-2 0 0 0 0,-1 1-1 0 0,0-1 1 0 0,-3 39 0 0 0,-13 78 609 0 0,10-110-1241 0 0,4-14-22 0 0,-2 0 0 0 0,1-1 0 0 0,-2 1 0 0 0,1-1 0 0 0,-2 1-1 0 0,0-1 1 0 0,0 0 0 0 0,-7 14 0 0 0,10-25-35 0 0,1 1 0 0 0,0 0-1 0 0,-1-1 1 0 0,1 1 0 0 0,0-1 0 0 0,-1 1-1 0 0,1 0 1 0 0,-1-1 0 0 0,1 1 0 0 0,0-1-1 0 0,-1 0 1 0 0,0 1 0 0 0,1-1-1 0 0,-1 1 1 0 0,1-1 0 0 0,-1 0 0 0 0,1 1-1 0 0,-1-1 1 0 0,0 0 0 0 0,1 0 0 0 0,-1 1-1 0 0,0-1 1 0 0,1 0 0 0 0,-2 0-1 0 0,2 0-3 0 0,-1-1 0 0 0,1 1-1 0 0,-1 0 1 0 0,1-1 0 0 0,-1 1-1 0 0,1-1 1 0 0,-1 1 0 0 0,1 0-1 0 0,0-1 1 0 0,-1 1-1 0 0,1-1 1 0 0,0 0 0 0 0,-1 1-1 0 0,1-1 1 0 0,0 1 0 0 0,0-1-1 0 0,-1 1 1 0 0,1-1 0 0 0,0-1-1 0 0,-4-34-201 0 0,6 6 188 0 0,1 0 1 0 0,2 0-1 0 0,1 1 0 0 0,1 0 0 0 0,2 0 0 0 0,24-55 0 0 0,-24 63 18 0 0,2 1 0 0 0,13-21 0 0 0,-20 34 28 0 0,1 0 0 0 0,1 0 0 0 0,-1 1-1 0 0,1 0 1 0 0,0 0 0 0 0,0 1-1 0 0,1-1 1 0 0,13-8 0 0 0,-18 14-4 0 0,-1-1 0 0 0,1 0 0 0 0,0 0 0 0 0,0 1 0 0 0,0-1 0 0 0,0 1 0 0 0,-1 0 1 0 0,1-1-1 0 0,0 1 0 0 0,0 0 0 0 0,0 0 0 0 0,0 0 0 0 0,0 0 0 0 0,0 1 0 0 0,0-1 0 0 0,0 0 0 0 0,0 1 1 0 0,-1-1-1 0 0,1 1 0 0 0,0 0 0 0 0,0 0 0 0 0,0 0 0 0 0,-1 0 0 0 0,1 0 0 0 0,-1 0 0 0 0,1 0 0 0 0,0 0 0 0 0,-1 0 1 0 0,0 1-1 0 0,1-1 0 0 0,-1 1 0 0 0,1 1 0 0 0,5 6 102 0 0,0 1-1 0 0,-1 0 1 0 0,0 0 0 0 0,5 13-1 0 0,-7-13-18 0 0,18 41 72 0 0,-3 1-1 0 0,-2 0 0 0 0,20 109 1 0 0,-26-115-2023 0 0,-11-44-272 0 0,-6 5 714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8:31.8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24 16452 0 0,'0'0'1935'0'0,"3"-2"-995"0"0,2-1-588 0 0,1 0 1 0 0,0 1-1 0 0,-1 0 0 0 0,1 0 1 0 0,0 0-1 0 0,0 0 0 0 0,0 1 1 0 0,10-1-1 0 0,59 0 869 0 0,-45 2-923 0 0,30 1-248 0 0,59 9 0 0 0,-1 0-4464 0 0,-101-10 2707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8:32.2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284 22 12459 0 0,'27'-16'2436'0'0,"-26"15"-2157"0"0,1 0 0 0 0,-1 1 1 0 0,1-1-1 0 0,-1 0 1 0 0,1 1-1 0 0,0-1 1 0 0,-1 1-1 0 0,1 0 0 0 0,0-1 1 0 0,-1 1-1 0 0,1 0 1 0 0,0 0-1 0 0,-1 0 1 0 0,1 0-1 0 0,3 1 0 0 0,-5 0-188 0 0,1-1 0 0 0,-1 0-1 0 0,0 1 1 0 0,1-1-1 0 0,-1 1 1 0 0,1-1-1 0 0,-1 1 1 0 0,0 0-1 0 0,0-1 1 0 0,1 1-1 0 0,-1-1 1 0 0,0 1-1 0 0,0-1 1 0 0,0 1 0 0 0,0 0-1 0 0,0-1 1 0 0,0 1-1 0 0,0-1 1 0 0,0 1-1 0 0,0 0 1 0 0,0-1-1 0 0,0 1 1 0 0,0-1-1 0 0,0 1 1 0 0,0 0-1 0 0,0-1 1 0 0,-1 1-1 0 0,1-1 1 0 0,0 1 0 0 0,0-1-1 0 0,-1 1 1 0 0,1 0-1 0 0,-12 21 935 0 0,10-20-822 0 0,-88 133 3003 0 0,-18 29-2530 0 0,96-146-2212 0 0,11-18 1400 0 0,1 1 0 0 0,0-1-1 0 0,-1 0 1 0 0,1 0 0 0 0,0 1-1 0 0,-1-1 1 0 0,1 0 0 0 0,-1 0-1 0 0,1 0 1 0 0,0 1 0 0 0,-1-1-1 0 0,1 0 1 0 0,-1 0 0 0 0,1 0-1 0 0,0 0 1 0 0,-1 0-1 0 0,1 0 1 0 0,-1 0 0 0 0,1 0-1 0 0,-1 0 1 0 0,1 0 0 0 0,-1 0-1 0 0,1 0 1 0 0,0 0 0 0 0,-1 0-1 0 0,1-1 1 0 0,-1 1 0 0 0,1 0-1 0 0,0 0 1 0 0,-1 0 0 0 0,1-1-1 0 0,-1 1 1 0 0,1 0 0 0 0,0 0-1 0 0,-1-1 1 0 0,1 1-1 0 0,0 0 1 0 0,-1-1 0 0 0,-2-7-2974 0 0</inkml:trace>
  <inkml:trace contextRef="#ctx0" brushRef="#br0" timeOffset="1">0 57 13323 0 0,'1'-1'158'0'0,"-1"0"0"0"0,1 0 0 0 0,-1 0 0 0 0,1 0 0 0 0,-1 0 0 0 0,1 1 0 0 0,-1-1 0 0 0,1 0 0 0 0,0 0 0 0 0,-1 1 0 0 0,1-1-1 0 0,0 0 1 0 0,0 1 0 0 0,0-1 0 0 0,0 0 0 0 0,0 1 0 0 0,-1-1 0 0 0,1 1 0 0 0,0 0 0 0 0,0-1 0 0 0,0 1 0 0 0,0 0 0 0 0,0 0 0 0 0,0-1 0 0 0,0 1 0 0 0,0 0 0 0 0,0 0 0 0 0,0 0 0 0 0,1 0 0 0 0,-1 0 0 0 0,0 0 0 0 0,0 1 0 0 0,1-1 0 0 0,2 1 248 0 0,0 0 1 0 0,0 0-1 0 0,0 0 0 0 0,0 0 1 0 0,0 1-1 0 0,-1-1 0 0 0,5 3 1 0 0,14 12 753 0 0,0 2 1 0 0,-1 0 0 0 0,26 31 0 0 0,-4-6-366 0 0,112 87-454 0 0,-96-84-2462 0 0,-43-33 827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8:35.3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64 11923 0 0,'5'-4'482'0'0,"0"0"0"0"0,1 1 0 0 0,-1 0 1 0 0,1-1-1 0 0,0 2 0 0 0,-1-1 0 0 0,1 1 1 0 0,0-1-1 0 0,0 2 0 0 0,1-1 0 0 0,-1 1 1 0 0,8-1-1 0 0,-1-3 191 0 0,-2-8-31 0 0,-11 12-595 0 0,1 0 0 0 0,-1 0 0 0 0,1 1 0 0 0,0-1 0 0 0,-1 0 1 0 0,1 0-1 0 0,0 0 0 0 0,0 0 0 0 0,-1 1 0 0 0,1-1 0 0 0,0 0 0 0 0,0 1 0 0 0,1-1 0 0 0,12 2 637 0 0,-9 1-520 0 0,0 1-1 0 0,0-1 1 0 0,-1 1 0 0 0,1 1 0 0 0,0-1-1 0 0,-1 1 1 0 0,0-1 0 0 0,0 1 0 0 0,0 0 0 0 0,-1 1-1 0 0,1-1 1 0 0,-1 1 0 0 0,0-1 0 0 0,0 1-1 0 0,0 0 1 0 0,2 8 0 0 0,3 7 132 0 0,-2 0-1 0 0,8 42 1 0 0,-9-39-126 0 0,7 40-390 0 0,-3 1 0 0 0,-3 1-1 0 0,-2-1 1 0 0,-6 72 0 0 0,-1-114-1733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8:35.8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1 212 17948 0 0,'10'-9'371'0'0,"0"-1"1"0"0,0 2-1 0 0,1-1 0 0 0,0 1 1 0 0,1 1-1 0 0,-1 0 0 0 0,21-8 1 0 0,95-31 1445 0 0,-79 31-1273 0 0,8-4-276 0 0,0 3 0 0 0,1 3 0 0 0,1 2 1 0 0,0 2-1 0 0,79 0 0 0 0,-131 9-266 0 0,0 0-1 0 0,0 0 1 0 0,-1 1-1 0 0,1 0 1 0 0,0 0 0 0 0,-1 0-1 0 0,1 1 1 0 0,0 0-1 0 0,-1 0 1 0 0,0 0-1 0 0,6 4 1 0 0,-9-5 1 0 0,0 0 0 0 0,-1 1 0 0 0,1-1 1 0 0,-1 1-1 0 0,0-1 0 0 0,1 1 0 0 0,-1-1 0 0 0,0 1 1 0 0,0 0-1 0 0,0 0 0 0 0,0-1 0 0 0,0 1 0 0 0,-1 0 1 0 0,1 0-1 0 0,0 0 0 0 0,-1 0 0 0 0,1 0 0 0 0,-1 0 1 0 0,0 0-1 0 0,0 0 0 0 0,0 0 0 0 0,0 0 1 0 0,0 0-1 0 0,0 0 0 0 0,0 0 0 0 0,-1 0 0 0 0,1 0 1 0 0,-1 0-1 0 0,1 0 0 0 0,-1 0 0 0 0,0 0 0 0 0,0-1 1 0 0,0 1-1 0 0,-2 3 0 0 0,-4 7 23 0 0,0 0 0 0 0,-2-1 0 0 0,1 0 0 0 0,-1 0-1 0 0,-1-1 1 0 0,0 0 0 0 0,-19 15 0 0 0,-87 54 104 0 0,108-74-122 0 0,-79 44 88 0 0,-122 50 0 0 0,205-98-94 0 0,3-1-2 0 0,0 0 0 0 0,1 1 0 0 0,-1-1 0 0 0,0 0 0 0 0,0 0 0 0 0,0 1 0 0 0,0-1 0 0 0,0 1-1 0 0,1-1 1 0 0,-1 1 0 0 0,0-1 0 0 0,0 1 0 0 0,1-1 0 0 0,-1 1 0 0 0,0-1 0 0 0,1 1 0 0 0,-2 1-1 0 0,25-4-23 0 0,38-9 29 0 0,122-7 0 0 0,-154 17-3 0 0,0 2 0 0 0,-1 0 0 0 0,1 3 0 0 0,-1 0 0 0 0,0 2 0 0 0,44 14 0 0 0,-64-17-1 0 0,0 0-1 0 0,0 1 0 0 0,0 0 1 0 0,0 0-1 0 0,-1 1 0 0 0,1 0 1 0 0,-1 1-1 0 0,-1-1 0 0 0,1 1 1 0 0,-1 1-1 0 0,8 9 0 0 0,-12-13 1 0 0,1 1-1 0 0,-1 0 1 0 0,0 0-1 0 0,0 0 1 0 0,-1 0-1 0 0,1 0 1 0 0,-1 0-1 0 0,1 0 1 0 0,-2 0-1 0 0,1 1 1 0 0,0-1-1 0 0,-1 1 1 0 0,0-1-1 0 0,0 0 1 0 0,0 1-1 0 0,0-1 1 0 0,-1 1-1 0 0,1-1 1 0 0,-1 0-1 0 0,0 0 1 0 0,-1 1-1 0 0,1-1 1 0 0,-1 0-1 0 0,-3 6 0 0 0,-2 2 10 0 0,-1-1 0 0 0,0 0-1 0 0,-1 0 1 0 0,0 0-1 0 0,0-1 1 0 0,-1-1-1 0 0,-1 0 1 0 0,-22 16-1 0 0,-7 0 29 0 0,-54 26 0 0 0,21-17 93 0 0,-2-2 0 0 0,-1-4 0 0 0,-1-3 0 0 0,-119 22 0 0 0,187-45-118 0 0,0 0 15 0 0,0-1 0 0 0,0 1 0 0 0,0-2-1 0 0,0 1 1 0 0,0-1 0 0 0,-13-2 0 0 0,21 2-26 0 0,0 0 1 0 0,0 0-1 0 0,1 0 1 0 0,-1 0 0 0 0,0-1-1 0 0,0 1 1 0 0,1 0-1 0 0,-1 0 1 0 0,0-1-1 0 0,1 1 1 0 0,-1-1-1 0 0,0 1 1 0 0,1 0 0 0 0,-1-1-1 0 0,0 0 1 0 0,1 1-1 0 0,-1-1 1 0 0,1 1-1 0 0,-1-1 1 0 0,1 0 0 0 0,-1 1-1 0 0,1-1 1 0 0,-1 0-1 0 0,1 1 1 0 0,0-1-1 0 0,0 0 1 0 0,-1 0 0 0 0,1 0-1 0 0,0-1-11 0 0,0 0 0 0 0,0 1-1 0 0,0-1 1 0 0,1 1 0 0 0,-1-1 0 0 0,1 0 0 0 0,-1 1-1 0 0,1-1 1 0 0,-1 1 0 0 0,1-1 0 0 0,0 1-1 0 0,2-3 1 0 0,1-2-211 0 0,1 0-1 0 0,0 0 1 0 0,0 1-1 0 0,11-9 0 0 0,25-12-1578 0 0,-16 14 474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8:36.2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 14675 0 0,'1'-1'145'0'0,"0"0"0"0"0,0 0 0 0 0,0 0 0 0 0,0 0 0 0 0,0 0-1 0 0,0 0 1 0 0,0 0 0 0 0,0 0 0 0 0,0 1 0 0 0,0-1 0 0 0,0 0 0 0 0,1 1 0 0 0,-1-1-1 0 0,0 1 1 0 0,0 0 0 0 0,1-1 0 0 0,-1 1 0 0 0,0 0 0 0 0,1 0 0 0 0,-1 0 0 0 0,0-1 0 0 0,1 2-1 0 0,-1-1 1 0 0,0 0 0 0 0,1 0 0 0 0,-1 0 0 0 0,0 0 0 0 0,1 1 0 0 0,-1-1 0 0 0,0 1-1 0 0,0-1 1 0 0,1 1 0 0 0,1 1 0 0 0,0 0 75 0 0,0 0 0 0 0,0 0 0 0 0,0 0 0 0 0,0 1 0 0 0,0-1 0 0 0,-1 1 0 0 0,1 0 0 0 0,-1 0 0 0 0,0 0 0 0 0,1 0 0 0 0,1 3 0 0 0,1 8 100 0 0,1 0 1 0 0,-2 0-1 0 0,0 0 1 0 0,0 1 0 0 0,-1-1-1 0 0,1 19 1 0 0,-1 92-99 0 0,-3-99-389 0 0,1-11-39 0 0,0 0-4759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8:36.6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73 15827 0 0,'1'-1'159'0'0,"0"-1"0"0"0,0 0 0 0 0,0 1 0 0 0,0-1 0 0 0,0 0 0 0 0,0 1 0 0 0,1-1 0 0 0,-1 1 0 0 0,1 0 0 0 0,-1-1 0 0 0,1 1 0 0 0,-1 0 0 0 0,1 0-1 0 0,0 0 1 0 0,-1 0 0 0 0,1 0 0 0 0,0 0 0 0 0,3 0 0 0 0,40-12 873 0 0,-35 11-792 0 0,42-9-1042 0 0,90-7 0 0 0,-76 15-3472 0 0,-1 2-3592 0 0,-30 7 4388 0 0,-22-3 5619 0 0,-1 0 5218 0 0,-14 10-4735 0 0,0-8-2113 0 0,-1-1 0 0 0,1 1 0 0 0,-1-1 0 0 0,0 0 0 0 0,-4 4 0 0 0,-10 17 992 0 0,10-10-1061 0 0,1 0 1 0 0,0 0-1 0 0,2 1 1 0 0,0-1 0 0 0,0 1-1 0 0,2 0 1 0 0,0 0 0 0 0,1 0-1 0 0,1 31 1 0 0,0-41-399 0 0,1 0 1 0 0,0 0 0 0 0,0 0-1 0 0,0-1 1 0 0,1 1-1 0 0,0-1 1 0 0,0 1-1 0 0,0-1 1 0 0,0 1 0 0 0,1-1-1 0 0,0 0 1 0 0,0 0-1 0 0,1 0 1 0 0,0-1-1 0 0,-1 1 1 0 0,1-1-1 0 0,1 0 1 0 0,-1 0 0 0 0,1 0-1 0 0,-1-1 1 0 0,1 1-1 0 0,0-1 1 0 0,0 0-1 0 0,0-1 1 0 0,1 1 0 0 0,-1-1-1 0 0,1 0 1 0 0,-1 0-1 0 0,1-1 1 0 0,7 1-1 0 0,-5-1-22 0 0,1 0-1 0 0,0-1 0 0 0,0 0 0 0 0,0-1 1 0 0,0 0-1 0 0,-1 0 0 0 0,1-1 0 0 0,0 0 1 0 0,-1 0-1 0 0,1-1 0 0 0,-1 0 1 0 0,0-1-1 0 0,0 0 0 0 0,0 0 0 0 0,9-7 1 0 0,-13 8-25 0 0,1 0 0 0 0,-1 0 0 0 0,-1 0 0 0 0,1-1 0 0 0,0 1 0 0 0,-1-1 0 0 0,0 0 0 0 0,0 0 0 0 0,0 0 0 0 0,0 0 0 0 0,-1-1 0 0 0,1 1 0 0 0,-1-1 0 0 0,0 0 0 0 0,-1 1 0 0 0,1-1 0 0 0,-1 0 0 0 0,0 0 0 0 0,0 0 0 0 0,0 0 0 0 0,-1 0 0 0 0,0 0 0 0 0,0 0 0 0 0,0 0 0 0 0,0 0 0 0 0,-1 0 0 0 0,0 0 0 0 0,-1-5 0 0 0,-2 0 1 0 0,0 1 0 0 0,0 0 0 0 0,-1 0 1 0 0,0 1-1 0 0,0-1 0 0 0,-1 1 0 0 0,0 0 0 0 0,0 0 1 0 0,-1 1-1 0 0,0 0 0 0 0,-1 0 0 0 0,1 0 0 0 0,-1 1 1 0 0,0 1-1 0 0,-1-1 0 0 0,-17-7 0 0 0,17 8-73 0 0,-1 1-1 0 0,0 1 0 0 0,1 0 0 0 0,-1 0 1 0 0,0 1-1 0 0,0 0 0 0 0,0 1 1 0 0,-1 0-1 0 0,1 0 0 0 0,0 1 0 0 0,0 1 1 0 0,-1 0-1 0 0,1 0 0 0 0,0 1 1 0 0,0 0-1 0 0,-15 6 0 0 0,24-8-56 0 0,0 0-1 0 0,-1 1 1 0 0,1-1 0 0 0,0 0-1 0 0,0 1 1 0 0,0-1-1 0 0,0 1 1 0 0,0 0 0 0 0,1-1-1 0 0,-1 1 1 0 0,0 0-1 0 0,0-1 1 0 0,0 1-1 0 0,0 0 1 0 0,1 0 0 0 0,-1 0-1 0 0,0 0 1 0 0,1 0-1 0 0,-1 0 1 0 0,1 0 0 0 0,-1 0-1 0 0,1 0 1 0 0,-1 0-1 0 0,1 0 1 0 0,0 0 0 0 0,0 0-1 0 0,-1 2 1 0 0,3 4-2026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8:37.0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 0 15843 0 0,'0'0'3362'0'0,"-10"2"-1640"0"0,9 0-1546 0 0,-1-1 0 0 0,0 1 0 0 0,1 0 0 0 0,0 0-1 0 0,-1 0 1 0 0,1 1 0 0 0,0-1 0 0 0,0 0 0 0 0,0 0 0 0 0,0 1 0 0 0,-1 3-1 0 0,-6 31 920 0 0,7-33-964 0 0,-4 23 351 0 0,1 0 0 0 0,1 0 0 0 0,1 30 0 0 0,2-45-550 0 0,1 0 0 0 0,1 1 1 0 0,-1-1-1 0 0,2-1 1 0 0,0 1-1 0 0,0 0 1 0 0,1-1-1 0 0,0 1 0 0 0,9 14 1 0 0,6-1-3929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8:37.3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34 18108 0 0,'10'-7'1784'0'0,"5"2"-1736"0"0,2 2 720 0 0,3-4 249 0 0,3 4-225 0 0,2 0 112 0 0,3 1-200 0 0,4 0-48 0 0,3 2 16 0 0,0 0-263 0 0,2 0-129 0 0,-4 0-48 0 0,2 0-32 0 0,0 0-152 0 0,-3 0-400 0 0,1 0-289 0 0,-3-1-207 0 0,0 1-544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9:24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618 152 9346 0 0,'-6'-11'716'0'0,"-2"1"1"0"0,1 1-1 0 0,-1-1 1 0 0,0 1-1 0 0,-1 1 1 0 0,0 0-1 0 0,-1 0 1 0 0,-15-10-1 0 0,12 10-195 0 0,3 0-187 0 0,0-1-97 0 0,6 5-119 0 0,0 0 0 0 0,-1 0 0 0 0,1 0-1 0 0,-8-3 1 0 0,-4 0 239 0 0,4 5-46 0 0,-11 0 122 0 0,-1 1 0 0 0,1 1 0 0 0,0 0 0 0 0,0 2 0 0 0,0 1 0 0 0,0 1 0 0 0,-37 12 0 0 0,45-11-274 0 0,0 0 1 0 0,1 1-1 0 0,0 1 1 0 0,1 0-1 0 0,-1 1 1 0 0,1 0-1 0 0,1 1 0 0 0,0 0 1 0 0,0 1-1 0 0,1 1 1 0 0,0 0-1 0 0,-15 19 1 0 0,22-24-111 0 0,0 0 0 0 0,0 1 0 0 0,1 0 0 0 0,-1 0 0 0 0,2 0 0 0 0,-1 0 1 0 0,1 0-1 0 0,0 0 0 0 0,0 1 0 0 0,1-1 0 0 0,0 1 0 0 0,0-1 0 0 0,1 1 0 0 0,1 11 0 0 0,-1-14-24 0 0,1-1-1 0 0,0 0 0 0 0,0 1 0 0 0,0-1 0 0 0,1 0 0 0 0,-1 1 0 0 0,1-1 0 0 0,0 0 0 0 0,1 0 0 0 0,-1-1 0 0 0,1 1 0 0 0,-1 0 1 0 0,1-1-1 0 0,0 0 0 0 0,0 1 0 0 0,1-1 0 0 0,-1 0 0 0 0,0-1 0 0 0,1 1 0 0 0,0-1 0 0 0,0 1 0 0 0,0-1 0 0 0,0 0 1 0 0,0-1-1 0 0,6 3 0 0 0,0-1 17 0 0,0-1 0 0 0,-1 0 0 0 0,1 0 1 0 0,0-1-1 0 0,0-1 0 0 0,-1 0 0 0 0,1 0 1 0 0,0 0-1 0 0,0-2 0 0 0,17-3 0 0 0,-13 1-9 0 0,-1 0 0 0 0,0-1-1 0 0,-1-1 1 0 0,1 0 0 0 0,-1 0-1 0 0,0-1 1 0 0,14-12 0 0 0,-13 10-13 0 0,-1-2 1 0 0,0 0-1 0 0,-1 0 0 0 0,0-1 1 0 0,-1 0-1 0 0,0-1 1 0 0,-1 0-1 0 0,-1-1 0 0 0,0 0 1 0 0,-1 0-1 0 0,0-1 1 0 0,-1 1-1 0 0,8-31 1 0 0,-12 38-9 0 0,-1 0 0 0 0,0-1 0 0 0,0 1 0 0 0,-1 0 0 0 0,1-1 0 0 0,-2 1 0 0 0,0-10 0 0 0,1 16-11 0 0,0 1 0 0 0,0-1 1 0 0,0 1-1 0 0,-1 0 0 0 0,1-1 0 0 0,0 1 1 0 0,0-1-1 0 0,0 1 0 0 0,0 0 1 0 0,0-1-1 0 0,-1 1 0 0 0,1 0 1 0 0,0-1-1 0 0,0 1 0 0 0,0 0 1 0 0,-1-1-1 0 0,1 1 0 0 0,0 0 1 0 0,-1-1-1 0 0,1 1 0 0 0,0 0 1 0 0,-1 0-1 0 0,1-1 0 0 0,0 1 1 0 0,-1 0-1 0 0,1 0 0 0 0,0 0 0 0 0,-1-1 1 0 0,1 1-1 0 0,-1 0 0 0 0,1 0 1 0 0,-1 0-1 0 0,1 0 0 0 0,0 0 1 0 0,-1 0-1 0 0,1 0 0 0 0,-1 0 1 0 0,1 0-1 0 0,0 0 0 0 0,-1 0 1 0 0,1 0-1 0 0,-1 0 0 0 0,1 0 1 0 0,0 1-1 0 0,-1-1 0 0 0,1 0 1 0 0,-1 0-1 0 0,1 0 0 0 0,0 1 0 0 0,-1-1 1 0 0,1 0-1 0 0,0 0 0 0 0,-1 1 1 0 0,1-1-1 0 0,-16 18-8 0 0,14-11 10 0 0,0 0 0 0 0,1 0-1 0 0,0 0 1 0 0,0 0 0 0 0,0 0 0 0 0,1 1 0 0 0,0-1 0 0 0,0 0 0 0 0,1 0 0 0 0,0 0-1 0 0,0 0 1 0 0,1 0 0 0 0,0 0 0 0 0,0 0 0 0 0,0 0 0 0 0,1-1 0 0 0,5 10-1 0 0,6 10 54 0 0,2 1 1 0 0,30 38-1 0 0,1-6 112 0 0,29 41 149 0 0,-67-87-260 0 0,-1 0 1 0 0,-1 1-1 0 0,0-1 0 0 0,-1 1 1 0 0,8 29-1 0 0,-12-36-28 0 0,0 0 1 0 0,-1 1-1 0 0,-1-1 0 0 0,1 1 1 0 0,-1-1-1 0 0,0 0 0 0 0,-1 1 0 0 0,1-1 1 0 0,-2 1-1 0 0,1-1 0 0 0,-1 0 1 0 0,0 0-1 0 0,0 0 0 0 0,-6 12 1 0 0,2-10 8 0 0,1 0 0 0 0,-2 0 0 0 0,1 0 0 0 0,-1-1 1 0 0,0 0-1 0 0,-1 0 0 0 0,0-1 0 0 0,0 0 1 0 0,-12 7-1 0 0,-1 0 22 0 0,-1-2 1 0 0,-1 0 0 0 0,0-2-1 0 0,-1-1 1 0 0,0 0 0 0 0,0-2-1 0 0,-47 8 1 0 0,58-12-72 0 0,-29 2 110 0 0,40-5-125 0 0,0 0 0 0 0,0 1-1 0 0,0-2 1 0 0,0 1 0 0 0,0 0 0 0 0,0 0 0 0 0,0-1 0 0 0,0 1 0 0 0,0-1 0 0 0,0 1 0 0 0,0-1 0 0 0,0 0 0 0 0,0 0 0 0 0,0 0 0 0 0,-3-2 0 0 0,5 2-58 0 0,-1 1 1 0 0,1-1-1 0 0,-1 0 0 0 0,1 1 1 0 0,0-1-1 0 0,-1 0 1 0 0,1 0-1 0 0,-1 1 0 0 0,1-1 1 0 0,0 0-1 0 0,0 0 0 0 0,-1 1 1 0 0,1-1-1 0 0,0 0 0 0 0,0 0 1 0 0,0 0-1 0 0,0 0 1 0 0,0 1-1 0 0,0-1 0 0 0,0 0 1 0 0,0 0-1 0 0,1 0 0 0 0,-1 0 1 0 0,0 1-1 0 0,1-2 0 0 0,11-19-2784 0 0,-1 7-667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9:25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21 231 13139 0 0,'-1'-1'169'0'0,"1"1"1"0"0,0 0 0 0 0,0-1-1 0 0,-1 1 1 0 0,1 0-1 0 0,0 0 1 0 0,0-1-1 0 0,-1 1 1 0 0,1 0-1 0 0,0-1 1 0 0,-1 1 0 0 0,1 0-1 0 0,-1 0 1 0 0,1 0-1 0 0,0-1 1 0 0,-1 1-1 0 0,1 0 1 0 0,-1 0 0 0 0,1 0-1 0 0,0 0 1 0 0,-1 0-1 0 0,1 0 1 0 0,-1 0-1 0 0,1 0 1 0 0,0 0 0 0 0,-1 0-1 0 0,1 0 1 0 0,-1 0-1 0 0,1 0 1 0 0,0 0-1 0 0,-1 0 1 0 0,1 0-1 0 0,-1 1 1 0 0,-5 13 1443 0 0,5 23-577 0 0,8-1 24 0 0,3-1 1 0 0,18 48 0 0 0,-10-32-400 0 0,-18-50-221 0 0,2-19 6 0 0,-3-7-428 0 0,0 1 0 0 0,2-1 0 0 0,1 1 0 0 0,1 0 0 0 0,0-1 0 0 0,11-33 0 0 0,-10 45-44 0 0,0 1-1 0 0,1 0 1 0 0,1 0-1 0 0,-1 0 1 0 0,2 0-1 0 0,0 1 1 0 0,0 0-1 0 0,1 0 1 0 0,0 1-1 0 0,1 0 1 0 0,0 1-1 0 0,0 0 1 0 0,18-13 0 0 0,-25 20 20 0 0,-1 1 1 0 0,1 0 0 0 0,0 0-1 0 0,-1 0 1 0 0,1 0 0 0 0,0 0 0 0 0,0 0-1 0 0,0 0 1 0 0,0 1 0 0 0,0-1-1 0 0,0 1 1 0 0,0-1 0 0 0,0 1 0 0 0,0 0-1 0 0,0 0 1 0 0,0 0 0 0 0,0 0-1 0 0,0 0 1 0 0,0 0 0 0 0,1 1-1 0 0,-1-1 1 0 0,0 1 0 0 0,0-1 0 0 0,3 2-1 0 0,-2 0 1 0 0,0 1 0 0 0,-1-1 0 0 0,1 1-1 0 0,0 0 1 0 0,-1-1 0 0 0,0 1 0 0 0,1 0 0 0 0,-1 0-1 0 0,0 1 1 0 0,-1-1 0 0 0,1 0 0 0 0,2 7 0 0 0,11 27 3 0 0,-6-11 33 0 0,2-1-1 0 0,0 0 0 0 0,29 43 0 0 0,-36-61-18 0 0,2-1-1 0 0,-1 0 1 0 0,1 0 0 0 0,0 0-1 0 0,0 0 1 0 0,0-1 0 0 0,1 0-1 0 0,0-1 1 0 0,0 1 0 0 0,0-1-1 0 0,0-1 1 0 0,1 1 0 0 0,-1-1-1 0 0,1-1 1 0 0,0 1 0 0 0,0-1-1 0 0,11 1 1 0 0,-11-2-1 0 0,0-1 0 0 0,0 1 0 0 0,0-2 0 0 0,0 1 0 0 0,0-1 0 0 0,0-1 0 0 0,0 1 0 0 0,0-1 0 0 0,-1 0 0 0 0,1-1 0 0 0,-1 0 0 0 0,0 0 0 0 0,0-1 0 0 0,0 0 0 0 0,0 0 0 0 0,0-1 0 0 0,-1 1 0 0 0,0-1 0 0 0,0-1 1 0 0,0 1-1 0 0,0-1 0 0 0,-1 0 0 0 0,0 0 0 0 0,-1-1 0 0 0,6-8 0 0 0,-6 8-10 0 0,-1 0 1 0 0,0 1-1 0 0,0-2 1 0 0,0 1-1 0 0,-1 0 1 0 0,0-1-1 0 0,0 1 1 0 0,0-1-1 0 0,-1 1 0 0 0,-1-1 1 0 0,1 0-1 0 0,-1 0 1 0 0,-1 1-1 0 0,1-1 1 0 0,-1 0-1 0 0,-1 1 1 0 0,1-1-1 0 0,-1 1 1 0 0,0-1-1 0 0,-1 1 1 0 0,0 0-1 0 0,0 0 1 0 0,-1 0-1 0 0,0 0 1 0 0,0 1-1 0 0,-5-7 1 0 0,1 4-9 0 0,-1 0 0 0 0,1 1 1 0 0,-1 1-1 0 0,-1-1 1 0 0,1 1-1 0 0,-1 1 1 0 0,-1 0-1 0 0,1 0 0 0 0,-1 1 1 0 0,0 0-1 0 0,0 1 1 0 0,0 0-1 0 0,-1 1 0 0 0,0 0 1 0 0,-15-1-1 0 0,20 3 4 0 0,0 0-1 0 0,0 1 1 0 0,-1 0-1 0 0,1 0 1 0 0,0 1-1 0 0,0 0 1 0 0,0 0-1 0 0,0 0 1 0 0,-1 1-1 0 0,2 0 1 0 0,-1 1-1 0 0,0-1 1 0 0,0 1-1 0 0,1 1 1 0 0,0-1-1 0 0,0 1 1 0 0,0 0-1 0 0,0 0 1 0 0,0 1-1 0 0,1 0 1 0 0,0 0-1 0 0,0 0 1 0 0,0 1-1 0 0,0-1 1 0 0,1 1-1 0 0,-4 8 1 0 0,3-6 7 0 0,1 0 1 0 0,1 0 0 0 0,-1 1 0 0 0,2-1 0 0 0,-1 1 0 0 0,1-1 0 0 0,0 1-1 0 0,1 0 1 0 0,0 0 0 0 0,0 0 0 0 0,1 0 0 0 0,0-1 0 0 0,1 1 0 0 0,0 0-1 0 0,0 0 1 0 0,1 0 0 0 0,0-1 0 0 0,0 1 0 0 0,1-1 0 0 0,0 1 0 0 0,1-1-1 0 0,0 0 1 0 0,0 0 0 0 0,1-1 0 0 0,0 1 0 0 0,0-1 0 0 0,0 0 0 0 0,1 0-1 0 0,1-1 1 0 0,-1 0 0 0 0,1 0 0 0 0,0 0 0 0 0,0-1 0 0 0,0 0-1 0 0,15 7 1 0 0,-7-4 7 0 0,1-2 0 0 0,-1 0 0 0 0,1-1 0 0 0,1-1 0 0 0,-1 0 0 0 0,1-1-1 0 0,-1-1 1 0 0,1 0 0 0 0,0-2 0 0 0,21-1 0 0 0,-28 1-4 0 0,0-2 0 0 0,0 0-1 0 0,0 0 1 0 0,0-1 0 0 0,-1 0 0 0 0,1 0 0 0 0,-1-1-1 0 0,10-5 1 0 0,-13 5-2 0 0,0 0 0 0 0,0 0 0 0 0,-1-1 0 0 0,1 0 0 0 0,-1 0 0 0 0,0 0 0 0 0,0 0 0 0 0,-1-1 0 0 0,0 0 0 0 0,0 0 0 0 0,0 0 0 0 0,3-8 0 0 0,-4 7-3 0 0,-1 0-1 0 0,0 1 1 0 0,0-1 0 0 0,0 0-1 0 0,-1 0 1 0 0,-1 0 0 0 0,1 0-1 0 0,-1 0 1 0 0,0 0 0 0 0,0 0-1 0 0,-1-1 1 0 0,0 1-1 0 0,0 1 1 0 0,-1-1 0 0 0,0 0-1 0 0,0 0 1 0 0,-4-6 0 0 0,2 3-4 0 0,-1 1 0 0 0,0-1 1 0 0,0 1-1 0 0,-1 0 0 0 0,-1 1 1 0 0,0 0-1 0 0,0 0 0 0 0,0 0 0 0 0,-1 1 1 0 0,-15-12-1 0 0,23 19-2 0 0,-1-1 0 0 0,0 0 0 0 0,0 1 0 0 0,1-1-1 0 0,-1 0 1 0 0,0 1 0 0 0,0-1 0 0 0,0 1 0 0 0,0-1 0 0 0,0 1 0 0 0,0 0 0 0 0,0-1 0 0 0,0 1-1 0 0,0 0 1 0 0,0 0 0 0 0,0 0 0 0 0,0 0 0 0 0,0 0 0 0 0,0 0 0 0 0,0 0 0 0 0,0 0-1 0 0,0 0 1 0 0,0 0 0 0 0,0 0 0 0 0,0 1 0 0 0,1-1 0 0 0,-3 1 0 0 0,2 0-1 0 0,0 0 1 0 0,0 1-1 0 0,0-1 0 0 0,1 0 1 0 0,-1 0-1 0 0,0 1 1 0 0,1-1-1 0 0,-1 1 0 0 0,1-1 1 0 0,-1 1-1 0 0,1-1 1 0 0,0 1-1 0 0,-1-1 1 0 0,1 1-1 0 0,0-1 0 0 0,0 2 1 0 0,0 7-4 0 0,1 1 0 0 0,0-1 0 0 0,0 0 0 0 0,4 14 0 0 0,-1-11 11 0 0,1 0-1 0 0,1-1 0 0 0,-1 0 0 0 0,2 0 1 0 0,0 0-1 0 0,0 0 0 0 0,1-1 0 0 0,1-1 1 0 0,0 1-1 0 0,0-1 0 0 0,1-1 0 0 0,0 0 1 0 0,1 0-1 0 0,0-1 0 0 0,22 13 0 0 0,-19-14 6 0 0,0 1 0 0 0,1-2 0 0 0,0 0 0 0 0,0-1 0 0 0,1 0 0 0 0,0-2 0 0 0,-1 0 0 0 0,1 0 0 0 0,0-1 0 0 0,0-1 0 0 0,0-1 0 0 0,0 0 0 0 0,21-4 0 0 0,-29 3-3 0 0,-1-1 0 0 0,1 0 1 0 0,0-1-1 0 0,-1 0 0 0 0,0 0 1 0 0,0 0-1 0 0,0-1 0 0 0,0 0 0 0 0,0 0 1 0 0,-1-1-1 0 0,0 0 0 0 0,0 0 1 0 0,0 0-1 0 0,0-1 0 0 0,-1 0 1 0 0,0 0-1 0 0,0-1 0 0 0,-1 1 0 0 0,0-1 1 0 0,0 0-1 0 0,5-11 0 0 0,-6 10-4 0 0,-1 0 0 0 0,1 0 0 0 0,-1 0-1 0 0,0 0 1 0 0,-1 0 0 0 0,0 0 0 0 0,0 0 0 0 0,-1-1-1 0 0,0 1 1 0 0,-1 0 0 0 0,1-1 0 0 0,-2 1 0 0 0,1 0-1 0 0,-1 0 1 0 0,0 0 0 0 0,-1 0 0 0 0,0 0-1 0 0,0 1 1 0 0,-1-1 0 0 0,-6-10 0 0 0,9 16-7 0 0,0 1 1 0 0,0-1-1 0 0,-1 0 1 0 0,1 1-1 0 0,0-1 0 0 0,-1 1 1 0 0,1 0-1 0 0,-1-1 1 0 0,1 1-1 0 0,-1 0 1 0 0,0 0-1 0 0,1 0 1 0 0,-1 0-1 0 0,0 0 0 0 0,0 1 1 0 0,0-1-1 0 0,0 0 1 0 0,-2 0-1 0 0,3 1 2 0 0,-1 0 0 0 0,1 1 0 0 0,0-1 0 0 0,0 0-1 0 0,0 1 1 0 0,0-1 0 0 0,0 0 0 0 0,0 1 0 0 0,0-1 0 0 0,0 1-1 0 0,0 0 1 0 0,0-1 0 0 0,0 1 0 0 0,0 0 0 0 0,0 0 0 0 0,0-1 0 0 0,0 1-1 0 0,1 0 1 0 0,-1 0 0 0 0,0 0 0 0 0,1 0 0 0 0,-1 0 0 0 0,0 0-1 0 0,1 0 1 0 0,0 0 0 0 0,-1 0 0 0 0,1 0 0 0 0,-1 0 0 0 0,1 1 0 0 0,0-1-1 0 0,0 0 1 0 0,0 2 0 0 0,-2 6 4 0 0,0 1 0 0 0,1-1 1 0 0,0 1-1 0 0,1 0 0 0 0,0 0 0 0 0,1-1 0 0 0,0 1 0 0 0,0 0 1 0 0,1-1-1 0 0,0 1 0 0 0,1-1 0 0 0,0 0 0 0 0,0 0 0 0 0,1 0 0 0 0,0 0 1 0 0,1 0-1 0 0,0-1 0 0 0,0 0 0 0 0,1 0 0 0 0,0 0 0 0 0,0-1 1 0 0,1 0-1 0 0,0 0 0 0 0,0-1 0 0 0,1 0 0 0 0,0 0 0 0 0,0 0 1 0 0,0-1-1 0 0,1 0 0 0 0,14 5 0 0 0,-8-3 9 0 0,0-2 0 0 0,1 0 1 0 0,-1 0-1 0 0,1-2 0 0 0,0 0 0 0 0,0 0 1 0 0,0-2-1 0 0,19 0 0 0 0,-28-1-3 0 0,-1-1 0 0 0,1 0 0 0 0,0 0 0 0 0,-1 0 0 0 0,1-1 0 0 0,-1 0 0 0 0,0-1 0 0 0,0 1 0 0 0,11-7 0 0 0,-13 7-1 0 0,0-1 0 0 0,-1 0 0 0 0,1 0 0 0 0,-1-1 1 0 0,1 1-1 0 0,-1-1 0 0 0,0 0 0 0 0,0 0 0 0 0,-1 0 0 0 0,1 0 0 0 0,-1 0 0 0 0,0-1 0 0 0,0 1 0 0 0,3-9 0 0 0,-3 5 1 0 0,-1 0-1 0 0,1 0 0 0 0,-1-1 1 0 0,0 1-1 0 0,-1 0 0 0 0,0-1 1 0 0,-1 1-1 0 0,1 0 0 0 0,-1-1 1 0 0,-1 1-1 0 0,-2-9 0 0 0,-1 3-8 0 0,0-1-1 0 0,-1 1 0 0 0,-1 1 1 0 0,0-1-1 0 0,-10-14 0 0 0,16 27-18 0 0,16 26-695 0 0,-11-21 286 0 0,-1-1 1 0 0,1 0-1 0 0,-1 0 0 0 0,1 0 1 0 0,0-1-1 0 0,0 1 0 0 0,1-1 0 0 0,-1 0 1 0 0,5 2-1 0 0,2-1-1280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9:26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37 191 6161 0 0,'-2'-2'1049'0'0,"-11"-23"4673"0"0,12 24-5437 0 0,1 0 1 0 0,0 0-1 0 0,-1 1 0 0 0,1-1 1 0 0,-1 0-1 0 0,1 0 0 0 0,-1 1 1 0 0,0-1-1 0 0,1 0 0 0 0,-1 0 1 0 0,0 1-1 0 0,1-1 0 0 0,-1 1 1 0 0,0-1-1 0 0,0 1 0 0 0,1-1 1 0 0,-1 1-1 0 0,0-1 0 0 0,0 1 1 0 0,0 0-1 0 0,0-1 1 0 0,-1 1-1 0 0,2 1-156 0 0,-1 0 1 0 0,1-1-1 0 0,-1 1 0 0 0,1 0 1 0 0,-1 0-1 0 0,1 0 0 0 0,-1-1 1 0 0,1 1-1 0 0,0 0 1 0 0,0 0-1 0 0,0 0 0 0 0,-1 0 1 0 0,1 0-1 0 0,0 0 0 0 0,0 0 1 0 0,0 0-1 0 0,0 0 1 0 0,0-1-1 0 0,0 1 0 0 0,1 1 1 0 0,2 20 682 0 0,-3-22-800 0 0,6 28 1053 0 0,16 46 0 0 0,-1-8-365 0 0,26 108 16 0 0,0-4-478 0 0,-31-126-195 0 0,-12-36-44 0 0,-3-13-10 0 0,-1-10-10 0 0,-2-5-16 0 0,1 1 0 0 0,1 0 0 0 0,0 0 0 0 0,2-1 0 0 0,0 1 0 0 0,5-19 0 0 0,-5 28 12 0 0,1 1 1 0 0,0-1-1 0 0,0 1 1 0 0,1-1-1 0 0,1 1 1 0 0,-1 1-1 0 0,1-1 1 0 0,1 1 0 0 0,0-1-1 0 0,0 2 1 0 0,0-1-1 0 0,1 1 1 0 0,11-10-1 0 0,52-30-39 0 0,-46 32 76 0 0,0-2 0 0 0,22-18 0 0 0,-40 29-4 0 0,1-1 0 0 0,-1 1 0 0 0,0-1 0 0 0,-1 0 0 0 0,1-1-1 0 0,-1 1 1 0 0,-1-1 0 0 0,0 0 0 0 0,0 0 0 0 0,5-14 0 0 0,-5 6-1 0 0,0 0-1 0 0,-2-1 1 0 0,1 1-1 0 0,-1-25 1 0 0,-2 32-3 0 0,0 1 0 0 0,-1-1 1 0 0,0 0-1 0 0,0 0 0 0 0,-1 1 1 0 0,0-1-1 0 0,-1 0 0 0 0,0 1 1 0 0,-7-16-1 0 0,8 22 0 0 0,0-1 1 0 0,0 0-1 0 0,0 1 1 0 0,0 0-1 0 0,-1-1 1 0 0,1 1-1 0 0,0 0 0 0 0,-1 0 1 0 0,0 1-1 0 0,1-1 1 0 0,-1 0-1 0 0,0 1 0 0 0,0 0 1 0 0,0-1-1 0 0,0 1 1 0 0,0 0-1 0 0,0 1 1 0 0,-1-1-1 0 0,1 0 0 0 0,0 1 1 0 0,0 0-1 0 0,0 0 1 0 0,-1 0-1 0 0,1 0 1 0 0,0 0-1 0 0,0 1 0 0 0,0-1 1 0 0,-5 3-1 0 0,2-2 4 0 0,0 1 0 0 0,0 0 0 0 0,0 0 0 0 0,1 1 0 0 0,-1 0 0 0 0,1 0 0 0 0,0 0 0 0 0,0 1 0 0 0,0-1 0 0 0,0 1 0 0 0,1 0 0 0 0,-1 1 0 0 0,1-1 0 0 0,-4 7 0 0 0,1 0 0 0 0,1 1 1 0 0,0 0-1 0 0,0 0 0 0 0,2 0 0 0 0,-1 1 1 0 0,2-1-1 0 0,0 1 0 0 0,0 0 0 0 0,1 0 1 0 0,1 0-1 0 0,0 1 0 0 0,1-1 0 0 0,1 15 1 0 0,4 15 20 0 0,3 1 1 0 0,19 67 0 0 0,-18-78-18 0 0,1 1 6 0 0,0-1-1 0 0,25 49 1 0 0,-29-69-2 0 0,1 0 0 0 0,1 0-1 0 0,0 0 1 0 0,1-1 0 0 0,1 0 0 0 0,-1-1 0 0 0,2 0-1 0 0,16 14 1 0 0,-26-24-9 0 0,0-1 1 0 0,0 1-1 0 0,0 0 0 0 0,1-1 0 0 0,-1 1 1 0 0,0-1-1 0 0,0 1 0 0 0,0-1 0 0 0,0 0 1 0 0,1 1-1 0 0,-1-1 0 0 0,0 0 0 0 0,0 0 1 0 0,1 0-1 0 0,-1 0 0 0 0,0 0 0 0 0,0 0 1 0 0,0 0-1 0 0,1 0 0 0 0,-1-1 0 0 0,0 1 1 0 0,0 0-1 0 0,0-1 0 0 0,1 1 0 0 0,-1-1 1 0 0,0 1-1 0 0,0-1 0 0 0,0 0 0 0 0,0 1 1 0 0,0-1-1 0 0,0 0 0 0 0,0 0 0 0 0,0 0 1 0 0,0 1-1 0 0,-1-1 0 0 0,1 0 0 0 0,0 0 1 0 0,-1 0-1 0 0,1-1 0 0 0,1-1 0 0 0,3-6 32 0 0,0 0-1 0 0,-1-1 0 0 0,7-18 0 0 0,-9 21-33 0 0,13-36 33 0 0,-11 26-29 0 0,2-1 1 0 0,0 1-1 0 0,1 1 1 0 0,1-1-1 0 0,18-26 1 0 0,-26 42-12 0 0,1-1 0 0 0,0 1 1 0 0,0 0-1 0 0,0 0 0 0 0,0 0 1 0 0,0 0-1 0 0,0 0 0 0 0,0 0 1 0 0,0 0-1 0 0,0 1 0 0 0,0-1 1 0 0,0 0-1 0 0,1 0 0 0 0,-1 1 1 0 0,0-1-1 0 0,0 1 0 0 0,1-1 1 0 0,-1 1-1 0 0,0 0 0 0 0,1 0 1 0 0,-1-1-1 0 0,2 1 0 0 0,-1 1 1 0 0,-1-1-1 0 0,0 1 1 0 0,1-1-1 0 0,-1 1 0 0 0,0-1 1 0 0,1 1-1 0 0,-1 0 1 0 0,0 0-1 0 0,0 0 1 0 0,1 0-1 0 0,-1 0 1 0 0,0 0-1 0 0,0 0 1 0 0,0 0-1 0 0,0 0 1 0 0,1 3-1 0 0,3 4 2 0 0,-1 0 1 0 0,0 1-1 0 0,0 0 0 0 0,-1-1 1 0 0,2 11-1 0 0,5 17 74 0 0,20 49 1 0 0,-26-74-573 0 0,2 0-1 0 0,0 0 1 0 0,0-1-1 0 0,1 0 1 0 0,0 0-1 0 0,0-1 1 0 0,1 1-1 0 0,14 11 1 0 0,-4-6-2223 0 0,3 5-919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9:29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73 468 10282 0 0,'-3'0'378'0'0,"0"-1"0"0"0,0 1 0 0 0,1 0 0 0 0,-1 0 0 0 0,0 0 0 0 0,0 0 0 0 0,1 0 0 0 0,-1 0 0 0 0,0 1 0 0 0,1-1 0 0 0,-1 1-1 0 0,0 0 1 0 0,1 0 0 0 0,-1 0 0 0 0,1 0 0 0 0,-1 0 0 0 0,1 1 0 0 0,-5 2 0 0 0,5-1-205 0 0,0-1 1 0 0,1 0-1 0 0,-1 1 0 0 0,0 0 0 0 0,1-1 1 0 0,0 1-1 0 0,-1 0 0 0 0,1 0 0 0 0,0 0 1 0 0,1 0-1 0 0,-1 0 0 0 0,0 0 0 0 0,1 0 1 0 0,0 0-1 0 0,0 0 0 0 0,0 5 0 0 0,0 0 5 0 0,1 0 0 0 0,0-1-1 0 0,0 1 1 0 0,1 0 0 0 0,0-1-1 0 0,1 1 1 0 0,-1-1-1 0 0,1 0 1 0 0,1 0 0 0 0,5 9-1 0 0,5 6 301 0 0,30 34-1 0 0,-24-32-206 0 0,-20-23-230 0 0,1-1 1 0 0,-1 1 0 0 0,0-1-1 0 0,1 1 1 0 0,-1-1 0 0 0,0 1-1 0 0,1-1 1 0 0,-1 1-1 0 0,1-1 1 0 0,-1 1 0 0 0,1-1-1 0 0,-1 0 1 0 0,1 1 0 0 0,-1-1-1 0 0,1 0 1 0 0,-1 0 0 0 0,1 1-1 0 0,0-1 1 0 0,-1 0-1 0 0,1 0 1 0 0,2-9 376 0 0,-10-28-239 0 0,5 25-81 0 0,1 6-82 0 0,-4-31 71 0 0,-1-61 0 0 0,6 88-81 0 0,1-1-1 0 0,0 1 0 0 0,0-1 0 0 0,1 1 1 0 0,0-1-1 0 0,1 1 0 0 0,0 0 1 0 0,1 0-1 0 0,0 1 0 0 0,9-16 0 0 0,-12 22-4 0 0,0 1-1 0 0,1 0 0 0 0,-1 0 1 0 0,1 0-1 0 0,0 1 0 0 0,-1-1 0 0 0,1 0 1 0 0,0 0-1 0 0,0 1 0 0 0,0-1 1 0 0,0 1-1 0 0,0 0 0 0 0,1 0 0 0 0,3-2 1 0 0,-4 2-1 0 0,0 1 0 0 0,0 0 1 0 0,0 0-1 0 0,0 0 0 0 0,0 0 0 0 0,-1 0 1 0 0,1 0-1 0 0,0 0 0 0 0,0 1 1 0 0,0-1-1 0 0,0 1 0 0 0,-1-1 0 0 0,1 1 1 0 0,0 0-1 0 0,3 1 0 0 0,1 2 3 0 0,0 1-1 0 0,-1 0 1 0 0,1 0-1 0 0,-1 0 0 0 0,0 0 1 0 0,0 1-1 0 0,0 0 1 0 0,5 10-1 0 0,36 56 31 0 0,50 108-1 0 0,-90-161-21 0 0,-5-16 28 0 0,0 1 0 0 0,0-1 0 0 0,0 0 0 0 0,0 1 0 0 0,1-1 0 0 0,-1 0 0 0 0,4 5 0 0 0,-6-9-18 0 0,0 0-1 0 0,0 0 0 0 0,0 0 1 0 0,1-1-1 0 0,-1 1 0 0 0,0 0 1 0 0,1-1-1 0 0,-1 1 0 0 0,1 0 1 0 0,-1-1-1 0 0,1 1 0 0 0,0-1 1 0 0,0-1-1 0 0,-1 1 3 0 0,-11-38 61 0 0,-18-73-9 0 0,27 97-75 0 0,1 1 0 0 0,1-1 1 0 0,0 1-1 0 0,1-1 0 0 0,2-22 0 0 0,-1 32-5 0 0,1-1-1 0 0,-1 1 1 0 0,1 0 0 0 0,0 0-1 0 0,0 0 1 0 0,1 0-1 0 0,-1 1 1 0 0,2-1 0 0 0,-1 1-1 0 0,0 0 1 0 0,1-1-1 0 0,0 2 1 0 0,0-1 0 0 0,1 0-1 0 0,-1 1 1 0 0,1 0-1 0 0,0 0 1 0 0,10-7-1 0 0,-11 9 1 0 0,1 0 0 0 0,-1 0 0 0 0,0 1 0 0 0,0-1 0 0 0,1 1 0 0 0,-1 0 0 0 0,1 0 0 0 0,-1 0 0 0 0,1 1 0 0 0,0 0 0 0 0,-1 0 0 0 0,1 0 0 0 0,-1 0 0 0 0,1 1 0 0 0,-1-1 0 0 0,1 1 0 0 0,-1 0 0 0 0,1 1 0 0 0,-1-1 0 0 0,0 1 0 0 0,1 0 0 0 0,-1 0 0 0 0,0 0 0 0 0,0 1 0 0 0,-1-1 0 0 0,7 6 0 0 0,1 2-3 0 0,-1 1 0 0 0,0 0 0 0 0,0 0 0 0 0,-1 1 0 0 0,-1 0 0 0 0,0 0 1 0 0,9 21-1 0 0,38 102-8 0 0,-41-95 16 0 0,16 44 56 0 0,-30-82 29 0 0,1-3-36 0 0,1-7-3 0 0,-4-2-35 0 0,-18-129 25 0 0,19 121-89 0 0,0 0 0 0 0,1 1 1 0 0,1-1-1 0 0,1 0 0 0 0,6-30 1 0 0,-8 47 41 0 0,0-1 0 0 0,1 1 0 0 0,-1 0 0 0 0,0 0 0 0 0,1 0 1 0 0,-1 0-1 0 0,1 0 0 0 0,-1-1 0 0 0,1 1 0 0 0,-1 0 0 0 0,1 0 0 0 0,0 0 1 0 0,0 1-1 0 0,-1-1 0 0 0,1 0 0 0 0,0 0 0 0 0,0 0 0 0 0,2-1 1 0 0,-2 2 1 0 0,-1 0 0 0 0,1 0 0 0 0,0 0 0 0 0,-1 0 0 0 0,1 0 1 0 0,0 0-1 0 0,0 0 0 0 0,-1 0 0 0 0,1 0 0 0 0,0 0 1 0 0,-1 1-1 0 0,1-1 0 0 0,0 0 0 0 0,-1 0 0 0 0,1 1 0 0 0,0-1 1 0 0,-1 0-1 0 0,1 1 0 0 0,-1-1 0 0 0,1 1 0 0 0,-1-1 0 0 0,2 2 1 0 0,2 2-18 0 0,-1 0 0 0 0,1 1 0 0 0,-1 0 0 0 0,0-1 1 0 0,0 1-1 0 0,3 8 0 0 0,14 35-15 0 0,-7-15 39 0 0,1-1 0 0 0,28 47 1 0 0,-36-70 7 0 0,1 0 0 0 0,0 0 1 0 0,1 0-1 0 0,0 0 0 0 0,0-1 1 0 0,0-1-1 0 0,1 1 0 0 0,0-2 0 0 0,1 1 1 0 0,0-1-1 0 0,20 9 0 0 0,-17-10 7 0 0,0-1 0 0 0,0 0 0 0 0,0-1 0 0 0,1 0-1 0 0,-1-1 1 0 0,1-1 0 0 0,0 0 0 0 0,-1-1 0 0 0,1 0-1 0 0,0-1 1 0 0,-1-1 0 0 0,26-6 0 0 0,-32 7-5 0 0,-1-1 0 0 0,0 0 0 0 0,0-1 0 0 0,-1 1 0 0 0,1-1 0 0 0,0 0 0 0 0,-1 0 0 0 0,0-1 0 0 0,1 0 0 0 0,-1 0 0 0 0,-1 0 0 0 0,1 0 0 0 0,-1-1 1 0 0,1 0-1 0 0,-1 0 0 0 0,-1 0 0 0 0,1 0 0 0 0,-1-1 0 0 0,0 1 0 0 0,0-1 0 0 0,0 0 0 0 0,-1 0 0 0 0,0 0 0 0 0,0 0 0 0 0,-1 0 0 0 0,0-1 0 0 0,0 1 0 0 0,0 0 0 0 0,-1-11 1 0 0,0 9-13 0 0,-1 0 1 0 0,0-1 0 0 0,-1 1-1 0 0,0 0 1 0 0,0 0 0 0 0,-1 0-1 0 0,0 0 1 0 0,0 1 0 0 0,-1-1 0 0 0,0 1-1 0 0,0 0 1 0 0,-1 0 0 0 0,0 0-1 0 0,0 1 1 0 0,0-1 0 0 0,-1 1 0 0 0,0 1-1 0 0,0-1 1 0 0,-1 1 0 0 0,1 0-1 0 0,-1 0 1 0 0,0 1 0 0 0,-1 0-1 0 0,1 0 1 0 0,-1 1 0 0 0,-15-5 0 0 0,14 5-10 0 0,0 1 0 0 0,0 0 0 0 0,0 0 0 0 0,0 1 1 0 0,-1 0-1 0 0,1 1 0 0 0,0 0 0 0 0,-1 0 0 0 0,1 1 1 0 0,-17 3-1 0 0,19-2 9 0 0,0 0 1 0 0,1 1 0 0 0,-1 0-1 0 0,0 0 1 0 0,1 0-1 0 0,-1 1 1 0 0,1 0-1 0 0,0 0 1 0 0,0 0-1 0 0,1 1 1 0 0,0 0-1 0 0,-1 0 1 0 0,1 0 0 0 0,-7 11-1 0 0,9-11 5 0 0,0 0-1 0 0,0 1 0 0 0,0-1 1 0 0,0 1-1 0 0,1 0 1 0 0,0 0-1 0 0,1 0 1 0 0,-1 0-1 0 0,1 0 1 0 0,0 0-1 0 0,0 0 0 0 0,1 0 1 0 0,0 0-1 0 0,0 1 1 0 0,1-1-1 0 0,-1 0 1 0 0,1 0-1 0 0,0 0 1 0 0,1 0-1 0 0,0 0 0 0 0,0 0 1 0 0,0 0-1 0 0,0-1 1 0 0,7 12-1 0 0,-5-11 7 0 0,1 1-1 0 0,-1-1 1 0 0,1 0-1 0 0,0 0 1 0 0,1-1 0 0 0,-1 0-1 0 0,1 1 1 0 0,0-2-1 0 0,1 1 1 0 0,-1-1 0 0 0,1 0-1 0 0,0 0 1 0 0,0-1-1 0 0,0 0 1 0 0,0 0-1 0 0,0-1 1 0 0,1 1 0 0 0,-1-2-1 0 0,13 3 1 0 0,-10-4 1 0 0,-1 0-1 0 0,0-1 1 0 0,1 1 0 0 0,-1-2-1 0 0,0 1 1 0 0,0-1 0 0 0,0-1-1 0 0,0 0 1 0 0,0 0 0 0 0,0-1-1 0 0,-1 0 1 0 0,0 0 0 0 0,0-1 0 0 0,0 0-1 0 0,0 0 1 0 0,-1-1 0 0 0,0 0-1 0 0,0 0 1 0 0,0-1 0 0 0,8-11-1 0 0,8-12 24 0 0,-2-1-1 0 0,-1-1 0 0 0,27-63 0 0 0,-27 55-4 0 0,-7 21-30 0 0,-6 16-12 0 0,0 13 3 0 0,8 47-1 0 0,-7-27 41 0 0,1 0 0 0 0,21 49 0 0 0,-26-71-29 0 0,0 0 0 0 0,0-1 1 0 0,1 0-1 0 0,0 0 0 0 0,0 0 0 0 0,1 0 0 0 0,0-1 0 0 0,0 0 1 0 0,0 0-1 0 0,1-1 0 0 0,0 1 0 0 0,0-2 0 0 0,0 1 0 0 0,13 6 1 0 0,-16-10-162 0 0,0 1 1 0 0,1-1 0 0 0,-1 1-1 0 0,0-1 1 0 0,1-1 0 0 0,-1 1 0 0 0,1 0-1 0 0,-1-1 1 0 0,0 0 0 0 0,1 0-1 0 0,-1-1 1 0 0,1 1 0 0 0,-1-1 0 0 0,1 0-1 0 0,-1 0 1 0 0,0 0 0 0 0,0-1 0 0 0,1 1-1 0 0,-1-1 1 0 0,0 0 0 0 0,-1 0-1 0 0,1-1 1 0 0,0 1 0 0 0,-1-1 0 0 0,1 0-1 0 0,-1 0 1 0 0,0 0 0 0 0,5-5-1 0 0,-2 0-465 0 0,1-1 0 0 0,-2 1 0 0 0,1-1-1 0 0,-1 0 1 0 0,-1 0 0 0 0,0-1 0 0 0,0 1-1 0 0,-1-1 1 0 0,0 0 0 0 0,0 0 0 0 0,1-14-1 0 0,-3 10 286 0 0,-1 0-1 0 0,0 0 1 0 0,-1 0-1 0 0,-1 0 0 0 0,0 0 1 0 0,-7-25-1 0 0,-35-78 337 0 0,38 102 111 0 0,-3-5 406 0 0,-1 0 0 0 0,-20-32 0 0 0,26 46-134 0 0,-1 0 1 0 0,1 0-1 0 0,-1 0 0 0 0,0 1 0 0 0,0 0 1 0 0,0 0-1 0 0,-1 0 0 0 0,0 1 0 0 0,0 0 0 0 0,0 0 1 0 0,0 0-1 0 0,-9-3 0 0 0,14 6-272 0 0,0 1 0 0 0,0 0 0 0 0,0-1 1 0 0,0 1-1 0 0,-1 0 0 0 0,1-1 0 0 0,0 1 0 0 0,0 0 0 0 0,0 0 0 0 0,0 0 0 0 0,0 0 0 0 0,0 0 0 0 0,-1 0 1 0 0,1 0-1 0 0,0 1 0 0 0,0-1 0 0 0,0 0 0 0 0,0 0 0 0 0,0 1 0 0 0,0-1 0 0 0,0 1 0 0 0,0-1 0 0 0,0 1 1 0 0,-2 1-1 0 0,2-1-13 0 0,0 0 1 0 0,1 1 0 0 0,-1-1 0 0 0,0 1 0 0 0,0-1-1 0 0,1 1 1 0 0,-1-1 0 0 0,1 1 0 0 0,-1-1-1 0 0,1 1 1 0 0,0 0 0 0 0,0-1 0 0 0,-1 1-1 0 0,1-1 1 0 0,1 3 0 0 0,-1 5 192 0 0,1 1 1 0 0,1-1-1 0 0,0 1 1 0 0,5 14-1 0 0,65 150 1801 0 0,-3-9-1408 0 0,-67-158-655 0 0,1 0 23 0 0,0 1 1 0 0,-1 0-1 0 0,0 0 1 0 0,0 0-1 0 0,1 16 1 0 0,-3-23 273 0 0,-9-16 34 0 0,6-1-324 0 0,1 0 0 0 0,0 1-1 0 0,1-1 1 0 0,1 0 0 0 0,0 0 0 0 0,1 1-1 0 0,1-1 1 0 0,0 0 0 0 0,1 1-1 0 0,6-18 1 0 0,-8 30-36 0 0,1-1 0 0 0,-1 1 1 0 0,1 0-1 0 0,0 0 0 0 0,0 0 0 0 0,0 0 0 0 0,1 0 0 0 0,-1 0 0 0 0,0 1 1 0 0,1-1-1 0 0,0 1 0 0 0,0 0 0 0 0,0-1 0 0 0,0 1 0 0 0,4-2 1 0 0,-1 2-7 0 0,0-1 1 0 0,0 1 0 0 0,0 1-1 0 0,0-1 1 0 0,0 1 0 0 0,0 0 0 0 0,1 0-1 0 0,7 0 1 0 0,5 2-15 0 0,0 1-1 0 0,-1 0 1 0 0,1 1-1 0 0,35 11 1 0 0,-18-3 14 0 0,98 26-7 0 0,-118-34 27 0 0,0-1-1 0 0,1 0 1 0 0,-1-1 0 0 0,0-1 0 0 0,1 0 0 0 0,21-4-1 0 0,-33 3 0 0 0,0 0 0 0 0,1 0 0 0 0,-1-1 0 0 0,0 0 0 0 0,0 0-1 0 0,0 0 1 0 0,0-1 0 0 0,0 0 0 0 0,-1 0 0 0 0,7-5 0 0 0,-10 7-4 0 0,1 0-1 0 0,-1 0 1 0 0,0-1 0 0 0,0 1 0 0 0,0 0 0 0 0,0-1 0 0 0,0 1-1 0 0,-1 0 1 0 0,1-1 0 0 0,0 1 0 0 0,-1-1 0 0 0,1 0 0 0 0,-1 1-1 0 0,1-1 1 0 0,-1 1 0 0 0,0-1 0 0 0,0 0 0 0 0,0 1 0 0 0,1-1-1 0 0,-2 1 1 0 0,1-1 0 0 0,0 0 0 0 0,0 1 0 0 0,0-1 0 0 0,-1 1 0 0 0,1-1-1 0 0,-1 0 1 0 0,1 1 0 0 0,-1-1 0 0 0,0 1 0 0 0,0 0 0 0 0,1-1-1 0 0,-1 1 1 0 0,0-1 0 0 0,0 1 0 0 0,0 0 0 0 0,-1 0 0 0 0,-1-2-1 0 0,0-1-4 0 0,-1 1-1 0 0,0 0 0 0 0,0 0 0 0 0,0 0 0 0 0,0 0 0 0 0,0 1 0 0 0,-1-1 1 0 0,1 1-1 0 0,-1 0 0 0 0,0 0 0 0 0,1 1 0 0 0,-1 0 0 0 0,0 0 0 0 0,0 0 1 0 0,0 0-1 0 0,0 1 0 0 0,0-1 0 0 0,0 1 0 0 0,0 0 0 0 0,0 1 0 0 0,0 0 0 0 0,1-1 1 0 0,-7 3-1 0 0,1 0-3 0 0,0 0 1 0 0,0 0-1 0 0,0 2 0 0 0,0-1 1 0 0,1 1-1 0 0,0 0 1 0 0,0 1-1 0 0,0 0 0 0 0,-15 14 1 0 0,15-11 3 0 0,0 1 1 0 0,1 0 0 0 0,0 0-1 0 0,1 0 1 0 0,0 1 0 0 0,0 0-1 0 0,-5 15 1 0 0,9-20 6 0 0,0 1-1 0 0,1 0 1 0 0,0 1 0 0 0,0-1-1 0 0,0 0 1 0 0,1 1-1 0 0,1-1 1 0 0,-1 0 0 0 0,1 1-1 0 0,0-1 1 0 0,1 1 0 0 0,0-1-1 0 0,3 14 1 0 0,-3-18 3 0 0,0 1-1 0 0,0-1 1 0 0,0 0 0 0 0,0 0 0 0 0,1-1 0 0 0,-1 1 0 0 0,1 0-1 0 0,0 0 1 0 0,0-1 0 0 0,0 1 0 0 0,0-1 0 0 0,0 1 0 0 0,1-1 0 0 0,-1 0-1 0 0,1 0 1 0 0,-1 0 0 0 0,1 0 0 0 0,0-1 0 0 0,0 1 0 0 0,0-1-1 0 0,0 0 1 0 0,0 1 0 0 0,0-1 0 0 0,5 1 0 0 0,-4-2 3 0 0,0 0 0 0 0,0 0 1 0 0,0 0-1 0 0,1 0 1 0 0,-1 0-1 0 0,0-1 0 0 0,0 0 1 0 0,0 0-1 0 0,0 0 0 0 0,0 0 1 0 0,-1-1-1 0 0,1 1 1 0 0,0-1-1 0 0,-1 0 0 0 0,1 0 1 0 0,-1-1-1 0 0,1 1 0 0 0,4-6 1 0 0,1-1-1 0 0,0 0 1 0 0,-1-1 0 0 0,0 0-1 0 0,-1 0 1 0 0,11-20-1 0 0,20-59-16 0 0,-28 65-16 0 0,-10 22-1 0 0,12 16-124 0 0,-7 3 146 0 0,1-1-1 0 0,0-1 0 0 0,1 1 1 0 0,1-1-1 0 0,0-1 1 0 0,2 1-1 0 0,-1-1 1 0 0,1-1-1 0 0,1 0 1 0 0,1 0-1 0 0,0-1 0 0 0,24 19 1 0 0,-27-25 10 0 0,0 0 1 0 0,0 0-1 0 0,0 0 0 0 0,1-2 1 0 0,0 1-1 0 0,0-1 0 0 0,1 0 1 0 0,-1-1-1 0 0,1-1 0 0 0,-1 1 1 0 0,1-2-1 0 0,0 1 0 0 0,0-2 1 0 0,0 1-1 0 0,0-1 0 0 0,0-1 1 0 0,0 0-1 0 0,-1-1 0 0 0,1 0 1 0 0,20-6-1 0 0,-21 4-1 0 0,0 0 0 0 0,-1 0 0 0 0,1-1-1 0 0,-1-1 1 0 0,0 1 0 0 0,0-2 0 0 0,0 1 0 0 0,-1-1-1 0 0,0 0 1 0 0,0-1 0 0 0,-1 1 0 0 0,10-15 0 0 0,-10 10-2 0 0,0 0 0 0 0,0-1 0 0 0,-1 1 1 0 0,-1-1-1 0 0,0-1 0 0 0,-1 1 1 0 0,0-1-1 0 0,2-22 0 0 0,-3 3-9 0 0,-1-1 0 0 0,-2 1 0 0 0,-2 0 0 0 0,-1 0 0 0 0,-1 0 0 0 0,-2 0 0 0 0,-14-42 0 0 0,12 43-3 0 0,5 18-5 0 0,0 0-1 0 0,-1 1 1 0 0,-1-1-1 0 0,0 1 1 0 0,-1 0-1 0 0,-1 0 1 0 0,-15-24-1 0 0,21 36 7 0 0,0 0 0 0 0,0 0-1 0 0,0 0 1 0 0,0 0 0 0 0,0 0 0 0 0,-1 0-1 0 0,1 0 1 0 0,0 0 0 0 0,-1 1-1 0 0,1-1 1 0 0,0 0 0 0 0,-1 1 0 0 0,1-1-1 0 0,-1 1 1 0 0,1 0 0 0 0,-1-1-1 0 0,1 1 1 0 0,-1 0 0 0 0,1 0 0 0 0,-1 0-1 0 0,1 0 1 0 0,-3 0 0 0 0,1 1-2 0 0,0 0-1 0 0,0 0 1 0 0,-1 0 0 0 0,1 0 0 0 0,0 1 0 0 0,0-1 0 0 0,0 1-1 0 0,0 0 1 0 0,-4 3 0 0 0,-1 2 1 0 0,1 0 0 0 0,0 0 0 0 0,0 0 0 0 0,1 1-1 0 0,0 0 1 0 0,-5 9 0 0 0,2-1 14 0 0,2 0-1 0 0,0 0 0 0 0,1 1 1 0 0,1-1-1 0 0,0 1 1 0 0,1 1-1 0 0,1-1 0 0 0,1 1 1 0 0,0-1-1 0 0,2 1 1 0 0,0-1-1 0 0,0 1 0 0 0,2 0 1 0 0,0-1-1 0 0,1 1 1 0 0,1-1-1 0 0,8 21 1 0 0,-4-10 27 0 0,2-1 1 0 0,2 0 0 0 0,24 43 0 0 0,-30-60-15 0 0,1 0 0 0 0,0-1 0 0 0,0 0 0 0 0,1 0 0 0 0,0-1 0 0 0,0 0 0 0 0,1 0 1 0 0,0-1-1 0 0,0 0 0 0 0,1-1 0 0 0,0 0 0 0 0,13 6 0 0 0,-19-10-3 0 0,-1-1-1 0 0,1 1 1 0 0,0-1 0 0 0,-1 0-1 0 0,1 0 1 0 0,0 0 0 0 0,0-1-1 0 0,-1 0 1 0 0,1 1 0 0 0,0-1-1 0 0,0 0 1 0 0,0-1 0 0 0,-1 1-1 0 0,1-1 1 0 0,0 0 0 0 0,0 0-1 0 0,-1 0 1 0 0,1 0 0 0 0,-1 0-1 0 0,1-1 1 0 0,-1 0 0 0 0,1 0-1 0 0,5-4 1 0 0,1-3 34 0 0,-1-1 0 0 0,1 0 0 0 0,-2-1-1 0 0,0 0 1 0 0,11-18 0 0 0,-5 8-27 0 0,-14 21-56 0 0,1 0-43 0 0,-1 0 70 0 0,1 0-1 0 0,0 0 1 0 0,-1 1-1 0 0,1-1 0 0 0,0 0 1 0 0,-1 1-1 0 0,1-1 1 0 0,-1 1-1 0 0,1-1 0 0 0,-1 1 1 0 0,1-1-1 0 0,-1 1 0 0 0,1-1 1 0 0,-1 1-1 0 0,1-1 1 0 0,-1 1-1 0 0,0 0 0 0 0,1-1 1 0 0,-1 1-1 0 0,0-1 1 0 0,1 1-1 0 0,-1 1 0 0 0,7 21-34 0 0,-4-13 26 0 0,2 4 39 0 0,1-1 0 0 0,1 1 0 0 0,0-2-1 0 0,1 1 1 0 0,0-1 0 0 0,17 20-1 0 0,-22-28-98 0 0,1 0 0 0 0,-1-1 1 0 0,1 1-1 0 0,0-1 0 0 0,0 0 0 0 0,0 0 0 0 0,0 0 0 0 0,1 0 0 0 0,-1-1 0 0 0,1 0 0 0 0,-1 0 0 0 0,1 0 0 0 0,0 0 0 0 0,0-1 0 0 0,0 0 0 0 0,0 0 0 0 0,0 0 0 0 0,0-1 0 0 0,0 1 0 0 0,0-1 0 0 0,0 0 0 0 0,0-1 0 0 0,6 0 0 0 0,2-4-1071 0 0,-3-5-1095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9:29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12 20868 0 0,'-8'-7'777'0'0,"3"6"-113"0"0,-2 1 8 0 0,1-2-192 0 0,1 0-16 0 0,1 2 424 0 0,8 14-816 0 0,1-11-88 0 0,6 2-416 0 0,3 0-136 0 0,1-2-40 0 0,3 1-472 0 0,2-3-1081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9:29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 13835 0 0,'-1'0'242'0'0,"-1"1"0"0"0,1-1 0 0 0,-1 1-1 0 0,1-1 1 0 0,0 1 0 0 0,-1 0 0 0 0,1-1 0 0 0,0 1 0 0 0,-1 0 0 0 0,1 0 0 0 0,0 0-1 0 0,0 0 1 0 0,0 0 0 0 0,0 0 0 0 0,-1 1 0 0 0,2-1 0 0 0,-1 0 0 0 0,0 0 0 0 0,0 1-1 0 0,0-1 1 0 0,1 1 0 0 0,-1-1 0 0 0,1 1 0 0 0,-1-1 0 0 0,1 1 0 0 0,-1-1 0 0 0,1 3-1 0 0,-8 48 1383 0 0,8-48-1229 0 0,-2 53 377 0 0,3 0 1 0 0,3 0-1 0 0,2 0 0 0 0,2-1 0 0 0,17 56 0 0 0,-18-83-701 0 0,1-1 1 0 0,1 0-1 0 0,2-1 0 0 0,1 0 0 0 0,0-1 1 0 0,30 44-1 0 0,-42-70-53 0 0,1 1-1 0 0,-1-1 1 0 0,0 1-1 0 0,0-1 1 0 0,1 1-1 0 0,-1-1 1 0 0,0 0 0 0 0,1 1-1 0 0,-1-1 1 0 0,0 0-1 0 0,1 1 1 0 0,-1-1 0 0 0,0 0-1 0 0,1 1 1 0 0,-1-1-1 0 0,1 0 1 0 0,-1 0 0 0 0,1 0-1 0 0,-1 1 1 0 0,1-1-1 0 0,-1 0 1 0 0,1 0-1 0 0,0 0 1 0 0,3-8 170 0 0,-4-23-76 0 0,0 28-75 0 0,-1-30-1 0 0,1 0 0 0 0,9-64 0 0 0,-7 82-54 0 0,1 1 0 0 0,1 0 0 0 0,0 0 1 0 0,1 0-1 0 0,0 0 0 0 0,1 1 0 0 0,1 0 0 0 0,0 0 0 0 0,10-13 0 0 0,-14 22 3 0 0,0 1-1 0 0,-1 0 0 0 0,2 0 1 0 0,-1 0-1 0 0,0 0 1 0 0,1 0-1 0 0,-1 1 0 0 0,1-1 1 0 0,0 1-1 0 0,-1 0 1 0 0,1 0-1 0 0,0 0 1 0 0,8-2-1 0 0,-9 4 9 0 0,-1 0 0 0 0,1-1 0 0 0,-1 1 1 0 0,0 0-1 0 0,1 0 0 0 0,-1 1 0 0 0,0-1 0 0 0,1 0 0 0 0,-1 1 1 0 0,0-1-1 0 0,1 1 0 0 0,-1 0 0 0 0,0 0 0 0 0,0 0 0 0 0,0 0 1 0 0,0 0-1 0 0,1 0 0 0 0,-2 1 0 0 0,1-1 0 0 0,0 1 0 0 0,0-1 1 0 0,0 1-1 0 0,-1 0 0 0 0,1 0 0 0 0,-1 0 0 0 0,3 3 0 0 0,7 13-25 0 0,18 41-1 0 0,-18-35 28 0 0,14 24 1 0 0,-21-42 10 0 0,1 1 1 0 0,-1-1 0 0 0,1 0-1 0 0,1 0 1 0 0,-1 0 0 0 0,1-1-1 0 0,12 9 1 0 0,-16-12-1 0 0,1 0 0 0 0,0 0-1 0 0,0-1 1 0 0,0 1 0 0 0,0-1 0 0 0,1 0 0 0 0,-1 0 0 0 0,0 0-1 0 0,0-1 1 0 0,1 1 0 0 0,-1-1 0 0 0,0 1 0 0 0,1-1 0 0 0,-1 0-1 0 0,0-1 1 0 0,1 1 0 0 0,5-2 0 0 0,-4 1 3 0 0,1-1 0 0 0,-1 0-1 0 0,0-1 1 0 0,0 1 0 0 0,0-1 0 0 0,-1 0 0 0 0,1 0-1 0 0,-1-1 1 0 0,1 1 0 0 0,3-5 0 0 0,0-1 8 0 0,0 0 1 0 0,-1 0-1 0 0,0 0 0 0 0,-1-1 1 0 0,0 0-1 0 0,-1 0 1 0 0,0 0-1 0 0,0-1 1 0 0,6-21-1 0 0,-8 11-10 0 0,0 1-1 0 0,-2-1 1 0 0,0 0 0 0 0,-1 1-1 0 0,-5-36 1 0 0,0 107-294 0 0,13 26 393 0 0,3 0 0 0 0,27 100 0 0 0,-22-110 23 0 0,9 35 78 0 0,-8-40-96 0 0,-3 0 1 0 0,-3 1-1 0 0,4 72 0 0 0,-15-127-89 0 0,0 0 0 0 0,0 0 0 0 0,-1-1 1 0 0,0 1-1 0 0,0 0 0 0 0,0-1 0 0 0,-1 1 0 0 0,-1-1 0 0 0,1 1 0 0 0,-6 8 0 0 0,7-13-1 0 0,-1 0 0 0 0,-1 0-1 0 0,1 0 1 0 0,0-1 0 0 0,-1 1 0 0 0,1-1-1 0 0,-1 1 1 0 0,0-1 0 0 0,0 0 0 0 0,0 0-1 0 0,0 0 1 0 0,0-1 0 0 0,0 1 0 0 0,-1-1-1 0 0,1 0 1 0 0,0 0 0 0 0,-1 0 0 0 0,1 0-1 0 0,-1 0 1 0 0,1-1 0 0 0,-1 1 0 0 0,1-1-1 0 0,-1 0 1 0 0,-5-1 0 0 0,2 0 11 0 0,-1 0 0 0 0,1-1 0 0 0,-1 0 0 0 0,1 0 0 0 0,0-1 0 0 0,0 0 0 0 0,0 0 0 0 0,0-1 0 0 0,0 0 0 0 0,1 0 0 0 0,-1-1 0 0 0,1 1 0 0 0,0-1 0 0 0,1-1 0 0 0,-7-6 0 0 0,4 4-10 0 0,1-1-1 0 0,0 0 1 0 0,0-1-1 0 0,1 1 0 0 0,0-1 1 0 0,1 0-1 0 0,0-1 1 0 0,0 1-1 0 0,-4-19 1 0 0,7 23-78 0 0,1-1-1 0 0,0 1 1 0 0,0-1 0 0 0,0 1 0 0 0,1-1 0 0 0,0 0 0 0 0,1 1 0 0 0,-1-1 0 0 0,1 1 0 0 0,1-1 0 0 0,-1 1 0 0 0,1-1 0 0 0,0 1 0 0 0,5-11 0 0 0,-3 11-251 0 0,-1 1 0 0 0,1 0 0 0 0,0 0 0 0 0,0 0 0 0 0,0 0 0 0 0,1 1 0 0 0,-1 0 0 0 0,1 0 0 0 0,0 0 1 0 0,6-4-1 0 0,12-4-2834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2:59:38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207 108 1056 0 0,'-2'0'317'0'0,"-1"-1"0"0"0,1 1 0 0 0,0-1-1 0 0,0 1 1 0 0,0-1 0 0 0,0 0 0 0 0,0 1 0 0 0,-5-4 778 0 0,-8-13 8686 0 0,15 16-9556 0 0,1 1-1 0 0,-1-1 1 0 0,0 0-1 0 0,0 1 1 0 0,0-1 0 0 0,0 0-1 0 0,1 1 1 0 0,-1-1-1 0 0,0 0 1 0 0,1 1 0 0 0,-1-1-1 0 0,0 1 1 0 0,1-1-1 0 0,-1 0 1 0 0,1 1 0 0 0,-1-1-1 0 0,1 1 1 0 0,-1 0-1 0 0,1-1 1 0 0,0 0 0 0 0,1-1-461 0 0,2 1 282 0 0,0 0-1 0 0,0 0 1 0 0,0 1 0 0 0,0-1 0 0 0,0 1-1 0 0,-1 0 1 0 0,1 0 0 0 0,5 1-1 0 0,6-1 73 0 0,163-5 526 0 0,-90 5-338 0 0,116-17-1 0 0,300-19 174 0 0,60 34 27 0 0,-294 6-342 0 0,66-2-26 0 0,115-10 43 0 0,-345 8-127 0 0,87-2 65 0 0,197 4 94 0 0,-99 7-124 0 0,-63-3-48 0 0,-58 8-10 0 0,61 0 3 0 0,452-7 293 0 0,-587-6-255 0 0,116-3 146 0 0,-203 1-198 0 0,1 2-1 0 0,0-1 0 0 0,16 4 0 0 0,19 1 79 0 0,90-6 654 0 0,-80 4-672 0 0,-49-2 579 0 0,-7 1-285 0 0,-18-1-205 0 0,-32 0-256 0 0,-300 21 153 0 0,237-11-55 0 0,-294-9 18 0 0,189-7-18 0 0,-18 5-7 0 0,-509-4 16 0 0,607 0-22 0 0,-188 2-10 0 0,-112-4-11 0 0,285-1 20 0 0,-150 12-9 0 0,19 0 0 0 0,-118-9 5 0 0,348 4 6 0 0,-19 0 5 0 0,-234 10-24 0 0,-150 34 36 0 0,117-25-21 0 0,197-13 10 0 0,126-5-13 0 0,8-2-5 0 0,0 2 0 0 0,0-1 0 0 0,0 1 0 0 0,1 1-1 0 0,-1 0 1 0 0,0 0 0 0 0,-9 4 0 0 0,18-5-78 0 0,-30-5-6595 0 0,22 4 5199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0:38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26 920 0 0,'3'-5'48'0'0,"-3"0"-24"0"0,2 0-8 0 0,-2 1-8 0 0,1-1-32 0 0,-1 4-160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0:38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14 984 0 0,'0'0'11553'0'0,"2"-10"-7646"0"0,-1 6-5222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0:58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17 2096 0 0,'-8'0'224'0'0,"-1"0"-143"0"0,3 0-65 0 0,-1 0 88 0 0,0 0-8 0 0,4 0 64 0 0,1-1-152 0 0,1-1-16 0 0,-1 0-64 0 0,-10-9-64 0 0,17 16-337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1:00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346 192 4201 0 0,'2'-2'671'0'0,"1"0"1"0"0,-1 0 0 0 0,0 0-1 0 0,1 0 1 0 0,-1 0-1 0 0,-1 0 1 0 0,1-1-1 0 0,0 1 1 0 0,0-1-1 0 0,-1 1 1 0 0,1-1-1 0 0,-1 0 1 0 0,0 1 0 0 0,1-5-1 0 0,-1 3-141 0 0,0-1 1 0 0,0 0-1 0 0,0 0 0 0 0,-1 0 0 0 0,0 0 1 0 0,0 0-1 0 0,0 1 0 0 0,-2-8 1 0 0,1 6-312 0 0,-1-1 1 0 0,1 1-1 0 0,-1-1 1 0 0,-1 1-1 0 0,1 0 0 0 0,-1 0 1 0 0,0 0-1 0 0,-1 0 1 0 0,1 1-1 0 0,-1-1 1 0 0,0 1-1 0 0,0 0 1 0 0,-7-6-1 0 0,9 9-181 0 0,0 1-1 0 0,0-1 0 0 0,0 1 1 0 0,-1 0-1 0 0,1-1 1 0 0,-1 1-1 0 0,1 0 0 0 0,-1 0 1 0 0,1 0-1 0 0,-1 1 0 0 0,0-1 1 0 0,1 1-1 0 0,-1-1 0 0 0,0 1 1 0 0,1 0-1 0 0,-1 0 0 0 0,-4 1 1 0 0,1 0-8 0 0,1 0-1 0 0,0 0 1 0 0,0 1 0 0 0,-1 0 0 0 0,1 0-1 0 0,0 1 1 0 0,1-1 0 0 0,-7 5 0 0 0,-5 5 8 0 0,1 1 1 0 0,0 0 0 0 0,-22 26-1 0 0,21-20-13 0 0,0 0-1 0 0,2 1 1 0 0,0 1-1 0 0,2 0 0 0 0,0 1 1 0 0,1 0-1 0 0,2 1 1 0 0,0 0-1 0 0,1 0 0 0 0,1 1 1 0 0,2 0-1 0 0,-5 44 1 0 0,9-63-13 0 0,1 1 1 0 0,0 0 0 0 0,0 0 0 0 0,1-1-1 0 0,0 1 1 0 0,0 0 0 0 0,0-1-1 0 0,0 1 1 0 0,1-1 0 0 0,0 0-1 0 0,0 1 1 0 0,6 8 0 0 0,-7-12 8 0 0,1 0 0 0 0,0 0 0 0 0,-1-1-1 0 0,1 1 1 0 0,0 0 0 0 0,0 0 0 0 0,0-1 0 0 0,1 0 0 0 0,-1 1 0 0 0,0-1 0 0 0,1 0 0 0 0,-1 0 0 0 0,0 0-1 0 0,1 0 1 0 0,-1 0 0 0 0,1-1 0 0 0,-1 1 0 0 0,1-1 0 0 0,0 0 0 0 0,-1 0 0 0 0,1 0 0 0 0,-1 0 0 0 0,1 0-1 0 0,0 0 1 0 0,-1-1 0 0 0,1 1 0 0 0,-1-1 0 0 0,1 1 0 0 0,3-3 0 0 0,7-2 61 0 0,-1 0 0 0 0,0-1 1 0 0,0-1-1 0 0,0 0 0 0 0,-1-1 0 0 0,21-17 1 0 0,-15 9-39 0 0,0 0 1 0 0,-1-1 0 0 0,17-26 0 0 0,-18 22-16 0 0,-1-1 1 0 0,-1 0-1 0 0,13-31 0 0 0,-22 42-11 0 0,0 0 0 0 0,0 1 0 0 0,-2-1 0 0 0,1 0-1 0 0,-2 0 1 0 0,1 0 0 0 0,-1-1 0 0 0,-1 1-1 0 0,0 0 1 0 0,-2-13 0 0 0,-2 6 86 0 0,2 15-11 0 0,0 11-57 0 0,2 10-30 0 0,0 0-1 0 0,2 1 0 0 0,0-1 1 0 0,1 0-1 0 0,0 0 0 0 0,2 0 1 0 0,0 0-1 0 0,1-1 0 0 0,1 0 1 0 0,12 23-1 0 0,-14-31 0 0 0,0 0 0 0 0,1-1-1 0 0,0 1 1 0 0,1-1 0 0 0,0-1 0 0 0,0 1-1 0 0,0-1 1 0 0,1 0 0 0 0,0-1 0 0 0,1 0-1 0 0,-1 0 1 0 0,1-1 0 0 0,12 6-1 0 0,-13-8 3 0 0,0 0-1 0 0,1 0 0 0 0,-1-1 0 0 0,1-1 0 0 0,-1 1 0 0 0,1-1 0 0 0,0-1 0 0 0,-1 1 0 0 0,1-2 0 0 0,0 1 0 0 0,-1-1 0 0 0,1 0 0 0 0,-1-1 0 0 0,1 0 0 0 0,-1 0 0 0 0,9-5 1 0 0,-1 0 4 0 0,-1 0 1 0 0,0-1-1 0 0,-1-1 1 0 0,0-1 0 0 0,0 0-1 0 0,-1 0 1 0 0,-1-2-1 0 0,1 1 1 0 0,18-25 0 0 0,-23 25-1 0 0,0 0 0 0 0,0 0-1 0 0,-2 0 1 0 0,1-1 0 0 0,-1 0 0 0 0,-1 0 0 0 0,0 0 0 0 0,-1-1 0 0 0,0 1 0 0 0,-1-1 0 0 0,-1 0 0 0 0,2-26 0 0 0,-3 34-5 0 0,-2 1 0 0 0,1-1 0 0 0,0 1 0 0 0,-1 0-1 0 0,0-1 1 0 0,0 1 0 0 0,0 0 0 0 0,0 0 0 0 0,-1 0-1 0 0,0 0 1 0 0,0 0 0 0 0,0 0 0 0 0,0 0 0 0 0,0 1 0 0 0,-1-1-1 0 0,0 1 1 0 0,0 0 0 0 0,-3-4 0 0 0,2 4-4 0 0,1 1 0 0 0,0 0-1 0 0,-1 0 1 0 0,0 0 0 0 0,1 0 0 0 0,-1 1 0 0 0,0 0 0 0 0,0-1 0 0 0,0 1 0 0 0,0 1-1 0 0,0-1 1 0 0,0 0 0 0 0,0 1 0 0 0,0 0 0 0 0,0 0 0 0 0,0 0 0 0 0,0 1 0 0 0,0-1-1 0 0,-8 3 1 0 0,1 0-5 0 0,-1 1 0 0 0,1 1 1 0 0,-1-1-1 0 0,1 2 0 0 0,1 0 0 0 0,-1 0 0 0 0,1 1 0 0 0,0 0 0 0 0,1 1 0 0 0,-16 15 0 0 0,19-17 3 0 0,1-1 1 0 0,0 1-1 0 0,1 0 0 0 0,-1 0 0 0 0,1 1 0 0 0,0-1 0 0 0,1 1 0 0 0,0 0 0 0 0,0 0 0 0 0,0 0 0 0 0,1 0 0 0 0,0 1 0 0 0,0-1 0 0 0,1 1 0 0 0,0-1 0 0 0,0 1 0 0 0,1-1 1 0 0,1 13-1 0 0,0-15 2 0 0,0 1 0 0 0,1-1 0 0 0,0 0 0 0 0,0 0 0 0 0,0 0 0 0 0,1 0 0 0 0,0 0 0 0 0,0 0 0 0 0,6 7 0 0 0,38 38 34 0 0,-33-36-19 0 0,-11-11-11 0 0,0 0 1 0 0,0 0-1 0 0,0-1 1 0 0,1 1-1 0 0,-1-1 1 0 0,1 1-1 0 0,0-1 1 0 0,-1 0-1 0 0,1 0 0 0 0,0-1 1 0 0,0 1-1 0 0,0-1 1 0 0,0 0-1 0 0,1 0 1 0 0,-1 0-1 0 0,0-1 1 0 0,0 1-1 0 0,0-1 1 0 0,1 0-1 0 0,-1 0 0 0 0,0-1 1 0 0,0 1-1 0 0,1-1 1 0 0,-1 0-1 0 0,0 0 1 0 0,0 0-1 0 0,0-1 1 0 0,0 1-1 0 0,0-1 0 0 0,0 0 1 0 0,-1 0-1 0 0,1 0 1 0 0,-1-1-1 0 0,1 1 1 0 0,-1-1-1 0 0,0 0 1 0 0,0 0-1 0 0,0 0 1 0 0,0-1-1 0 0,0 1 0 0 0,-1 0 1 0 0,3-6-1 0 0,1-2 12 0 0,0 0-1 0 0,-1 0 0 0 0,0 0 1 0 0,-1-1-1 0 0,0 0 0 0 0,-1 0 0 0 0,0 0 1 0 0,1-19-1 0 0,-3 22-11 0 0,-1-1 1 0 0,1 1-1 0 0,-2-1 1 0 0,0 1-1 0 0,0-1 0 0 0,0 1 1 0 0,-1-1-1 0 0,-1 1 0 0 0,1 0 1 0 0,-2 0-1 0 0,-6-15 0 0 0,7 20-6 0 0,2 3-6 0 0,-2 10-26 0 0,2-8 31 0 0,1-1 0 0 0,-1 1 0 0 0,1 0 0 0 0,0 0 0 0 0,-1-1 0 0 0,1 1 0 0 0,0 0 0 0 0,-1 0 0 0 0,1 0 1 0 0,0-1-1 0 0,0 1 0 0 0,0 0 0 0 0,-1 0 0 0 0,1 0 0 0 0,0 0 0 0 0,4 21-6 0 0,0 0 1 0 0,1-1-1 0 0,1 0 0 0 0,14 32 0 0 0,6 23 9 0 0,-15-35 6 0 0,-2 0 0 0 0,-2 0-1 0 0,-2 1 1 0 0,1 55 0 0 0,-7-70-16 0 0,0-1-1 0 0,-2 0 1 0 0,-1 1 0 0 0,0-1-1 0 0,-2-1 1 0 0,-2 1 0 0 0,0-1-1 0 0,-12 24 1 0 0,16-40-20 0 0,-1-1-1 0 0,0 0 1 0 0,0-1-1 0 0,-1 1 1 0 0,0-1 0 0 0,-1 0-1 0 0,1 0 1 0 0,-1-1 0 0 0,0 0-1 0 0,-1 0 1 0 0,0-1-1 0 0,0 0 1 0 0,0 0 0 0 0,0-1-1 0 0,-1 0 1 0 0,-9 3-1 0 0,13-5 11 0 0,-1 0 0 0 0,0-1 0 0 0,0 0 0 0 0,1 0 0 0 0,-1 0 0 0 0,0-1 0 0 0,0 0-1 0 0,0 0 1 0 0,0 0 0 0 0,0-1 0 0 0,0 1 0 0 0,1-2 0 0 0,-1 1 0 0 0,0-1-1 0 0,0 1 1 0 0,1-2 0 0 0,0 1 0 0 0,-1 0 0 0 0,1-1 0 0 0,0 0 0 0 0,0-1-1 0 0,0 1 1 0 0,1-1 0 0 0,-1 0 0 0 0,1 0 0 0 0,-6-7 0 0 0,6 7 12 0 0,1-1-1 0 0,-1 1 1 0 0,1-1 0 0 0,0 0 0 0 0,1 0-1 0 0,-1 0 1 0 0,1-1 0 0 0,0 1 0 0 0,1-1-1 0 0,-1 1 1 0 0,1-1 0 0 0,0 1 0 0 0,0-1-1 0 0,1-6 1 0 0,0 4 1 0 0,1 0 0 0 0,0 0-1 0 0,0 0 1 0 0,1 0 0 0 0,0 0 0 0 0,0 0 0 0 0,1 1-1 0 0,7-15 1 0 0,1 3 4 0 0,1 1 0 0 0,0 0 0 0 0,2 0 0 0 0,0 2 0 0 0,1 0 0 0 0,24-20 0 0 0,-1 6 98 0 0,2 2 0 0 0,83-44 0 0 0,-49 31 73 0 0,-19 10-39 0 0,61-37 89 0 0,-95 54-182 0 0,-1-1 0 0 0,0-1-1 0 0,21-21 1 0 0,-37 33-30 0 0,-1 1 0 0 0,0-1 0 0 0,0 0 0 0 0,0 0 0 0 0,0 0 0 0 0,-1 0 0 0 0,0 0 0 0 0,0 0 0 0 0,0-1 0 0 0,0 1 0 0 0,-1-1 0 0 0,1 1 0 0 0,-1-1 0 0 0,0 0 0 0 0,-1 0 0 0 0,1-6 0 0 0,-1 7-1 0 0,-1-1-1 0 0,0 1 1 0 0,0-1-1 0 0,0 1 1 0 0,0 0-1 0 0,-1-1 1 0 0,0 1-1 0 0,1 0 1 0 0,-2 0-1 0 0,1 0 1 0 0,0 0-1 0 0,-1 0 1 0 0,0 1-1 0 0,0-1 1 0 0,0 1-1 0 0,0 0 1 0 0,-4-4-1 0 0,1 2-1 0 0,0 1 0 0 0,0-1 0 0 0,0 1 0 0 0,0 0 0 0 0,-1 1 0 0 0,0-1 0 0 0,0 1-1 0 0,0 0 1 0 0,0 1 0 0 0,0 0 0 0 0,0 0 0 0 0,-1 1 0 0 0,1-1 0 0 0,-1 2 0 0 0,-8-1 0 0 0,11 1 0 0 0,0 1 0 0 0,0-1 0 0 0,0 1 1 0 0,0 0-1 0 0,0 1 0 0 0,0-1 0 0 0,0 1 0 0 0,1 0 0 0 0,-1 0 0 0 0,1 0 1 0 0,0 1-1 0 0,-1 0 0 0 0,1 0 0 0 0,0 0 0 0 0,0 0 0 0 0,1 0 1 0 0,-1 1-1 0 0,1 0 0 0 0,0-1 0 0 0,0 1 0 0 0,0 0 0 0 0,0 1 1 0 0,-3 6-1 0 0,1 0 8 0 0,1 1 0 0 0,0-1-1 0 0,1 1 1 0 0,0 0 0 0 0,1 0 0 0 0,0 0 0 0 0,1 1 0 0 0,0-1 0 0 0,1 0 0 0 0,0 0-1 0 0,4 24 1 0 0,-2-24-40 0 0,0-1 0 0 0,1 0 0 0 0,0-1 0 0 0,1 1 0 0 0,0-1-1 0 0,1 1 1 0 0,0-1 0 0 0,0 0 0 0 0,1-1 0 0 0,0 1 0 0 0,1-1 0 0 0,0-1 0 0 0,10 11-1 0 0,-12-16-267 0 0,0 1 0 0 0,0-1 0 0 0,1 0 0 0 0,-1 0 0 0 0,1 0 0 0 0,-1-1 0 0 0,1 0 0 0 0,0 0 0 0 0,0-1 0 0 0,0 1 0 0 0,0-1 0 0 0,0-1 0 0 0,0 1 0 0 0,12-1 0 0 0,5 0-2624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1:02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1 905 15619 0 0,'0'0'2797'0'0,"2"-2"-1587"0"0,11-18 1273 0 0,21-38 1 0 0,9-15-1470 0 0,-19 34-683 0 0,27-56 1 0 0,-36 64-290 0 0,1 1-1 0 0,2 0 1 0 0,39-51-1 0 0,-52 76-41 0 0,0 0 0 0 0,1 0 0 0 0,-1 0 0 0 0,1 1 0 0 0,0 0 0 0 0,11-6-1 0 0,-16 10 1 0 0,0-1-1 0 0,0 0 1 0 0,0 1-1 0 0,0-1 0 0 0,1 1 1 0 0,-1-1-1 0 0,0 1 0 0 0,1-1 1 0 0,-1 1-1 0 0,0 0 1 0 0,1 0-1 0 0,-1 0 0 0 0,0 0 1 0 0,1 0-1 0 0,-1 0 0 0 0,0 0 1 0 0,1 0-1 0 0,-1 0 0 0 0,0 1 1 0 0,1-1-1 0 0,-1 0 1 0 0,0 1-1 0 0,0-1 0 0 0,1 1 1 0 0,-1 0-1 0 0,0-1 0 0 0,0 1 1 0 0,0 0-1 0 0,0 0 0 0 0,0-1 1 0 0,0 1-1 0 0,0 0 1 0 0,0 0-1 0 0,0 0 0 0 0,0 0 1 0 0,0 1-1 0 0,-1-1 0 0 0,1 0 1 0 0,0 0-1 0 0,-1 0 1 0 0,1 1-1 0 0,0 1 0 0 0,3 17 1 0 0,-1-1-1 0 0,0 1 0 0 0,-1 0 1 0 0,-2-1-1 0 0,0 1 0 0 0,-4 28 1 0 0,2 6 16 0 0,1-37-12 0 0,1 1-1 0 0,1-1 0 0 0,1 1 0 0 0,1-1 0 0 0,0 1 1 0 0,1-1-1 0 0,10 27 0 0 0,-12-40-1 0 0,0 1 0 0 0,0-1 0 0 0,0 0 0 0 0,1 1-1 0 0,-1-1 1 0 0,1-1 0 0 0,0 1 0 0 0,0 0 0 0 0,0-1 0 0 0,1 1 0 0 0,-1-1 0 0 0,1 0 0 0 0,0 0-1 0 0,0 0 1 0 0,0-1 0 0 0,0 1 0 0 0,0-1 0 0 0,0 0 0 0 0,1 0 0 0 0,-1-1 0 0 0,1 1 0 0 0,0-1-1 0 0,-1 0 1 0 0,1 0 0 0 0,0-1 0 0 0,0 1 0 0 0,-1-1 0 0 0,1 0 0 0 0,0 0 0 0 0,0-1 0 0 0,-1 1-1 0 0,10-4 1 0 0,-3 1 3 0 0,-1 0-1 0 0,0-1 0 0 0,0-1 0 0 0,-1 0 1 0 0,0 0-1 0 0,1-1 0 0 0,-2 0 1 0 0,1 0-1 0 0,-1-1 0 0 0,0 0 0 0 0,9-10 1 0 0,-5 4 1 0 0,-1-1 1 0 0,0 0-1 0 0,-1-1 1 0 0,0 0 0 0 0,-1 0-1 0 0,7-18 1 0 0,-13 24-1 0 0,0 0-1 0 0,0 0 1 0 0,-1 0 0 0 0,0 0 0 0 0,-1-1 0 0 0,0 1-1 0 0,-1-1 1 0 0,0-16 0 0 0,-1 20-2 0 0,1 0 0 0 0,-1 1 0 0 0,0-1 0 0 0,-1 0 0 0 0,1 0 0 0 0,-1 1 0 0 0,-1-1 0 0 0,1 0 0 0 0,-1 1 0 0 0,0 0 0 0 0,0 0 0 0 0,0 0 0 0 0,-1 0 0 0 0,-7-8 0 0 0,10 12-4 0 0,0-1 0 0 0,-1 1 1 0 0,1 0-1 0 0,0 0 0 0 0,-1 0 0 0 0,1 0 1 0 0,-1 0-1 0 0,0 0 0 0 0,1 0 0 0 0,-1 0 1 0 0,1 1-1 0 0,-1-1 0 0 0,0 1 1 0 0,0-1-1 0 0,1 1 0 0 0,-1 0 0 0 0,0-1 1 0 0,0 1-1 0 0,0 0 0 0 0,1 0 0 0 0,-5 1 1 0 0,4 0-1 0 0,0-1 1 0 0,0 1-1 0 0,0 1 1 0 0,0-1-1 0 0,0 0 1 0 0,1 0-1 0 0,-1 1 1 0 0,0-1-1 0 0,1 1 1 0 0,-1-1-1 0 0,1 1 1 0 0,-1 0-1 0 0,1 0 1 0 0,0-1-1 0 0,-2 3 1 0 0,-2 6 0 0 0,1-1 1 0 0,0 1-1 0 0,0-1 0 0 0,1 1 1 0 0,0 0-1 0 0,-1 13 1 0 0,1-4-3 0 0,1 1 1 0 0,1-1-1 0 0,1 1 0 0 0,1-1 1 0 0,1 1-1 0 0,4 22 1 0 0,-5-35 0 0 0,1 0-1 0 0,-1 0 1 0 0,2 0 0 0 0,-1 0 0 0 0,1-1 0 0 0,0 1-1 0 0,0-1 1 0 0,0 1 0 0 0,1-1 0 0 0,0 0 0 0 0,1-1-1 0 0,-1 1 1 0 0,1-1 0 0 0,0 0 0 0 0,0 0 0 0 0,1 0-1 0 0,-1-1 1 0 0,1 1 0 0 0,12 5 0 0 0,-11-8 0 0 0,-1 0 1 0 0,0 0-1 0 0,1-1 0 0 0,-1 0 1 0 0,1 0-1 0 0,-1-1 1 0 0,1 0-1 0 0,-1 0 0 0 0,1 0 1 0 0,0-1-1 0 0,-1 0 1 0 0,0 0-1 0 0,1-1 0 0 0,-1 0 1 0 0,0 0-1 0 0,0 0 1 0 0,0-1-1 0 0,0 0 0 0 0,8-5 1 0 0,9-7 1 0 0,-1 0 0 0 0,0-1 0 0 0,24-25 0 0 0,-25 21 1 0 0,-1 0 0 0 0,0-2 0 0 0,-2 0 0 0 0,-1-1 0 0 0,-1-1 0 0 0,-1 0 0 0 0,-1-1 1 0 0,-1-1-1 0 0,-1 0 0 0 0,-1 0 0 0 0,-2-1 0 0 0,-1-1 0 0 0,0 0 0 0 0,-3 0 0 0 0,0 0 0 0 0,-2 0 1 0 0,1-34-1 0 0,-4 36-3 0 0,-1-65 4 0 0,0 82-3 0 0,0 1-1 0 0,0-1 1 0 0,-1 1-1 0 0,0-1 1 0 0,-1 1-1 0 0,0 0 1 0 0,0 0 0 0 0,-5-9-1 0 0,7 15 0 0 0,0 1 1 0 0,0-1-1 0 0,0 0 0 0 0,0 0 0 0 0,-1 1 1 0 0,1-1-1 0 0,0 1 0 0 0,-1-1 0 0 0,1 1 1 0 0,-1 0-1 0 0,1 0 0 0 0,-1 0 0 0 0,0-1 1 0 0,0 1-1 0 0,1 1 0 0 0,-1-1 1 0 0,0 0-1 0 0,0 0 0 0 0,0 1 0 0 0,-4-1 1 0 0,4 1-3 0 0,-1 0 0 0 0,1 0 1 0 0,-1 1-1 0 0,1-1 1 0 0,-1 1-1 0 0,1-1 0 0 0,0 1 1 0 0,-1 0-1 0 0,1 0 0 0 0,0 0 1 0 0,0 1-1 0 0,0-1 1 0 0,0 0-1 0 0,-3 3 0 0 0,-3 3-3 0 0,1 0-1 0 0,1 0 0 0 0,-1 1 1 0 0,1-1-1 0 0,1 1 0 0 0,0 1 1 0 0,-6 11-1 0 0,-3 14 4 0 0,1 0 1 0 0,2 1-1 0 0,2 0 0 0 0,1 1 1 0 0,1 0-1 0 0,2 0 0 0 0,2 1 0 0 0,2-1 1 0 0,1 1-1 0 0,7 60 0 0 0,-5-84 3 0 0,1-1-1 0 0,0 0 1 0 0,0-1-1 0 0,1 1 1 0 0,0 0-1 0 0,1-1 0 0 0,1 0 1 0 0,0 0-1 0 0,0-1 1 0 0,1 1-1 0 0,0-2 1 0 0,12 13-1 0 0,-11-14 0 0 0,-1-1 1 0 0,1-1-1 0 0,1 1 0 0 0,-1-2 0 0 0,1 1 1 0 0,0-1-1 0 0,1 0 0 0 0,-1-1 0 0 0,1 0 0 0 0,0-1 1 0 0,0 0-1 0 0,0 0 0 0 0,0-1 0 0 0,20 2 1 0 0,-15-4 0 0 0,-1 0 0 0 0,1-1 0 0 0,-1-1 0 0 0,1 0 0 0 0,-1-1 0 0 0,1-1 0 0 0,-1 0-1 0 0,0-1 1 0 0,-1 0 0 0 0,1-1 0 0 0,17-10 0 0 0,-21 10 0 0 0,0 0 0 0 0,-1-1 0 0 0,1 0 0 0 0,-1 0 0 0 0,-1-1 0 0 0,0 0 0 0 0,0-1 0 0 0,0 0 0 0 0,-1 0 0 0 0,0 0-1 0 0,-1-1 1 0 0,0 0 0 0 0,-1 0 0 0 0,8-21 0 0 0,-11 25 1 0 0,-1-1-1 0 0,1 1 1 0 0,-2 0-1 0 0,1 0 1 0 0,-1 0-1 0 0,0-1 1 0 0,0 1-1 0 0,0 0 1 0 0,-1 0-1 0 0,0 0 1 0 0,0-1-1 0 0,-1 1 1 0 0,0 0-1 0 0,-4-10 1 0 0,4 13-2 0 0,0 0 0 0 0,0-1 0 0 0,0 1 1 0 0,0 0-1 0 0,0 0 0 0 0,-1 0 0 0 0,1 1 1 0 0,-1-1-1 0 0,0 0 0 0 0,0 1 0 0 0,0 0 1 0 0,0 0-1 0 0,0 0 0 0 0,0 0 0 0 0,-1 0 1 0 0,1 1-1 0 0,-1-1 0 0 0,1 1 1 0 0,-1 0-1 0 0,1 0 0 0 0,-1 0 0 0 0,0 1 1 0 0,1-1-1 0 0,-1 1 0 0 0,-5 0 0 0 0,-2 1 1 0 0,0 1-1 0 0,0 0 0 0 0,1 0 0 0 0,0 1 1 0 0,-1 1-1 0 0,1 0 0 0 0,0 0 0 0 0,0 1 1 0 0,1 0-1 0 0,0 1 0 0 0,0 0 1 0 0,0 0-1 0 0,-10 10 0 0 0,3-2 1 0 0,2 1 0 0 0,0 0-1 0 0,0 1 1 0 0,2 1 0 0 0,0 0 0 0 0,-10 19 0 0 0,18-29 2 0 0,0 0 0 0 0,1 1 0 0 0,0 0 1 0 0,0-1-1 0 0,1 1 0 0 0,0 0 0 0 0,0 1 0 0 0,1-1 1 0 0,-1 10-1 0 0,2-15-2 0 0,0 0 0 0 0,0-1 0 0 0,1 1 1 0 0,-1 0-1 0 0,1-1 0 0 0,-1 1 0 0 0,1 0 1 0 0,0-1-1 0 0,0 1 0 0 0,0-1 0 0 0,0 1 1 0 0,1-1-1 0 0,-1 1 0 0 0,0-1 0 0 0,1 0 1 0 0,0 0-1 0 0,0 0 0 0 0,0 0 0 0 0,0 0 1 0 0,0 0-1 0 0,0 0 0 0 0,0-1 0 0 0,0 1 1 0 0,1-1-1 0 0,-1 0 0 0 0,0 1 0 0 0,1-1 1 0 0,0 0-1 0 0,-1-1 0 0 0,1 1 0 0 0,2 0 1 0 0,2 1 3 0 0,0-1 0 0 0,-1-1 0 0 0,1 1 0 0 0,-1-1 0 0 0,1 0 0 0 0,0-1 0 0 0,-1 0 0 0 0,1 0 1 0 0,0 0-1 0 0,-1-1 0 0 0,10-3 0 0 0,6-4 8 0 0,40-22-1 0 0,-9 3 15 0 0,-49 27-27 0 0,0 0 0 0 0,1 0 1 0 0,-1 0-1 0 0,0 0 0 0 0,0 1 0 0 0,0 0 0 0 0,1 0 0 0 0,-1 0 0 0 0,0 0 0 0 0,0 1 1 0 0,7 1-1 0 0,-7-1 1 0 0,0-1 0 0 0,0 1 0 0 0,0 0 0 0 0,0-1 0 0 0,0 0 0 0 0,0 0 0 0 0,0 0 0 0 0,0-1 0 0 0,1 0 0 0 0,-1 1 0 0 0,0-1 0 0 0,0 0 0 0 0,5-3 0 0 0,4-4 0 0 0,-1 0-1 0 0,-1-1 1 0 0,1 0-1 0 0,-1-1 1 0 0,-1 0-1 0 0,0-1 1 0 0,0 0 0 0 0,-1 0-1 0 0,-1-1 1 0 0,0 0-1 0 0,0-1 1 0 0,7-17-1 0 0,6-19 0 0 0,30-101 0 0 0,-48 140 0 0 0,14-62-16 0 0,-3 0 1 0 0,4-79 0 0 0,-17 148 14 0 0,5-73-23 0 0,-8 72 3 0 0,-3 8 14 0 0,-3 9-8 0 0,1 7 5 0 0,0 0 1 0 0,2 1-1 0 0,0 0 0 0 0,-2 29 0 0 0,-1 90 6 0 0,7-100 4 0 0,-1 12 10 0 0,3 0 0 0 0,13 101 0 0 0,-10-132-5 0 0,1-1 1 0 0,1 0 0 0 0,1 0 0 0 0,10 22-1 0 0,-11-30 2 0 0,1-1-1 0 0,-1 0 0 0 0,2 0 1 0 0,0-1-1 0 0,0 0 1 0 0,1 0-1 0 0,16 14 0 0 0,-21-20-3 0 0,0-1 0 0 0,0 0 0 0 0,1 0 0 0 0,-1 0-1 0 0,1-1 1 0 0,0 1 0 0 0,0-1 0 0 0,0 0 0 0 0,0-1-1 0 0,0 1 1 0 0,1-1 0 0 0,-1 0 0 0 0,0 0 0 0 0,1-1-1 0 0,-1 0 1 0 0,6 0 0 0 0,-3-1 0 0 0,0 0-1 0 0,-1-1 1 0 0,1 0 0 0 0,-1 0 0 0 0,0-1 0 0 0,0 1-1 0 0,0-2 1 0 0,0 1 0 0 0,0-1 0 0 0,7-6-1 0 0,1-2 3 0 0,0 0 0 0 0,-1-2-1 0 0,0 0 1 0 0,-1 0 0 0 0,-1-1-1 0 0,0-1 1 0 0,-1 0 0 0 0,9-18-1 0 0,-12 18 2 0 0,-1 0-1 0 0,10-28 0 0 0,-15 36-1 0 0,0 0 0 0 0,-1 0 0 0 0,1 1 0 0 0,-1-1 0 0 0,-1-1 0 0 0,0 1 0 0 0,0 0 0 0 0,-1-9 0 0 0,0 15-2 0 0,1 1-1 0 0,0-1 0 0 0,0 1 0 0 0,0-1 1 0 0,-1 1-1 0 0,1 0 0 0 0,-1-1 0 0 0,1 1 1 0 0,-1 0-1 0 0,0-1 0 0 0,1 1 0 0 0,-1 0 0 0 0,0 0 1 0 0,0 0-1 0 0,0 0 0 0 0,0 0 0 0 0,0 0 1 0 0,0 0-1 0 0,0 0 0 0 0,0 0 0 0 0,0 0 0 0 0,-2-1 1 0 0,2 2-2 0 0,-1 0 0 0 0,1 0 1 0 0,-1 0-1 0 0,1 0 1 0 0,-1 0-1 0 0,1 0 0 0 0,-1 0 1 0 0,1 1-1 0 0,-1-1 1 0 0,1 1-1 0 0,-1-1 0 0 0,1 1 1 0 0,0-1-1 0 0,-1 1 1 0 0,1 0-1 0 0,0 0 0 0 0,0-1 1 0 0,0 1-1 0 0,-1 0 1 0 0,1 0-1 0 0,0 0 0 0 0,-1 2 1 0 0,-7 6-1 0 0,1 0 0 0 0,0 1 0 0 0,1 0 1 0 0,0 1-1 0 0,0 0 0 0 0,1 0 0 0 0,1 0 0 0 0,-9 23 0 0 0,8-15 5 0 0,1 0 0 0 0,0 1 0 0 0,2 0-1 0 0,-3 36 1 0 0,6-48-4 0 0,-1 0 0 0 0,2-1 0 0 0,-1 1 0 0 0,1-1 0 0 0,0 1 0 0 0,1-1 0 0 0,0 1 0 0 0,0-1 0 0 0,1 0 0 0 0,-1 0 0 0 0,2 0 0 0 0,-1 0 0 0 0,1-1 0 0 0,0 1 0 0 0,0-1 0 0 0,1 0 0 0 0,-1 0 0 0 0,1 0 0 0 0,1-1 0 0 0,-1 0 0 0 0,1 0 0 0 0,0 0 0 0 0,0-1-1 0 0,1 1 1 0 0,-1-2 0 0 0,1 1 0 0 0,0-1 0 0 0,0 0 0 0 0,0 0 0 0 0,0-1 0 0 0,0 0 0 0 0,1 0 0 0 0,-1-1 0 0 0,1 1 0 0 0,-1-2 0 0 0,15 1 0 0 0,3-3 0 0 0,-1 0-1 0 0,1-2 0 0 0,-1 0 1 0 0,0-2-1 0 0,0 0 1 0 0,-1-2-1 0 0,26-11 0 0 0,1-5 0 0 0,-1-1 0 0 0,50-36 0 0 0,25-30-1 0 0,-105 76 2 0 0,-2-1-1 0 0,0-1 0 0 0,-1 0 1 0 0,20-30-1 0 0,-32 41 4 0 0,0 0-1 0 0,-1 0 1 0 0,0 0 0 0 0,0-1-1 0 0,-1 1 1 0 0,3-11 0 0 0,-4 15-3 0 0,-1 0 1 0 0,1 0 0 0 0,-1 0-1 0 0,0 1 1 0 0,0-1 0 0 0,0 0 0 0 0,0 0-1 0 0,0 0 1 0 0,0 1 0 0 0,0-1-1 0 0,-1 0 1 0 0,1 0 0 0 0,-1 1 0 0 0,1-1-1 0 0,-1 0 1 0 0,0 0 0 0 0,1 1-1 0 0,-1-1 1 0 0,0 1 0 0 0,0-1 0 0 0,0 1-1 0 0,0-1 1 0 0,-1 1 0 0 0,1 0 0 0 0,0-1-1 0 0,0 1 1 0 0,-1 0 0 0 0,1 0-1 0 0,-1 0 1 0 0,-2-1 0 0 0,-2-1-1 0 0,-1 1 1 0 0,1 0-1 0 0,-1 0 0 0 0,0 1 1 0 0,1 0-1 0 0,-1 0 1 0 0,0 1-1 0 0,0-1 1 0 0,0 2-1 0 0,0-1 0 0 0,0 1 1 0 0,0 0-1 0 0,1 0 1 0 0,-1 1-1 0 0,0 0 0 0 0,-10 4 1 0 0,-6 4 2 0 0,0 1 0 0 0,0 0 0 0 0,-24 19 0 0 0,14-8-4 0 0,-58 51 0 0 0,77-61 0 0 0,1 2 0 0 0,0-1 0 0 0,2 2 0 0 0,-1 0 0 0 0,2 0 0 0 0,-13 24 0 0 0,20-34 0 0 0,1 1 0 0 0,0 0 1 0 0,0 0-1 0 0,0 0 0 0 0,1 0 1 0 0,-1 0-1 0 0,1 0 0 0 0,1 0 0 0 0,-1 0 1 0 0,1 0-1 0 0,0 1 0 0 0,2 8 1 0 0,-1-12-1 0 0,-1 0 0 0 0,1 0 0 0 0,0 0 0 0 0,0 0 1 0 0,1 0-1 0 0,-1 0 0 0 0,1 0 0 0 0,-1 0 1 0 0,1-1-1 0 0,0 1 0 0 0,0 0 0 0 0,0-1 0 0 0,1 0 1 0 0,-1 1-1 0 0,0-1 0 0 0,1 0 0 0 0,0 0 1 0 0,-1 0-1 0 0,1-1 0 0 0,0 1 0 0 0,0-1 1 0 0,0 1-1 0 0,0-1 0 0 0,6 1 0 0 0,0 0 2 0 0,0-1 0 0 0,0 0 0 0 0,0 0 0 0 0,0-1 0 0 0,0-1 0 0 0,0 1 1 0 0,0-1-1 0 0,0-1 0 0 0,0 0 0 0 0,0 0 0 0 0,-1-1 0 0 0,1 0 0 0 0,-1 0 0 0 0,14-8 0 0 0,-1 0 2 0 0,-1-2 1 0 0,0 0 0 0 0,-1-1-1 0 0,25-23 1 0 0,-29 22 1 0 0,-2 1 0 0 0,1-2 0 0 0,-2 0 0 0 0,0 0 0 0 0,-1-1 0 0 0,-1 0 0 0 0,-1-1 0 0 0,13-33 0 0 0,-11 17 1 0 0,-1-1 0 0 0,-2 0 0 0 0,8-71 0 0 0,-14 82-3 0 0,3-19 7 0 0,-2-74 0 0 0,-7 104 7 0 0,-1 16 10 0 0,-6 18 19 0 0,2 16 102 0 0,1-1 1 0 0,3 1-1 0 0,0 0 1 0 0,3 0 0 0 0,0 1-1 0 0,3-1 1 0 0,7 54-1 0 0,-6-75-220 0 0,1 1 0 0 0,0-1 0 0 0,2 0 0 0 0,0 0-1 0 0,0 0 1 0 0,1 0 0 0 0,1-1 0 0 0,1 0 0 0 0,0 0 0 0 0,1-1-1 0 0,1 0 1 0 0,0-1 0 0 0,16 17 0 0 0,1-12-1340 0 0,-26-17 968 0 0,1 0 1 0 0,-1 0-1 0 0,1 0 1 0 0,0-1-1 0 0,-1 1 1 0 0,1-1-1 0 0,0 1 1 0 0,-1-1-1 0 0,1 0 1 0 0,0 0-1 0 0,0 0 1 0 0,-1 1-1 0 0,1-2 1 0 0,0 1-1 0 0,-1 0 1 0 0,4-1-1 0 0,2-3-3498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1:02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94 20324 0 0,'25'-13'712'0'0,"10"3"-7"0"0,6 0-1 0 0,1-2 48 0 0,10 4-184 0 0,6-2 16 0 0,5 2-32 0 0,2 1-200 0 0,5 0-24 0 0,0 4 9 0 0,0 0-249 0 0,2 1-144 0 0,1 2-161 0 0,1 0-63 0 0,-3 2-224 0 0,4 1-1312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1:05.3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1 440 16051 0 0,'0'-1'56'0'0,"1"0"-1"0"0,-1 1 1 0 0,0-1-1 0 0,0 1 0 0 0,1 0 1 0 0,-1-1-1 0 0,1 1 1 0 0,-1-1-1 0 0,0 1 0 0 0,1-1 1 0 0,-1 1-1 0 0,1 0 0 0 0,-1-1 1 0 0,1 1-1 0 0,-1 0 1 0 0,1 0-1 0 0,0-1 0 0 0,-1 1 1 0 0,1 0-1 0 0,-1 0 1 0 0,1 0-1 0 0,-1 0 0 0 0,1 0 1 0 0,0 0-1 0 0,-1 0 0 0 0,1 0 1 0 0,-1 0-1 0 0,1 0 1 0 0,-1 0-1 0 0,1 0 0 0 0,0 0 1 0 0,-1 0-1 0 0,2 1 1 0 0,-1 0 51 0 0,1 0 0 0 0,-1 0 0 0 0,0 0 1 0 0,1 1-1 0 0,-1-1 0 0 0,0 0 1 0 0,0 1-1 0 0,0-1 0 0 0,0 1 1 0 0,0-1-1 0 0,1 3 0 0 0,2 6 432 0 0,0 1 0 0 0,5 17 0 0 0,-1 1 182 0 0,15 69 519 0 0,-20-84-1155 0 0,-1 0 1 0 0,-1 0-1 0 0,0 1 1 0 0,-3 25 0 0 0,-6-11 107 0 0,-6-46-56 0 0,11 1-82 0 0,0-1-1 0 0,1 0 0 0 0,1 1 0 0 0,1-1 1 0 0,0 0-1 0 0,1 1 0 0 0,1-1 1 0 0,1 1-1 0 0,5-20 0 0 0,-2 11 19 0 0,2 0 1 0 0,0 0-1 0 0,17-33 0 0 0,-20 49-63 0 0,0 0 1 0 0,0 0-1 0 0,1 0 0 0 0,0 1 0 0 0,0 0 1 0 0,1 0-1 0 0,0 1 0 0 0,1 0 0 0 0,0 0 1 0 0,0 0-1 0 0,13-7 0 0 0,-18 12-4 0 0,0 0-1 0 0,0 1 1 0 0,1-1-1 0 0,-1 1 1 0 0,0 0-1 0 0,0 0 1 0 0,1 0-1 0 0,-1 1 1 0 0,1-1-1 0 0,-1 1 1 0 0,1 0-1 0 0,-1-1 1 0 0,0 2-1 0 0,1-1 1 0 0,-1 0-1 0 0,1 1 1 0 0,-1-1-1 0 0,0 1 1 0 0,1 0-1 0 0,-1 0 1 0 0,0 1-1 0 0,0-1 1 0 0,1 1-1 0 0,-1-1 1 0 0,-1 1-1 0 0,1 0 1 0 0,0 0 0 0 0,0 0-1 0 0,-1 1 1 0 0,1-1-1 0 0,-1 1 1 0 0,0-1-1 0 0,1 1 1 0 0,-1 0-1 0 0,1 2 1 0 0,3 4 15 0 0,-1 0 0 0 0,0 1 0 0 0,0-1 1 0 0,-1 1-1 0 0,-1 0 0 0 0,0 0 0 0 0,0 0 1 0 0,-1 0-1 0 0,0 0 0 0 0,1 16 0 0 0,-4-8 2 0 0,0 0 0 0 0,-1 0 0 0 0,-1 0-1 0 0,-1-1 1 0 0,-1 1 0 0 0,0-1 0 0 0,-1 0-1 0 0,-1-1 1 0 0,0 1 0 0 0,-2-1 0 0 0,1 0 0 0 0,-2-1-1 0 0,-15 19 1 0 0,25-33-22 0 0,-1-1 0 0 0,1 1 0 0 0,0-1 1 0 0,-1 1-1 0 0,1 0 0 0 0,-1-1 0 0 0,1 1 0 0 0,-1-1 0 0 0,1 0 0 0 0,-1 1 1 0 0,1-1-1 0 0,-1 1 0 0 0,0-1 0 0 0,1 0 0 0 0,-1 1 0 0 0,1-1 0 0 0,-1 0 0 0 0,0 0 1 0 0,1 1-1 0 0,-2-1 0 0 0,2 0 0 0 0,-1 0 0 0 0,1-1 0 0 0,0 1 1 0 0,-1 0-1 0 0,1-1 0 0 0,0 1 0 0 0,-1 0 0 0 0,1-1 1 0 0,0 1-1 0 0,0 0 0 0 0,0-1 0 0 0,-1 1 0 0 0,1 0 1 0 0,0-1-1 0 0,0 1 0 0 0,0-1 0 0 0,0 1 0 0 0,0 0 1 0 0,0-1-1 0 0,-1 1 0 0 0,1-1 0 0 0,0 1 0 0 0,0-1 0 0 0,4-31 27 0 0,4 6-23 0 0,2 0-1 0 0,0 1 0 0 0,16-26 1 0 0,46-68 10 0 0,-55 93-11 0 0,25-30 0 0 0,-35 48-3 0 0,1 0 1 0 0,0 0-1 0 0,0 0 1 0 0,1 1-1 0 0,0 0 0 0 0,18-10 1 0 0,-26 16 1 0 0,1 0-1 0 0,0 0 1 0 0,0 0 0 0 0,1 0 0 0 0,-1 0-1 0 0,0 1 1 0 0,0-1 0 0 0,0 1 0 0 0,0-1 0 0 0,1 1-1 0 0,-1 0 1 0 0,0 0 0 0 0,0 0 0 0 0,1 0 0 0 0,-1 0-1 0 0,0 1 1 0 0,0-1 0 0 0,0 0 0 0 0,1 1-1 0 0,-1 0 1 0 0,4 1 0 0 0,-4 0 3 0 0,1 0 1 0 0,-1 0-1 0 0,0 0 1 0 0,0 1-1 0 0,0-1 0 0 0,0 1 1 0 0,0-1-1 0 0,0 1 1 0 0,0-1-1 0 0,-1 1 0 0 0,0 0 1 0 0,1 0-1 0 0,0 5 1 0 0,2 6 27 0 0,-1 0 0 0 0,-1 0 1 0 0,0 0-1 0 0,-1 0 1 0 0,-1 25-1 0 0,-5 0 51 0 0,-2-1 0 0 0,-1 0 0 0 0,-2-1 0 0 0,-20 51 0 0 0,-2 6 34 0 0,23-69-95 0 0,6-19-8 0 0,7-18-8 0 0,18-43-21 0 0,1 1 0 0 0,3 1 0 0 0,3 1 0 0 0,1 2 0 0 0,54-67 0 0 0,-74 104 13 0 0,22-21 0 0 0,-29 31 0 0 0,1 0 0 0 0,-1 0 0 0 0,0 1 0 0 0,1-1 0 0 0,0 1 0 0 0,-1 0 0 0 0,1 0 0 0 0,0 0 0 0 0,0 1 0 0 0,0-1 0 0 0,0 1 0 0 0,8-1 0 0 0,-11 2 0 0 0,0 0 0 0 0,0 0 0 0 0,1 0 0 0 0,-1 1 0 0 0,0-1 0 0 0,0 0 0 0 0,1 1 0 0 0,-1-1 1 0 0,0 1-1 0 0,0-1 0 0 0,0 1 0 0 0,0 0 0 0 0,0-1 0 0 0,0 1 0 0 0,0 0 0 0 0,0 0 0 0 0,0 0 1 0 0,0 0-1 0 0,0 0 0 0 0,0 0 0 0 0,-1 0 0 0 0,1 0 0 0 0,0 0 0 0 0,-1 0 0 0 0,1 0 0 0 0,-1 0 0 0 0,1 0 1 0 0,0 3-1 0 0,9 39 6 0 0,-8-33-6 0 0,0 5 5 0 0,3 14 4 0 0,1 1 0 0 0,1-2 0 0 0,1 1 0 0 0,17 37 0 0 0,-22-60-9 0 0,0 1 1 0 0,1-1-1 0 0,0 0 1 0 0,0 0-1 0 0,0-1 1 0 0,0 1-1 0 0,1-1 1 0 0,0 0-1 0 0,0 0 1 0 0,0 0-1 0 0,1-1 1 0 0,0 1-1 0 0,-1-2 1 0 0,2 1-1 0 0,-1 0 1 0 0,0-1-1 0 0,1 0 1 0 0,-1-1 0 0 0,1 0-1 0 0,0 0 1 0 0,0 0-1 0 0,0-1 1 0 0,0 0-1 0 0,8 1 1 0 0,-9-2-1 0 0,0-1 0 0 0,1 1 1 0 0,-1-1-1 0 0,0 0 0 0 0,0 0 1 0 0,0-1-1 0 0,0 0 1 0 0,0 0-1 0 0,0 0 0 0 0,-1-1 1 0 0,1 0-1 0 0,-1 0 0 0 0,0 0 1 0 0,0-1-1 0 0,0 0 1 0 0,6-5-1 0 0,-4 2 1 0 0,0 0 0 0 0,-1-1 1 0 0,0 0-1 0 0,0 0 0 0 0,-1 0 0 0 0,0-1 1 0 0,-1 1-1 0 0,0-1 0 0 0,0 0 0 0 0,3-11 1 0 0,-5 11-1 0 0,0 1 0 0 0,0-1 0 0 0,-1 0 0 0 0,0 0 0 0 0,0 0 1 0 0,-1 1-1 0 0,-1-1 0 0 0,1 0 0 0 0,-1 0 0 0 0,-1 0 0 0 0,-2-10 0 0 0,2 14 0 0 0,0 0-1 0 0,0-1 0 0 0,0 1 1 0 0,-1 0-1 0 0,0 0 0 0 0,0 0 1 0 0,0 0-1 0 0,-1 1 1 0 0,1-1-1 0 0,-1 1 0 0 0,0 0 1 0 0,-1 0-1 0 0,1 0 0 0 0,-1 1 1 0 0,1 0-1 0 0,-1 0 0 0 0,-10-5 1 0 0,12 6-1 0 0,-1 1 0 0 0,1 0 0 0 0,0 0 0 0 0,-1 0 0 0 0,1 0 0 0 0,-1 1 0 0 0,1-1 0 0 0,-1 1 0 0 0,0 0 0 0 0,1 0 0 0 0,-1 0 1 0 0,1 1-1 0 0,-1-1 0 0 0,-4 2 0 0 0,2 0 0 0 0,1 0 0 0 0,-1 1 1 0 0,1-1-1 0 0,-1 1 0 0 0,1 0 1 0 0,0 1-1 0 0,-8 6 0 0 0,1 2 1 0 0,0 0 0 0 0,1 0 0 0 0,1 1 0 0 0,0 0 0 0 0,-10 20 0 0 0,10-15 1 0 0,0-1 0 0 0,2 1 0 0 0,0 1 0 0 0,1-1-1 0 0,-6 29 1 0 0,12-40-1 0 0,0 0-1 0 0,0 0 0 0 0,1 0 0 0 0,-1 0 0 0 0,2 1 0 0 0,-1-1 0 0 0,1 0 0 0 0,2 9 1 0 0,-2-12-2 0 0,1 0 0 0 0,-1 0 0 0 0,1 1 0 0 0,0-1 0 0 0,0 0 1 0 0,1-1-1 0 0,-1 1 0 0 0,1 0 0 0 0,0-1 0 0 0,0 1 0 0 0,0-1 0 0 0,0 0 1 0 0,0 0-1 0 0,5 3 0 0 0,-5-4 0 0 0,0 0 0 0 0,0-1 0 0 0,0 1 1 0 0,0-1-1 0 0,0 0 0 0 0,0 0 0 0 0,0 0 0 0 0,1 0 0 0 0,-1 0 1 0 0,0 0-1 0 0,0-1 0 0 0,1 0 0 0 0,-1 0 0 0 0,7 0 0 0 0,-4-1-2 0 0,0 0 0 0 0,-1-1 0 0 0,1 0 0 0 0,0 1 0 0 0,-1-2 0 0 0,1 1-1 0 0,8-6 1 0 0,0-1-4 0 0,0-1 0 0 0,0-1 0 0 0,-2 0 0 0 0,23-25 0 0 0,-15 9 8 0 0,0 0 0 0 0,-2-1 0 0 0,-1-1 1 0 0,-2-1-1 0 0,13-33 0 0 0,-8 19 0 0 0,-15 34-2 0 0,13-28 2 0 0,-17 36-1 0 0,0 1 0 0 0,0-1-1 0 0,0 0 1 0 0,0 1 0 0 0,0-1 0 0 0,1 1 0 0 0,-1-1-1 0 0,0 1 1 0 0,1 0 0 0 0,-1-1 0 0 0,1 1 0 0 0,0 0 0 0 0,-1 0-1 0 0,1 0 1 0 0,3-1 0 0 0,-3 2-1 0 0,-1 0 1 0 0,0 0 0 0 0,0 1-1 0 0,1-1 1 0 0,-1 0-1 0 0,0 1 1 0 0,0-1-1 0 0,0 1 1 0 0,0-1-1 0 0,0 1 1 0 0,1 0-1 0 0,-1-1 1 0 0,0 1-1 0 0,0 0 1 0 0,-1 0-1 0 0,1 0 1 0 0,0 0-1 0 0,0 0 1 0 0,0 0-1 0 0,0 0 1 0 0,-1 0-1 0 0,1 0 1 0 0,-1 0-1 0 0,1 0 1 0 0,-1 0-1 0 0,1 0 1 0 0,-1 1 0 0 0,1-1-1 0 0,-1 0 1 0 0,0 3-1 0 0,10 42 10 0 0,-10-43-7 0 0,4 28 1 0 0,-1-1 5 0 0,2-1 0 0 0,0 0-1 0 0,16 45 1 0 0,-18-67-7 0 0,0 0 0 0 0,0 0 0 0 0,0-1 0 0 0,0 1 0 0 0,1-1 0 0 0,0 0 0 0 0,1 0 0 0 0,-1 0 0 0 0,1-1 0 0 0,0 0 0 0 0,1 0 0 0 0,-1 0 0 0 0,1 0 0 0 0,0-1 0 0 0,0 0 0 0 0,0 0 1 0 0,1-1-1 0 0,-1 0 0 0 0,15 5 0 0 0,-13-6-1 0 0,1-1 0 0 0,0 0 0 0 0,-1 0 1 0 0,1-1-1 0 0,0 0 0 0 0,0-1 0 0 0,-1 0 0 0 0,1 0 1 0 0,0-1-1 0 0,-1 0 0 0 0,1 0 0 0 0,-1-1 1 0 0,0 0-1 0 0,0-1 0 0 0,0 1 0 0 0,0-2 0 0 0,9-6 1 0 0,-2 1-1 0 0,-2 0 1 0 0,1-1-1 0 0,-2 0 0 0 0,1-1 1 0 0,-2-1-1 0 0,1 1 1 0 0,-2-2-1 0 0,10-14 1 0 0,-11 11-1 0 0,-1-1 1 0 0,-1 1 0 0 0,0-1-1 0 0,-1 0 1 0 0,-1-1 0 0 0,-1 0-1 0 0,0 1 1 0 0,-2-1 0 0 0,0 0-1 0 0,-1-1 1 0 0,-2-25 0 0 0,-3-7 1 0 0,-3 0 1 0 0,-24-97 0 0 0,29 142-4 0 0,-6-22 2 0 0,8 28-1 0 0,0-1-1 0 0,-1 1 1 0 0,1 0-1 0 0,-1 0 1 0 0,1 0-1 0 0,-1-1 1 0 0,0 1-1 0 0,1 0 1 0 0,-1 0-1 0 0,0 0 1 0 0,0 0-1 0 0,0 0 1 0 0,0 0-1 0 0,0 0 1 0 0,0 1-1 0 0,-2-2 1 0 0,3 2-1 0 0,-1 0 0 0 0,1 0 0 0 0,-1 0 1 0 0,0 0-1 0 0,1 0 0 0 0,-1 0 0 0 0,1 1 1 0 0,-1-1-1 0 0,0 0 0 0 0,1 0 0 0 0,-1 1 1 0 0,1-1-1 0 0,-1 0 0 0 0,1 1 1 0 0,-1-1-1 0 0,1 1 0 0 0,-1-1 0 0 0,1 1 1 0 0,0-1-1 0 0,-1 1 0 0 0,1-1 0 0 0,0 1 1 0 0,-1-1-1 0 0,1 1 0 0 0,0-1 0 0 0,0 1 1 0 0,-1-1-1 0 0,1 1 0 0 0,0 0 0 0 0,0 0 1 0 0,-7 25-1 0 0,5-20 1 0 0,-5 28 2 0 0,1-1 1 0 0,2 1-1 0 0,-1 46 1 0 0,11 107-13 0 0,-2-107-33 0 0,-3-22-27 0 0,2 43-186 0 0,-1-86 159 0 0,0 0-1 0 0,0 0 1 0 0,2 0-1 0 0,6 20 0 0 0,-9-34 90 0 0,-1 0 0 0 0,0 0 0 0 0,0 0-1 0 0,1 0 1 0 0,-1 0 0 0 0,1 0 0 0 0,-1 0 0 0 0,1-1-1 0 0,-1 1 1 0 0,1 0 0 0 0,0 0 0 0 0,-1 0-1 0 0,1-1 1 0 0,0 1 0 0 0,-1 0 0 0 0,1 0-1 0 0,0-1 1 0 0,0 1 0 0 0,0-1 0 0 0,1 1-1 0 0,-1-1 7 0 0,-1 0-1 0 0,1 0 1 0 0,-1 0-1 0 0,1 0 0 0 0,0 0 1 0 0,-1-1-1 0 0,1 1 1 0 0,-1 0-1 0 0,1-1 1 0 0,-1 1-1 0 0,1 0 0 0 0,-1-1 1 0 0,1 1-1 0 0,-1 0 1 0 0,1-1-1 0 0,-1 1 1 0 0,1-1-1 0 0,-1 1 0 0 0,1-1 1 0 0,-1 1-1 0 0,0-1 1 0 0,1 1-1 0 0,-1-2 1 0 0,4-4 1 0 0,-1-1 0 0 0,0 0 0 0 0,3-14 0 0 0,13-66 44 0 0,5-24 55 0 0,-20 99-86 0 0,0-1-1 0 0,1 1 1 0 0,1 0-1 0 0,0 0 0 0 0,0 0 1 0 0,11-13-1 0 0,-16 23-11 0 0,1 0 0 0 0,0 0 0 0 0,-1 0-1 0 0,1 0 1 0 0,0 0 0 0 0,0 1 0 0 0,0-1 0 0 0,1 1-1 0 0,-1-1 1 0 0,0 1 0 0 0,1 0 0 0 0,-1 0 0 0 0,1 0-1 0 0,-1 0 1 0 0,1 0 0 0 0,-1 0 0 0 0,1 1 0 0 0,-1-1-1 0 0,1 1 1 0 0,0 0 0 0 0,-1 0 0 0 0,1 0 0 0 0,0 0-1 0 0,-1 0 1 0 0,1 1 0 0 0,2 0 0 0 0,7 2-2 0 0,-1 1 0 0 0,-1 0 0 0 0,1 1 0 0 0,18 12 0 0 0,9 3 10 0 0,-16-11-4 0 0,0-1 0 0 0,0 0-1 0 0,1-2 1 0 0,0 0-1 0 0,0-2 1 0 0,31 2-1 0 0,-41-5-2 0 0,-1-1 0 0 0,0 0-1 0 0,1-1 1 0 0,-1-1 0 0 0,0 0-1 0 0,0 0 1 0 0,0-1 0 0 0,0-1 0 0 0,-1 0-1 0 0,1-1 1 0 0,-1 0 0 0 0,0 0-1 0 0,18-14 1 0 0,-26 17 4 0 0,0 0 0 0 0,-1-1 0 0 0,1 1 1 0 0,-1-1-1 0 0,0 0 0 0 0,0 0 0 0 0,0 0 0 0 0,0 0 0 0 0,0 0 0 0 0,0 0 0 0 0,-1-1 0 0 0,0 1 1 0 0,1 0-1 0 0,-1-1 0 0 0,-1 1 0 0 0,1-1 0 0 0,0 1 0 0 0,-1-1 0 0 0,0 0 0 0 0,0 1 0 0 0,0-1 0 0 0,0 1 1 0 0,0-1-1 0 0,-1 0 0 0 0,0 1 0 0 0,0-1 0 0 0,0 1 0 0 0,0 0 0 0 0,0-1 0 0 0,-1 1 0 0 0,1 0 1 0 0,-1 0-1 0 0,0 0 0 0 0,0 0 0 0 0,0 0 0 0 0,0 0 0 0 0,-1 0 0 0 0,1 1 0 0 0,-1-1 0 0 0,1 1 1 0 0,-1-1-1 0 0,0 1 0 0 0,0 0 0 0 0,0 0 0 0 0,0 1 0 0 0,-1-1 0 0 0,1 1 0 0 0,0-1 0 0 0,-1 1 0 0 0,1 0 1 0 0,-1 0-1 0 0,-3 0 0 0 0,-1 0 7 0 0,-1 1-1 0 0,0 0 1 0 0,1 0 0 0 0,-1 0 0 0 0,0 1-1 0 0,1 1 1 0 0,-1 0 0 0 0,1 0-1 0 0,0 0 1 0 0,0 1 0 0 0,-1 0 0 0 0,2 1-1 0 0,-1 0 1 0 0,0 0 0 0 0,1 0 0 0 0,0 1-1 0 0,0 0 1 0 0,-8 8 0 0 0,-12 12 32 0 0,1 1 0 0 0,2 1 0 0 0,-22 31 0 0 0,26-32 4 0 0,6-8-22 0 0,1 0 1 0 0,1 0-1 0 0,-17 38 1 0 0,25-48-24 0 0,1 0 1 0 0,0 0-1 0 0,0 0 1 0 0,1 0-1 0 0,0 1 0 0 0,0-1 1 0 0,1 1-1 0 0,1-1 1 0 0,-1 1-1 0 0,1-1 0 0 0,0 1 1 0 0,4 16-1 0 0,-4-24-2 0 0,0 1 0 0 0,1 0 0 0 0,-1 0 0 0 0,1-1 0 0 0,0 1 0 0 0,-1 0 0 0 0,1-1 0 0 0,0 1 0 0 0,0-1-1 0 0,0 1 1 0 0,0-1 0 0 0,0 1 0 0 0,0-1 0 0 0,1 0 0 0 0,-1 0 0 0 0,0 1 0 0 0,1-1 0 0 0,-1 0 0 0 0,1 0 0 0 0,-1 0 0 0 0,3 0 0 0 0,-1 0 1 0 0,-1 0 1 0 0,1-1-1 0 0,-1 0 1 0 0,1 1-1 0 0,0-1 1 0 0,-1 0-1 0 0,1 0 1 0 0,-1-1-1 0 0,1 1 1 0 0,0 0-1 0 0,-1-1 1 0 0,1 0-1 0 0,2 0 1 0 0,5-4 5 0 0,0 1 0 0 0,0-1 1 0 0,0-1-1 0 0,-1 0 0 0 0,15-12 1 0 0,5-5 6 0 0,-2-2 1 0 0,33-38 0 0 0,-47 48-7 0 0,-1-1 0 0 0,-1-1 0 0 0,-1 0 1 0 0,0 0-1 0 0,-1-1 0 0 0,7-20 1 0 0,-12 28-6 0 0,-1 1 1 0 0,0 0-1 0 0,0 0 1 0 0,2-13-1 0 0,-21 49-17 0 0,9-9 12 0 0,2 1-1 0 0,0-1 1 0 0,1 1-1 0 0,-2 26 1 0 0,5-37 1 0 0,1 1 0 0 0,0-1 0 0 0,0 0-1 0 0,1 1 1 0 0,0-1 0 0 0,1 0 0 0 0,-1 1 0 0 0,1-1 0 0 0,1 0 0 0 0,0 0 0 0 0,0 0 0 0 0,6 9 0 0 0,-7-13 0 0 0,0-1 0 0 0,1 0 0 0 0,0 1 0 0 0,-1-1 0 0 0,1 0 0 0 0,0 0 0 0 0,1 0 0 0 0,-1-1 0 0 0,0 1 0 0 0,1-1 0 0 0,0 0 0 0 0,-1 0 1 0 0,1 0-1 0 0,0 0 0 0 0,6 1 0 0 0,-4-2 1 0 0,0 0 0 0 0,1 0 0 0 0,-1 0 0 0 0,1-1 0 0 0,-1 0 0 0 0,1 0 0 0 0,-1-1 0 0 0,1 0 0 0 0,7-2 0 0 0,5-3 3 0 0,0 0 1 0 0,0-2 0 0 0,0 0-1 0 0,-1-1 1 0 0,23-16 0 0 0,-25 15-2 0 0,0-1 1 0 0,-1-1-1 0 0,-1 0 1 0 0,0-1 0 0 0,0-1-1 0 0,-2 0 1 0 0,1 0 0 0 0,-2-2-1 0 0,10-16 1 0 0,-10 12-2 0 0,-1 0 0 0 0,-1 0 1 0 0,-1-1-1 0 0,-1-1 0 0 0,0 1 1 0 0,-2-1-1 0 0,4-30 0 0 0,-4 3-1 0 0,-2 0-1 0 0,-5-92 1 0 0,2 134-4 0 0,-1 1 1 0 0,0-1 0 0 0,-1 1 0 0 0,0-1-1 0 0,0 1 1 0 0,0-1 0 0 0,-6-10-1 0 0,8 16 3 0 0,-1 0-1 0 0,0 0 1 0 0,1 0 0 0 0,-1 0-1 0 0,0 0 1 0 0,0 0-1 0 0,0 0 1 0 0,0 0-1 0 0,0 0 1 0 0,0 0 0 0 0,0 0-1 0 0,0 1 1 0 0,0-1-1 0 0,0 0 1 0 0,0 1-1 0 0,-1-1 1 0 0,1 1-1 0 0,0-1 1 0 0,0 1 0 0 0,-1 0-1 0 0,1 0 1 0 0,0-1-1 0 0,0 1 1 0 0,-1 0-1 0 0,1 0 1 0 0,0 0-1 0 0,-1 0 1 0 0,1 0 0 0 0,0 1-1 0 0,0-1 1 0 0,-1 0-1 0 0,1 1 1 0 0,0-1-1 0 0,0 0 1 0 0,-1 1-1 0 0,1 0 1 0 0,0-1 0 0 0,0 1-1 0 0,0 0 1 0 0,0-1-1 0 0,0 1 1 0 0,0 0-1 0 0,0 0 1 0 0,0 0-1 0 0,-1 2 1 0 0,-7 5-1 0 0,1 1 0 0 0,1 0-1 0 0,-1 0 1 0 0,2 1 0 0 0,-1 0 0 0 0,1 0-1 0 0,1 1 1 0 0,0 0 0 0 0,-5 14 0 0 0,-4 17-6 0 0,-9 47 1 0 0,19-71 6 0 0,-4 19 3 0 0,1 1 0 0 0,1 0 1 0 0,2-1-1 0 0,2 2 1 0 0,3 37-1 0 0,0-60-1 0 0,1-1 1 0 0,1 1-1 0 0,1-1 0 0 0,0 0 0 0 0,1 0 0 0 0,8 19 1 0 0,-8-24-2 0 0,1 0 0 0 0,0-1 0 0 0,0 0 0 0 0,1 0 0 0 0,0 0 0 0 0,0-1 0 0 0,1 0 0 0 0,0-1 0 0 0,18 14 0 0 0,-21-17 1 0 0,1-1 1 0 0,0 1-1 0 0,0-1 0 0 0,1 0 0 0 0,-1-1 0 0 0,1 1 0 0 0,-1-1 0 0 0,1 0 0 0 0,0-1 0 0 0,-1 0 0 0 0,1 0 0 0 0,0 0 1 0 0,0-1-1 0 0,0 0 0 0 0,11-2 0 0 0,-9 0 3 0 0,1 0 0 0 0,-1 0 0 0 0,0-2 0 0 0,0 1 0 0 0,-1-1 0 0 0,1 0 0 0 0,-1-1-1 0 0,1 1 1 0 0,-2-2 0 0 0,12-8 0 0 0,-8 4 5 0 0,-1 0 0 0 0,0 0 0 0 0,0-1-1 0 0,-1 0 1 0 0,0 0 0 0 0,-1-1 0 0 0,-1-1 0 0 0,0 1-1 0 0,0-1 1 0 0,-1 0 0 0 0,-1-1 0 0 0,0 1 0 0 0,-1-1-1 0 0,4-27 1 0 0,-7 38-7 0 0,0-33 29 0 0,-1 35-30 0 0,0-1 0 0 0,0 1 1 0 0,0 0-1 0 0,0-1 0 0 0,0 1 0 0 0,0 0 1 0 0,-1-1-1 0 0,1 1 0 0 0,0 0 1 0 0,-1-1-1 0 0,1 1 0 0 0,-1 0 1 0 0,1 0-1 0 0,-1 0 0 0 0,0-1 1 0 0,0 1-1 0 0,1 0 0 0 0,-1 0 1 0 0,0 0-1 0 0,0 0 0 0 0,-1-1 0 0 0,1 2-1 0 0,0 0-1 0 0,0 0 0 0 0,0 0 1 0 0,0 0-1 0 0,1 0 1 0 0,-1 1-1 0 0,0-1 0 0 0,0 0 1 0 0,0 0-1 0 0,1 1 0 0 0,-1-1 1 0 0,0 0-1 0 0,0 1 0 0 0,1-1 1 0 0,-1 1-1 0 0,0-1 0 0 0,1 1 1 0 0,-1-1-1 0 0,0 1 0 0 0,1 0 1 0 0,-1-1-1 0 0,1 1 1 0 0,-1 0-1 0 0,1-1 0 0 0,-1 1 1 0 0,1 0-1 0 0,0-1 0 0 0,-1 2 1 0 0,-10 24-2 0 0,9-18 2 0 0,1 0 1 0 0,0 0-1 0 0,0 0 1 0 0,0 0-1 0 0,1 0 0 0 0,1 0 1 0 0,-1 0-1 0 0,1 0 1 0 0,1 0-1 0 0,0 0 1 0 0,0 0-1 0 0,0 0 1 0 0,1-1-1 0 0,0 1 0 0 0,0-1 1 0 0,1 0-1 0 0,0 0 1 0 0,0 0-1 0 0,1 0 1 0 0,0-1-1 0 0,0 1 0 0 0,9 6 1 0 0,-8-6-3 0 0,1-2 0 0 0,1 1 0 0 0,-1-1 1 0 0,1 0-1 0 0,0-1 0 0 0,0 1 0 0 0,1-2 0 0 0,-1 1 0 0 0,1-1 0 0 0,-1 0 1 0 0,1-1-1 0 0,0 0 0 0 0,0-1 0 0 0,0 0 0 0 0,0 0 0 0 0,1-1 0 0 0,-1 0 1 0 0,0 0-1 0 0,16-4 0 0 0,-11 1-3 0 0,0-1 0 0 0,0-1-1 0 0,0-1 1 0 0,0 0 0 0 0,-1 0 0 0 0,0-1 0 0 0,20-15 0 0 0,-13 7 2 0 0,0-2 0 0 0,-1 0 0 0 0,27-32 1 0 0,-33 33 2 0 0,-2-1-1 0 0,0 0 1 0 0,-1-1 0 0 0,0 0 0 0 0,-1-1 0 0 0,-2 1 0 0 0,0-2 0 0 0,-1 1-1 0 0,7-35 1 0 0,-4-4 2 0 0,-3-1 0 0 0,-1-61 0 0 0,-4 106 0 0 0,-2-1 0 0 0,1 1 0 0 0,-2-1 0 0 0,0 1 0 0 0,-1 0 0 0 0,0-1 0 0 0,-9-21 0 0 0,12 35-2 0 0,0 0-1 0 0,-1 0 1 0 0,1-1 0 0 0,-1 1-1 0 0,1 0 1 0 0,-1 0 0 0 0,0 0-1 0 0,1 0 1 0 0,-1 0 0 0 0,0 0-1 0 0,0 0 1 0 0,0 1 0 0 0,0-1-1 0 0,0 0 1 0 0,0 0-1 0 0,0 1 1 0 0,0-1 0 0 0,0 0-1 0 0,0 1 1 0 0,0-1 0 0 0,-2 0-1 0 0,2 1 0 0 0,0 0 0 0 0,0 0 0 0 0,-1 1 0 0 0,1-1 0 0 0,0 0 0 0 0,0 0 0 0 0,0 1 0 0 0,0-1 0 0 0,0 0 0 0 0,0 1 0 0 0,-1-1 0 0 0,1 1 0 0 0,0 0 0 0 0,0-1 0 0 0,0 1 0 0 0,1 0 0 0 0,-3 1 0 0 0,-1 2-2 0 0,0 1 0 0 0,0-1 1 0 0,1 1-1 0 0,0 0 0 0 0,0 0 0 0 0,0 0 1 0 0,-3 8-1 0 0,-2 9 2 0 0,2 0-1 0 0,0 1 1 0 0,2 0 0 0 0,-3 41-1 0 0,8 93 2 0 0,2-114 0 0 0,2-1 0 0 0,14 56 1 0 0,-13-75-2 0 0,1-1 1 0 0,1 1 0 0 0,1-1-1 0 0,1-1 1 0 0,22 36 0 0 0,-27-50-1 0 0,-1-1 0 0 0,1 0 1 0 0,0 0-1 0 0,0 0 0 0 0,1-1 0 0 0,0 1 1 0 0,0-1-1 0 0,0-1 0 0 0,1 1 0 0 0,-1-1 1 0 0,9 3-1 0 0,-10-5 0 0 0,-1 0 0 0 0,1-1 1 0 0,0 0-1 0 0,-1 0 0 0 0,1 0 0 0 0,0-1 1 0 0,0 1-1 0 0,0-1 0 0 0,0 0 0 0 0,-1-1 1 0 0,1 1-1 0 0,0-1 0 0 0,0 0 0 0 0,-1 0 1 0 0,1 0-1 0 0,0-1 0 0 0,-1 0 0 0 0,1 0 1 0 0,4-3-1 0 0,4-2 2 0 0,-1-2 0 0 0,0 0 0 0 0,-1 0 0 0 0,0-1 0 0 0,0 0 0 0 0,-1-1 0 0 0,-1 0 0 0 0,0-1 0 0 0,0 0 0 0 0,-1 0 0 0 0,0-1 0 0 0,-1 0 0 0 0,6-16 0 0 0,-5 9-1 0 0,-1 0 0 0 0,-1-1 0 0 0,0 0 1 0 0,-1 0-1 0 0,-2 0 0 0 0,0-1 0 0 0,-1 1 0 0 0,-2-30 0 0 0,0 50 0 0 0,0-1-1 0 0,1 1 0 0 0,-1 0 0 0 0,0 0 0 0 0,-1 0 0 0 0,1 0 0 0 0,0 0 0 0 0,0-1 0 0 0,0 1 0 0 0,-1 0 0 0 0,1 0 0 0 0,0 0 0 0 0,-1 0 0 0 0,1 0 0 0 0,-1 0 0 0 0,0 0 0 0 0,1 0 1 0 0,-1 0-1 0 0,0 0 0 0 0,1 0 0 0 0,-3-1 0 0 0,2 2 0 0 0,1 0 0 0 0,-1 0 0 0 0,0 0 0 0 0,0 0 0 0 0,0 0 0 0 0,1 1 0 0 0,-1-1 0 0 0,0 0 0 0 0,0 0 0 0 0,1 1 0 0 0,-1-1 0 0 0,0 0 0 0 0,1 1 0 0 0,-1-1 0 0 0,0 1 0 0 0,1-1 0 0 0,-1 1 0 0 0,0-1 0 0 0,1 1 0 0 0,-1 0 0 0 0,1-1 0 0 0,-1 2 0 0 0,-5 4 0 0 0,1 1 0 0 0,1 0 1 0 0,-1 1-1 0 0,-5 12 0 0 0,5-5 1 0 0,0 1-1 0 0,1 0 0 0 0,0 0 1 0 0,2 0-1 0 0,0 1 0 0 0,0-1 1 0 0,2 1-1 0 0,0-1 1 0 0,0 1-1 0 0,5 17 0 0 0,-4-24 1 0 0,1-1-1 0 0,1 0 0 0 0,0-1 0 0 0,0 1 0 0 0,0 0 1 0 0,1-1-1 0 0,1 0 0 0 0,8 13 0 0 0,-9-16 0 0 0,0 0 0 0 0,1 0 0 0 0,-1-1 0 0 0,1 0 0 0 0,0 1 0 0 0,0-2 0 0 0,0 1 0 0 0,1-1 1 0 0,-1 1-1 0 0,1-1 0 0 0,0-1 0 0 0,0 1 0 0 0,9 1 0 0 0,-6-2 0 0 0,0-1-1 0 0,-1 0 1 0 0,1 0 0 0 0,0-1 0 0 0,0-1-1 0 0,0 1 1 0 0,-1-1 0 0 0,1-1 0 0 0,0 0-1 0 0,-1 0 1 0 0,0 0 0 0 0,1-1 0 0 0,-1-1-1 0 0,0 1 1 0 0,0-1 0 0 0,-1-1 0 0 0,11-6-1 0 0,-3 0 1 0 0,-1 0 0 0 0,0-1 0 0 0,0 0-1 0 0,-1-1 1 0 0,-1-1 0 0 0,0 0-1 0 0,13-21 1 0 0,-17 23 4 0 0,-1-1 0 0 0,-1 0 0 0 0,0 0 1 0 0,-1 0-1 0 0,0-1 0 0 0,-1 0 0 0 0,-1 0 0 0 0,0 0 0 0 0,-1 0 0 0 0,0 0 0 0 0,-1 0 0 0 0,-1-17 0 0 0,0 30-3 0 0,0-1 0 0 0,-1 0 0 0 0,1 1 0 0 0,0-1-1 0 0,0 1 1 0 0,-1-1 0 0 0,1 0 0 0 0,-1 1 0 0 0,0-1-1 0 0,1 1 1 0 0,-1-1 0 0 0,0 1 0 0 0,0-1 0 0 0,0 1-1 0 0,0 0 1 0 0,-2-3 0 0 0,2 4-1 0 0,1-1 1 0 0,-1 1-1 0 0,0 0 1 0 0,0-1-1 0 0,0 1 0 0 0,1 0 1 0 0,-1 0-1 0 0,0 0 1 0 0,0 0-1 0 0,0 0 1 0 0,1 0-1 0 0,-1 0 0 0 0,0 0 1 0 0,0 0-1 0 0,0 0 1 0 0,0 0-1 0 0,1 0 1 0 0,-1 0-1 0 0,0 1 0 0 0,0-1 1 0 0,0 0-1 0 0,1 1 1 0 0,-2 0-1 0 0,-2 1 1 0 0,1 0 0 0 0,0 1-1 0 0,0 0 1 0 0,0-1 0 0 0,0 1 0 0 0,0 0 0 0 0,1 0 0 0 0,-1 1-1 0 0,1-1 1 0 0,0 0 0 0 0,-4 8 0 0 0,-2 13 19 0 0,0-1 0 0 0,2 1 0 0 0,0 1 0 0 0,-3 31 0 0 0,-1 105 178 0 0,8-99-97 0 0,10 319 362 0 0,-3-271-422 0 0,-5-42-24 0 0,0-61-14 0 0,-1 0 1 0 0,0 0-1 0 0,-1 0 0 0 0,1-1 0 0 0,-1 1 0 0 0,-1 0 0 0 0,-4 10 0 0 0,6-16-1 0 0,0 1 0 0 0,0-1-1 0 0,0 0 1 0 0,0 1 0 0 0,0-1-1 0 0,0 0 1 0 0,-1 1 0 0 0,1-1-1 0 0,0 0 1 0 0,-1 0 0 0 0,1 0-1 0 0,-1 0 1 0 0,1 0 0 0 0,-1-1 0 0 0,0 1-1 0 0,1 0 1 0 0,-1-1 0 0 0,-3 2-1 0 0,1-2-2 0 0,1 0-1 0 0,-1 0 0 0 0,0 0 1 0 0,0 0-1 0 0,0 0 0 0 0,1-1 1 0 0,-1 1-1 0 0,-5-2 0 0 0,-5-3-37 0 0,1 0 1 0 0,0-1-1 0 0,-19-11 0 0 0,-158-100-2674 0 0,64 34-3295 0 0,76 49 2679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1:05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483 387 23085 0 0,'28'-6'408'0'0,"4"1"-72"0"0,1 1 8 0 0,-1-2-128 0 0,3 1-24 0 0,1 1 32 0 0,1 1-176 0 0,-4-2-32 0 0,1 2-96 0 0,-3-1-72 0 0,-4 1-96 0 0,0 1-1064 0 0,-4 1-1193 0 0</inkml:trace>
  <inkml:trace contextRef="#ctx0" brushRef="#br0" timeOffset="1">1 12 20924 0 0,'2'-5'1673'0'0,"6"2"-1625"0"0,7 1 104 0 0,0 0 192 0 0,5 2-224 0 0,3 0-296 0 0,2 0-1216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1:08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259 151 10586 0 0,'0'0'2261'0'0,"2"-2"-944"0"0,1 1-1058 0 0,15-7 84 0 0,-9 1-90 0 0,-7 0-144 0 0,3-7 155 0 0,6 8 63 0 0,84-7 1891 0 0,-38 4-1223 0 0,88-3 0 0 0,503 27 1314 0 0,-500-10-1769 0 0,831-22 962 0 0,-894 13-1373 0 0,386-4 338 0 0,-234 6-357 0 0,1428-9 253 0 0,-353-30-87 0 0,-692 33-109 0 0,-502 8-143 0 0,287 6 301 0 0,-404-6-284 0 0,-1 0-29 0 0,2 0 8 0 0,-1 0-4 0 0,-1 0 51 0 0,49 3 45 0 0,-26-2-96 0 0,0 0 0 0 0,24-3 0 0 0,-42 1-9 0 0,-3 1 9 0 0,-2 0-10 0 0,1 0-3 0 0,0 0 4 0 0,0 0 1 0 0,-1 0 33 0 0,-25 3-4 0 0,-96 5-122 0 0,-193-13-1 0 0,77-3-240 0 0,-460 5-569 0 0,269 17 817 0 0,258-6 61 0 0,-33 4 18 0 0,-63 2-10 0 0,-604 15 3 0 0,595-21 13 0 0,-107 2-8 0 0,-495 10-5 0 0,500 6 4 0 0,-121 1 2 0 0,-12-45 0 0 0,72 21 0 0 0,331 0 0 0 0,-50-5 10 0 0,36 0 4 0 0,-37 10-152 0 0,116-6-69 0 0,1 2 1 0 0,-54 12-1 0 0,68-11-340 0 0,20-5-49 0 0,1 1-4364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1:18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25453 0 0,'3'-5'64'0'0,"2"3"-232"0"0,4 2-16 0 0,-3-1-976 0 0,4-1-752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1:14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93 558 6345 0 0,'-1'0'28'0'0,"0"-1"-1"0"0,0 1 0 0 0,1-1 0 0 0,-1 1 1 0 0,0-1-1 0 0,1 0 0 0 0,-1 1 0 0 0,0-1 0 0 0,1 0 1 0 0,-1 0-1 0 0,1 0 0 0 0,-1 1 0 0 0,1-1 1 0 0,0 0-1 0 0,-1 0 0 0 0,1-1 0 0 0,-7-12-842 0 0,-6-6 370 0 0,3 7-329 0 0,-3 5 414 0 0,12 8 376 0 0,-3-1 347 0 0,-6-3 1353 0 0,3 2 3288 0 0,-3 5 676 0 0,9-2-5563 0 0,1 0 1 0 0,0-1-1 0 0,-1 1 1 0 0,1-1-1 0 0,0 1 0 0 0,-1-1 1 0 0,1 1-1 0 0,0 0 0 0 0,0-1 1 0 0,0 1-1 0 0,-1-1 0 0 0,1 1 1 0 0,0 0-1 0 0,0-1 1 0 0,0 1-1 0 0,0 0 0 0 0,0-1 1 0 0,0 1-1 0 0,1 1 0 0 0,-1 1 21 0 0,1-1 0 0 0,0 1 0 0 0,0 0 0 0 0,0 0 0 0 0,0 0-1 0 0,0-1 1 0 0,3 4 0 0 0,-1-1-52 0 0,0-1 1 0 0,1 0-1 0 0,-1 0 1 0 0,1-1-1 0 0,0 1 0 0 0,0-1 1 0 0,0 0-1 0 0,0 0 1 0 0,1 0-1 0 0,-1 0 0 0 0,1-1 1 0 0,0 0-1 0 0,-1 0 1 0 0,1 0-1 0 0,0 0 0 0 0,0-1 1 0 0,1 0-1 0 0,-1 0 0 0 0,0 0 1 0 0,0-1-1 0 0,0 0 1 0 0,1 0-1 0 0,-1 0 0 0 0,0-1 1 0 0,0 1-1 0 0,0-1 1 0 0,1 0-1 0 0,-1-1 0 0 0,0 1 1 0 0,0-1-1 0 0,-1 0 0 0 0,1 0 1 0 0,0-1-1 0 0,-1 0 1 0 0,7-4-1 0 0,-1-3-47 0 0,0-1 0 0 0,0 0 0 0 0,-1-1-1 0 0,0 0 1 0 0,-1-1 0 0 0,-1 0 0 0 0,0 0 0 0 0,0 0 0 0 0,-2-1-1 0 0,1 0 1 0 0,-2 0 0 0 0,0-1 0 0 0,-1 1 0 0 0,0-1-1 0 0,-1 1 1 0 0,0-20 0 0 0,-1 11 27 0 0,-1-1-1 0 0,-2 1 1 0 0,0-1-1 0 0,-1 1 1 0 0,-2-1-1 0 0,0 1 1 0 0,-1 1-1 0 0,-2-1 1 0 0,-15-34-1 0 0,20 53-45 0 0,1 0 0 0 0,0 0 0 0 0,-1 0 0 0 0,0 0 0 0 0,0 0-1 0 0,0 0 1 0 0,-6-4 0 0 0,8 7-15 0 0,0 0 0 0 0,-1 0 0 0 0,1 0 0 0 0,0 0 0 0 0,0 1 0 0 0,0-1-1 0 0,-1 1 1 0 0,1-1 0 0 0,0 1 0 0 0,-1-1 0 0 0,1 1 0 0 0,0 0 0 0 0,-1-1 0 0 0,1 1 0 0 0,-1 0-1 0 0,1 0 1 0 0,0 0 0 0 0,-1 0 0 0 0,1 0 0 0 0,0 1 0 0 0,-1-1 0 0 0,1 0 0 0 0,-1 1 0 0 0,1-1-1 0 0,0 1 1 0 0,0-1 0 0 0,-1 1 0 0 0,1-1 0 0 0,0 1 0 0 0,-2 1 0 0 0,-4 4 1 0 0,1 0-1 0 0,0 0 1 0 0,0 0 0 0 0,0 0 0 0 0,1 1 0 0 0,0 0 0 0 0,1 0-1 0 0,-8 15 1 0 0,-1 7 3 0 0,-10 32-1 0 0,10-22 5 0 0,-2 1 9 0 0,3 1-1 0 0,1 0 0 0 0,2 1 0 0 0,2 0 0 0 0,1 0 0 0 0,3 0 0 0 0,1 1 0 0 0,2 0 0 0 0,7 47 0 0 0,-4-71-4 0 0,1-1 0 0 0,1 1-1 0 0,0-1 1 0 0,1 0 0 0 0,1 0-1 0 0,1-1 1 0 0,1 0 0 0 0,20 31 0 0 0,-24-42-10 0 0,0 1 1 0 0,1-1-1 0 0,0 0 1 0 0,0-1-1 0 0,0 1 1 0 0,1-1-1 0 0,-1-1 1 0 0,1 1-1 0 0,1-1 1 0 0,7 4-1 0 0,-9-6 0 0 0,0 0 0 0 0,0 0-1 0 0,0-1 1 0 0,1 0 0 0 0,-1 0 0 0 0,0 0 0 0 0,1-1-1 0 0,-1 0 1 0 0,1 0 0 0 0,-1-1 0 0 0,1 1 0 0 0,-1-1-1 0 0,0-1 1 0 0,9-2 0 0 0,7-4 19 0 0,0-1 0 0 0,-1-1 1 0 0,0-2-1 0 0,0 0 0 0 0,-1 0 0 0 0,-1-2 1 0 0,29-26-1 0 0,-15 9-5 0 0,-1-3 0 0 0,54-71 0 0 0,-86 105-21 0 0,10-15 11 0 0,1-1-1 0 0,-2 1 1 0 0,8-18-1 0 0,-15 29-7 0 0,0 1 1 0 0,-1 0-1 0 0,0 0 0 0 0,1-1 0 0 0,-1 1 0 0 0,0-1 0 0 0,-1 1 1 0 0,1-1-1 0 0,-1 0 0 0 0,0 1 0 0 0,0-1 0 0 0,0 0 0 0 0,0 1 1 0 0,0-1-1 0 0,-1 1 0 0 0,0-1 0 0 0,1 1 0 0 0,-1-1 0 0 0,-1 1 0 0 0,1-1 1 0 0,0 1-1 0 0,-4-6 0 0 0,2 6-1 0 0,0 1 0 0 0,0-1 0 0 0,0 1 0 0 0,0 0 0 0 0,0 0 0 0 0,0 0 0 0 0,-1 0 0 0 0,1 1 0 0 0,-1-1 0 0 0,1 1 0 0 0,-1 0 0 0 0,0 0 1 0 0,1 0-1 0 0,-1 0 0 0 0,0 1 0 0 0,0 0 0 0 0,1-1 0 0 0,-1 1 0 0 0,0 1 0 0 0,0-1 0 0 0,1 1 0 0 0,-5 0 0 0 0,-5 2-1 0 0,0-1-1 0 0,0 2 1 0 0,1 0-1 0 0,-1 1 1 0 0,-12 6 0 0 0,12-4 0 0 0,-1 1 1 0 0,1 1 0 0 0,1 0 0 0 0,0 1-1 0 0,0 0 1 0 0,1 0 0 0 0,0 2-1 0 0,1-1 1 0 0,0 1 0 0 0,1 1 0 0 0,-11 18-1 0 0,15-22 1 0 0,0 1-1 0 0,0 0 1 0 0,1-1-1 0 0,1 1 1 0 0,-1 1-1 0 0,2-1 1 0 0,-1 0-1 0 0,2 1 1 0 0,-1 0-1 0 0,1-1 1 0 0,1 1 0 0 0,0 0-1 0 0,0-1 1 0 0,1 1-1 0 0,1-1 1 0 0,0 1-1 0 0,4 14 1 0 0,-4-20-2 0 0,0 0 1 0 0,1 1 0 0 0,0-1 0 0 0,0 0 0 0 0,0-1-1 0 0,0 1 1 0 0,1 0 0 0 0,-1-1 0 0 0,1 0 0 0 0,1 0-1 0 0,-1 0 1 0 0,0-1 0 0 0,1 1 0 0 0,0-1 0 0 0,0 0-1 0 0,0 0 1 0 0,0-1 0 0 0,0 1 0 0 0,0-1 0 0 0,1 0-1 0 0,-1-1 1 0 0,1 1 0 0 0,0-1 0 0 0,-1 0 0 0 0,1-1-1 0 0,0 1 1 0 0,-1-1 0 0 0,1 0 0 0 0,0 0 0 0 0,0-1-1 0 0,-1 0 1 0 0,1 0 0 0 0,-1 0 0 0 0,1-1 0 0 0,-1 0-1 0 0,1 0 1 0 0,-1 0 0 0 0,0-1 0 0 0,7-4 0 0 0,1-1 1 0 0,-1-1 0 0 0,-1 0 0 0 0,0-1 0 0 0,0-1 1 0 0,0 0-1 0 0,-2 0 0 0 0,1-1 0 0 0,-2 0 0 0 0,10-17 0 0 0,4-11 11 0 0,25-74 0 0 0,-43 104-12 0 0,6-15 1 0 0,-6 12-2 0 0,0 0-1 0 0,1 1 1 0 0,1-1 0 0 0,0 1 0 0 0,1 0-1 0 0,0 1 1 0 0,9-12 0 0 0,-14 22-10 0 0,-1 1 9 0 0,1 1-1 0 0,0-1 0 0 0,-1 1 1 0 0,1-1-1 0 0,-1 1 0 0 0,1 0 1 0 0,0-1-1 0 0,-1 1 1 0 0,1 0-1 0 0,-1 0 0 0 0,0 0 1 0 0,1 0-1 0 0,-1 0 0 0 0,0 1 1 0 0,0-1-1 0 0,0 0 0 0 0,1 1 1 0 0,-1-1-1 0 0,-1 0 1 0 0,1 1-1 0 0,0-1 0 0 0,1 3 1 0 0,15 41 0 0 0,-14-35 1 0 0,25 88-2 0 0,-23-73 1 0 0,1-1 0 0 0,1 0 1 0 0,1 0-1 0 0,1-1 0 0 0,2 0 1 0 0,16 29-1 0 0,-19-74 14 0 0,-3-48-15 0 0,3-1 0 0 0,4 1 0 0 0,24-84 0 0 0,-34 148 1 0 0,9-25-14 0 0,-11 29 12 0 0,1 1 1 0 0,0-1 0 0 0,-1 1-1 0 0,1 0 1 0 0,0-1-1 0 0,0 1 1 0 0,0 0 0 0 0,0-1-1 0 0,0 1 1 0 0,0 0-1 0 0,0 0 1 0 0,1 0 0 0 0,-1 0-1 0 0,0 0 1 0 0,1 0-1 0 0,1-1 1 0 0,-3 2 0 0 0,1 0 0 0 0,0 1 0 0 0,0-1 1 0 0,-1 0-1 0 0,1 0 0 0 0,0 1 0 0 0,-1-1 0 0 0,1 0 0 0 0,0 1 1 0 0,-1-1-1 0 0,1 1 0 0 0,0-1 0 0 0,-1 1 0 0 0,1-1 0 0 0,-1 1 1 0 0,1-1-1 0 0,-1 1 0 0 0,1-1 0 0 0,-1 1 0 0 0,0 0 0 0 0,1-1 1 0 0,-1 1-1 0 0,0 0 0 0 0,1-1 0 0 0,-1 1 0 0 0,0 1 0 0 0,9 22-11 0 0,-9-23 13 0 0,20 80-4 0 0,-14-50 2 0 0,2 0-1 0 0,1-1 1 0 0,19 44 0 0 0,-24-66 0 0 0,-1-1-1 0 0,1 0 1 0 0,1 0 0 0 0,-1 0 0 0 0,1-1-1 0 0,1 1 1 0 0,-1-1 0 0 0,1-1 0 0 0,0 1-1 0 0,0-1 1 0 0,1 0 0 0 0,-1 0 0 0 0,1-1 0 0 0,0 0-1 0 0,0 0 1 0 0,1 0 0 0 0,-1-1 0 0 0,12 3-1 0 0,-10-4 2 0 0,-1-1 1 0 0,0-1-1 0 0,1 1 0 0 0,-1-1 0 0 0,0-1 0 0 0,1 0 0 0 0,-1 0 1 0 0,0 0-1 0 0,0-1 0 0 0,0 0 0 0 0,0-1 0 0 0,0 0 0 0 0,0 0 1 0 0,0-1-1 0 0,-1 1 0 0 0,0-2 0 0 0,0 1 0 0 0,0-1 0 0 0,8-7 0 0 0,-2 1 3 0 0,0-1 0 0 0,0-1 0 0 0,-2 0 0 0 0,1 0 0 0 0,-1-1 0 0 0,-1 0 0 0 0,-1-1-1 0 0,10-20 1 0 0,-13 22 2 0 0,-1-1-1 0 0,0 0 1 0 0,-1 0-1 0 0,0 0 0 0 0,-1-1 1 0 0,-1 1-1 0 0,1-25 1 0 0,-3 34-2 0 0,0-1 0 0 0,0 0 0 0 0,-1 1 0 0 0,0-1 0 0 0,0 1 1 0 0,-1-1-1 0 0,0 1 0 0 0,1 0 0 0 0,-2 0 0 0 0,-2-6 1 0 0,3 7-1 0 0,-1 1 0 0 0,1 0 1 0 0,-1 0-1 0 0,1 0 0 0 0,-1 0 1 0 0,0 1-1 0 0,0-1 1 0 0,0 1-1 0 0,-1 0 0 0 0,1 0 1 0 0,0 0-1 0 0,-1 0 1 0 0,0 0-1 0 0,1 1 0 0 0,-8-3 1 0 0,6 3-1 0 0,0 0 0 0 0,0 0-1 0 0,0 1 1 0 0,0-1 0 0 0,0 1 0 0 0,-1 0 0 0 0,1 0 0 0 0,0 1 0 0 0,0-1 0 0 0,0 1 0 0 0,0 0 0 0 0,0 1 0 0 0,0-1 0 0 0,-4 3 0 0 0,2-1-1 0 0,1 1 0 0 0,0 0 1 0 0,-1 0-1 0 0,2 0 0 0 0,-1 1 0 0 0,0 0 1 0 0,1 0-1 0 0,0 0 0 0 0,-5 7 0 0 0,3-2 1 0 0,0 1 0 0 0,1 0 0 0 0,0 0 0 0 0,0 0 0 0 0,1 0-1 0 0,0 1 1 0 0,1 0 0 0 0,1 0 0 0 0,0 0 0 0 0,1 1 0 0 0,-2 15 0 0 0,4-11 3 0 0,1 0 1 0 0,0 0 0 0 0,2 0-1 0 0,0 0 1 0 0,0-1 0 0 0,2 1-1 0 0,0-1 1 0 0,12 26 0 0 0,10 12 24 0 0,37 57 1 0 0,-23-43-1 0 0,-22-35-29 0 0,55 104 26 0 0,-64-117-61 0 0,-2 1 0 0 0,0-1 0 0 0,-2 1 0 0 0,8 43 0 0 0,-13-62 13 0 0,-1 0 0 0 0,0 1 1 0 0,0-1-1 0 0,1 0 0 0 0,-2 1 0 0 0,1-1 1 0 0,0 0-1 0 0,0 1 0 0 0,-1-1 1 0 0,1 0-1 0 0,-1 0 0 0 0,0 1 0 0 0,0-1 1 0 0,0 0-1 0 0,0 0 0 0 0,0 0 1 0 0,0 0-1 0 0,0 0 0 0 0,-1 0 0 0 0,-2 2 1 0 0,2-2-23 0 0,-1 1 1 0 0,0-1-1 0 0,0-1 1 0 0,-1 1-1 0 0,1 0 0 0 0,0-1 1 0 0,-1 1-1 0 0,1-1 1 0 0,0 0-1 0 0,-1 0 1 0 0,-7 0-1 0 0,-2 0-49 0 0,0 0 0 0 0,0-1 1 0 0,0-1-1 0 0,0 0 0 0 0,-1-1 0 0 0,-14-4 0 0 0,12 1 68 0 0,1 0 0 0 0,1 0-1 0 0,-1-1 1 0 0,1-1 0 0 0,0-1-1 0 0,-21-15 1 0 0,26 17 25 0 0,1-1 1 0 0,0 0-1 0 0,0 0 0 0 0,0-1 1 0 0,1 0-1 0 0,1-1 0 0 0,-1 1 0 0 0,1-1 1 0 0,1 0-1 0 0,-8-18 0 0 0,11 22 5 0 0,1 0 0 0 0,0-1 0 0 0,0 1 0 0 0,0-1 0 0 0,1 1 0 0 0,-1-1 0 0 0,1 1 0 0 0,1-1 0 0 0,-1 1 0 0 0,1-1 0 0 0,0 1-1 0 0,0-1 1 0 0,1 1 0 0 0,-1-1 0 0 0,1 1 0 0 0,1 0 0 0 0,-1 0 0 0 0,1 0 0 0 0,-1 0 0 0 0,1 1 0 0 0,1-1 0 0 0,4-5 0 0 0,7-8 6 0 0,2 1 1 0 0,0 0-1 0 0,35-26 1 0 0,148-96 126 0 0,-116 84 125 0 0,102-87 1 0 0,-177 134-237 0 0,11-9 76 0 0,31-36 0 0 0,-47 48-84 0 0,-1 0 1 0 0,1 0 0 0 0,-1 0 0 0 0,1 0-1 0 0,-1-1 1 0 0,-1 1 0 0 0,1-1-1 0 0,-1 0 1 0 0,0 1 0 0 0,0-1-1 0 0,-1 0 1 0 0,0 0 0 0 0,1-9 0 0 0,-2 13-17 0 0,0 0 0 0 0,0 0 0 0 0,0 0 0 0 0,-1 0 0 0 0,1 0 1 0 0,-1 0-1 0 0,1 0 0 0 0,-1 0 0 0 0,0 0 0 0 0,1 0 0 0 0,-1 1 1 0 0,0-1-1 0 0,0 0 0 0 0,0 0 0 0 0,-1 1 0 0 0,1-1 0 0 0,0 1 0 0 0,-1-1 1 0 0,1 1-1 0 0,-1 0 0 0 0,1-1 0 0 0,-1 1 0 0 0,0 0 0 0 0,1 0 1 0 0,-1 0-1 0 0,0 0 0 0 0,0 0 0 0 0,0 1 0 0 0,0-1 0 0 0,1 0 1 0 0,-1 1-1 0 0,0 0 0 0 0,0-1 0 0 0,0 1 0 0 0,0 0 0 0 0,0 0 1 0 0,0 0-1 0 0,-4 1 0 0 0,0-1-3 0 0,0 0 1 0 0,-1 1-1 0 0,1 0 0 0 0,0 0 1 0 0,-1 1-1 0 0,1 0 0 0 0,0 0 1 0 0,0 0-1 0 0,0 1 1 0 0,1 0-1 0 0,-7 4 0 0 0,4 0-3 0 0,0 0 0 0 0,0 1 0 0 0,1 0-1 0 0,0 0 1 0 0,1 0 0 0 0,0 1 0 0 0,0 0 0 0 0,1 1-1 0 0,0-1 1 0 0,0 1 0 0 0,1 0 0 0 0,1 0 0 0 0,0 0-1 0 0,0 1 1 0 0,-1 12 0 0 0,3-17 0 0 0,0 1-1 0 0,1-1 1 0 0,0 1 0 0 0,0 0-1 0 0,0-1 1 0 0,1 1 0 0 0,0-1-1 0 0,1 0 1 0 0,-1 1 0 0 0,1-1-1 0 0,4 9 1 0 0,-4-11 0 0 0,1 1 0 0 0,0-1 0 0 0,0 0 0 0 0,0 0 0 0 0,0 0 0 0 0,0-1 0 0 0,1 1 1 0 0,0-1-1 0 0,0 0 0 0 0,0 0 0 0 0,0 0 0 0 0,0 0 0 0 0,0-1 0 0 0,1 1 0 0 0,-1-1 0 0 0,8 2 0 0 0,-4-2 2 0 0,1 0 0 0 0,0-1-1 0 0,-1 0 1 0 0,1 0 0 0 0,0-1 0 0 0,0 0-1 0 0,0 0 1 0 0,-1-1 0 0 0,1-1-1 0 0,0 1 1 0 0,-1-1 0 0 0,1-1 0 0 0,-1 1-1 0 0,13-7 1 0 0,9-5-1 0 0,-1-1 0 0 0,40-27 1 0 0,-54 32 8 0 0,-1 0 1 0 0,1 0-1 0 0,-2-2 1 0 0,1 0 0 0 0,-2 0-1 0 0,1-1 1 0 0,-2 0-1 0 0,0-1 1 0 0,0-1 0 0 0,13-24-1 0 0,-18 26 1 0 0,-3 7 1 0 0,0 0-1 0 0,0-1 1 0 0,0 1-1 0 0,-1 0 1 0 0,0-1-1 0 0,0 0 1 0 0,-1 1-1 0 0,1-1 1 0 0,-1-9-1 0 0,-1 16-8 0 0,0 0 0 0 0,0-1 0 0 0,0 1 0 0 0,0 0 0 0 0,0-1 0 0 0,0 1 0 0 0,0 0 0 0 0,0-1 0 0 0,0 1-1 0 0,0 0 1 0 0,0 0 0 0 0,-1-1 0 0 0,1 1 0 0 0,0 0 0 0 0,0 0 0 0 0,0-1 0 0 0,0 1 0 0 0,-1 0 0 0 0,1 0 0 0 0,0-1 0 0 0,0 1-1 0 0,0 0 1 0 0,-1 0 0 0 0,1 0 0 0 0,0-1 0 0 0,0 1 0 0 0,-1 0 0 0 0,1 0 0 0 0,0 0 0 0 0,-1 0 0 0 0,1 0 0 0 0,0 0 0 0 0,0 0-1 0 0,-1 0 1 0 0,1 0 0 0 0,0-1 0 0 0,-1 1 0 0 0,1 0 0 0 0,0 0 0 0 0,-1 1 0 0 0,1-1 0 0 0,0 0 0 0 0,0 0 0 0 0,-1 0 0 0 0,1 0-1 0 0,0 0 1 0 0,-1 0 0 0 0,1 0 0 0 0,0 0 0 0 0,0 0 0 0 0,-1 1 0 0 0,1-1 0 0 0,0 0 0 0 0,0 0 0 0 0,-1 0 0 0 0,1 1 0 0 0,0-1-1 0 0,0 0 1 0 0,0 0 0 0 0,-1 1 0 0 0,1-1 0 0 0,0 0 0 0 0,-16 16 21 0 0,13-8-7 0 0,0 0 0 0 0,0 0 0 0 0,1 0 0 0 0,0 1 0 0 0,0-1 0 0 0,1 1 0 0 0,0-1 0 0 0,1 1 0 0 0,-1-1 0 0 0,2 1 0 0 0,1 11 0 0 0,1 0 32 0 0,1 0 0 0 0,1-1 0 0 0,13 34 0 0 0,-12-38-25 0 0,1 0 0 0 0,13 20 0 0 0,-17-30-16 0 0,1 0-1 0 0,-1 0 1 0 0,1-1 0 0 0,0 1 0 0 0,0-1 0 0 0,0 0-1 0 0,0 0 1 0 0,1-1 0 0 0,0 1 0 0 0,5 3 0 0 0,-8-7-2 0 0,-1 1 0 0 0,0-1 1 0 0,1 0-1 0 0,-1 0 0 0 0,1 1 1 0 0,-1-1-1 0 0,1 0 0 0 0,-1 0 0 0 0,1-1 1 0 0,-1 1-1 0 0,0 0 0 0 0,1 0 1 0 0,-1-1-1 0 0,1 1 0 0 0,-1-1 0 0 0,0 1 1 0 0,1-1-1 0 0,-1 1 0 0 0,0-1 1 0 0,0 0-1 0 0,1 0 0 0 0,-1 0 1 0 0,0 1-1 0 0,0-1 0 0 0,0 0 0 0 0,0 0 1 0 0,1-2-1 0 0,4-4 4 0 0,0 0 0 0 0,-1-1 0 0 0,6-9 0 0 0,-4 6 0 0 0,13-18 2 0 0,-1-1 0 0 0,-1-1-1 0 0,-2-1 1 0 0,16-43 0 0 0,-26 53-3 0 0,-5 16-5 0 0,1-1 0 0 0,0 1-1 0 0,0-1 1 0 0,1 1-1 0 0,-1 0 1 0 0,2 0-1 0 0,-1 0 1 0 0,8-11-1 0 0,-10 17-9 0 0,0 0-15 0 0,-1 1 21 0 0,1-1 1 0 0,0 0 0 0 0,0 1 0 0 0,0-1-1 0 0,0 1 1 0 0,0-1 0 0 0,0 1 0 0 0,0 0-1 0 0,-1-1 1 0 0,1 1 0 0 0,0 0 0 0 0,0 0-1 0 0,-1-1 1 0 0,1 1 0 0 0,-1 0 0 0 0,1 0-1 0 0,-1 0 1 0 0,1 0 0 0 0,0 1 0 0 0,10 22 4 0 0,-10-21-4 0 0,0-1 1 0 0,0 1 0 0 0,0 0 1 0 0,1-1-1 0 0,-1 1 0 0 0,1-1 0 0 0,-1 0 1 0 0,1 1-1 0 0,0-1 0 0 0,0 0 0 0 0,0 0 1 0 0,0 0-1 0 0,0 0 0 0 0,0 0 0 0 0,1-1 1 0 0,-1 1-1 0 0,1-1 0 0 0,-1 0 0 0 0,1 1 1 0 0,-1-1-1 0 0,1 0 0 0 0,3 1 0 0 0,3-1 13 0 0,-1 0 0 0 0,1-1-1 0 0,-1 0 1 0 0,1 0 0 0 0,14-3-1 0 0,-21 2 4 0 0,0 1 0 0 0,-1 0 0 0 0,1 0-1 0 0,0 0 1 0 0,0 0 0 0 0,0 1 0 0 0,-1-1-1 0 0,1 0 1 0 0,0 1 0 0 0,-1 0 0 0 0,1-1 0 0 0,0 1-1 0 0,-1 0 1 0 0,1-1 0 0 0,-1 1 0 0 0,1 0-1 0 0,-1 0 1 0 0,1 0 0 0 0,-1 1 0 0 0,0-1 0 0 0,0 0-1 0 0,1 0 1 0 0,-1 1 0 0 0,0-1 0 0 0,0 1-1 0 0,0-1 1 0 0,0 1 0 0 0,-1-1 0 0 0,1 1 0 0 0,1 2-1 0 0,1 6 90 0 0,0 1 0 0 0,0 0 0 0 0,-1 0-1 0 0,1 11 1 0 0,3 13 70 0 0,1-11-75 0 0,14 31-1 0 0,-18-47-160 0 0,1 0 0 0 0,0-1 0 0 0,1 1 0 0 0,-1-1 0 0 0,2 0 0 0 0,-1-1 0 0 0,11 11 0 0 0,-15-16-10 0 0,-1-1 1 0 0,1 1-1 0 0,-1-1 0 0 0,1 1 0 0 0,0-1 1 0 0,-1 1-1 0 0,1-1 0 0 0,0 0 1 0 0,-1 1-1 0 0,1-1 0 0 0,0 0 0 0 0,-1 1 1 0 0,1-1-1 0 0,0 0 0 0 0,0 0 0 0 0,-1 0 1 0 0,1 0-1 0 0,0 0 0 0 0,0 0 1 0 0,-1 0-1 0 0,1 0 0 0 0,0 0 0 0 0,0 0 1 0 0,-1 0-1 0 0,1 0 0 0 0,0 0 1 0 0,1-1-1 0 0,0 0-351 0 0,-1-1 0 0 0,1 1 0 0 0,0 0 0 0 0,-1-1 0 0 0,1 1 0 0 0,-1-1 0 0 0,0 0-1 0 0,3-3 1 0 0,3-7-3141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1:14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69 22765 0 0,'-15'-9'288'0'0,"5"3"-72"0"0,3 4 0 0 0,1-5 152 0 0,6 6-704 0 0,0-1 40 0 0,0 0-208 0 0,1-18-680 0 0,6 15-369 0 0,5-3-359 0 0,3 1-913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1:15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14203 0 0,'0'0'1467'0'0,"0"2"-1007"0"0,7 70 4412 0 0,1-1-3213 0 0,-11 187 1262 0 0,0-73-2175 0 0,2-151-688 0 0,0-11-40 0 0,1 1 0 0 0,1-1-1 0 0,0 1 1 0 0,2-1-1 0 0,1 0 1 0 0,11 35 0 0 0,-15-57-20 0 0,0-1 1 0 0,0 1 0 0 0,0-1 0 0 0,0 0-1 0 0,0 1 1 0 0,0-1 0 0 0,0 1-1 0 0,0-1 1 0 0,0 0 0 0 0,1 1-1 0 0,-1-1 1 0 0,0 0 0 0 0,0 1 0 0 0,1-1-1 0 0,-1 0 1 0 0,0 0 0 0 0,0 1-1 0 0,1-1 1 0 0,-1 0 0 0 0,0 1 0 0 0,1-1-1 0 0,-1 0 1 0 0,0 0 0 0 0,1 0-1 0 0,-1 1 1 0 0,0-1 0 0 0,1 0-1 0 0,-1 0 1 0 0,0 0 0 0 0,1 0 0 0 0,0 0-1 0 0,6-10-33 0 0,2-22-19 0 0,-8 29 47 0 0,12-57-63 0 0,21-84 31 0 0,-28 123 26 0 0,1 0-1 0 0,2 1 1 0 0,0 0 0 0 0,18-29-1 0 0,-23 42 0 0 0,1 1-1 0 0,0-1 1 0 0,0 1 0 0 0,1 0-1 0 0,0 0 1 0 0,7-5-1 0 0,-12 10 12 0 0,0 0 0 0 0,0 1 0 0 0,0-1 0 0 0,0 0 0 0 0,0 0 0 0 0,1 1 0 0 0,-1-1 0 0 0,0 0-1 0 0,0 1 1 0 0,1-1 0 0 0,-1 1 0 0 0,0 0 0 0 0,1-1 0 0 0,-1 1 0 0 0,0 0 0 0 0,1 0 0 0 0,-1 0 0 0 0,1 0-1 0 0,-1 0 1 0 0,0 0 0 0 0,1 0 0 0 0,-1 1 0 0 0,0-1 0 0 0,1 0 0 0 0,-1 1 0 0 0,0-1 0 0 0,1 1-1 0 0,-1-1 1 0 0,0 1 0 0 0,0 0 0 0 0,0-1 0 0 0,1 1 0 0 0,-1 0 0 0 0,0 0 0 0 0,0 0 0 0 0,0 0 0 0 0,0 0-1 0 0,-1 0 1 0 0,1 0 0 0 0,0 0 0 0 0,0 0 0 0 0,-1 1 0 0 0,2 0 0 0 0,5 15 1 0 0,0-1 0 0 0,-1 1 1 0 0,-1 1-1 0 0,0-1 0 0 0,2 27 0 0 0,6 16 4 0 0,-9-45 4 0 0,-1 0-7 0 0,1-1 1 0 0,0 0 0 0 0,9 18-1 0 0,-12-30 4 0 0,0 1-1 0 0,0-1 1 0 0,0 0-1 0 0,1 1 0 0 0,-1-1 1 0 0,1 0-1 0 0,0 0 1 0 0,-1 0-1 0 0,1 0 1 0 0,0 0-1 0 0,0 0 0 0 0,0 0 1 0 0,1-1-1 0 0,-1 1 1 0 0,0-1-1 0 0,0 0 0 0 0,1 1 1 0 0,-1-1-1 0 0,1 0 1 0 0,0-1-1 0 0,-1 1 1 0 0,1 0-1 0 0,-1-1 0 0 0,5 1 1 0 0,-4-1-2 0 0,0-1 0 0 0,1 0 1 0 0,-1 0-1 0 0,0 0 0 0 0,0 0 1 0 0,0-1-1 0 0,0 1 0 0 0,0-1 0 0 0,0 0 1 0 0,0 0-1 0 0,-1 0 0 0 0,1 0 1 0 0,0 0-1 0 0,-1 0 0 0 0,4-5 0 0 0,3-4-27 0 0,-1 1-1 0 0,11-18 0 0 0,-8 10 16 0 0,-1 1 0 0 0,-1-1 0 0 0,0-1 0 0 0,-2 0 1 0 0,0 0-1 0 0,7-34 0 0 0,-13 45 11 0 0,22-133 63 0 0,-23 139-61 0 0,0 0 1 0 0,1 1 0 0 0,-1-1 0 0 0,1 0 0 0 0,-1 0 0 0 0,1 1 0 0 0,-1-1 0 0 0,1 1 0 0 0,0-1 0 0 0,1-1 0 0 0,-1 2 11 0 0,2 13 18 0 0,17 318 136 0 0,-1-36-33 0 0,-18-252-145 0 0,-2 76-72 0 0,0-107 75 0 0,0 0-1 0 0,-1 0 0 0 0,0 0 1 0 0,-1 0-1 0 0,0 0 1 0 0,-1-1-1 0 0,0 0 1 0 0,-7 12-1 0 0,10-20 7 0 0,0 1 0 0 0,-1-1 0 0 0,1 0 0 0 0,-1 0 0 0 0,1 0 0 0 0,-1 0 0 0 0,0 0 0 0 0,0 0 1 0 0,0-1-1 0 0,0 1 0 0 0,0-1 0 0 0,0 1 0 0 0,-1-1 0 0 0,1 0 0 0 0,0 1 0 0 0,-1-1 0 0 0,1 0 0 0 0,-1-1 0 0 0,1 1 0 0 0,-4 0 0 0 0,2-1 4 0 0,0 0 1 0 0,1 0-1 0 0,-1 0 0 0 0,0-1 0 0 0,1 0 0 0 0,-1 0 0 0 0,1 0 1 0 0,-1 0-1 0 0,1 0 0 0 0,0-1 0 0 0,-1 1 0 0 0,1-1 0 0 0,-3-2 0 0 0,-3-3 23 0 0,0 0-1 0 0,1 0 0 0 0,0 0 1 0 0,0-1-1 0 0,1 0 0 0 0,0-1 0 0 0,0 0 1 0 0,-9-16-1 0 0,12 17 8 0 0,0 1 0 0 0,1-1 1 0 0,0 0-1 0 0,0 0 0 0 0,1 0 0 0 0,0-1 1 0 0,1 1-1 0 0,0 0 0 0 0,0-1 0 0 0,0 1 0 0 0,2-14 1 0 0,0 15-85 0 0,0 1 0 0 0,0 0 0 0 0,1 0 0 0 0,0 0 0 0 0,0 1 1 0 0,1-1-1 0 0,-1 0 0 0 0,1 1 0 0 0,0 0 0 0 0,1-1 1 0 0,-1 1-1 0 0,1 0 0 0 0,0 1 0 0 0,1-1 0 0 0,-1 1 0 0 0,8-6 1 0 0,36-21-2254 0 0,-20 15-177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1:18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1 655 20068 0 0,'0'-1'44'0'0,"0"-1"0"0"0,0 1 0 0 0,0 0-1 0 0,1 0 1 0 0,-1 0 0 0 0,0 0 0 0 0,1 0 0 0 0,-1 0-1 0 0,0 0 1 0 0,1 0 0 0 0,-1 1 0 0 0,1-1-1 0 0,0 0 1 0 0,-1 0 0 0 0,1 0 0 0 0,0 0 0 0 0,0 1-1 0 0,-1-1 1 0 0,1 0 0 0 0,0 1 0 0 0,0-1 0 0 0,0 0-1 0 0,0 1 1 0 0,0-1 0 0 0,0 1 0 0 0,0 0-1 0 0,0-1 1 0 0,0 1 0 0 0,0 0 0 0 0,0-1 0 0 0,0 1-1 0 0,0 0 1 0 0,0 0 0 0 0,0 0 0 0 0,0 0 0 0 0,0 0-1 0 0,0 0 1 0 0,0 0 0 0 0,0 0 0 0 0,0 1-1 0 0,0-1 1 0 0,0 0 0 0 0,0 1 0 0 0,0-1 0 0 0,0 1-1 0 0,0-1 1 0 0,0 1 0 0 0,0-1 0 0 0,0 1-1 0 0,0-1 1 0 0,-1 1 0 0 0,1 0 0 0 0,0 0 0 0 0,0-1-1 0 0,-1 1 1 0 0,1 0 0 0 0,0 0 0 0 0,-1 0 0 0 0,1 0-1 0 0,-1 0 1 0 0,1 0 0 0 0,-1 0 0 0 0,0 0-1 0 0,1 1 1 0 0,1 7 165 0 0,1 0 0 0 0,-2 1 0 0 0,1-1-1 0 0,-2 0 1 0 0,1 1 0 0 0,-2 11 0 0 0,-7 58 591 0 0,7-71-745 0 0,0 0 1 0 0,-1 0-1 0 0,0 0 1 0 0,-1 0-1 0 0,0-1 1 0 0,-4 10-1 0 0,6-16 135 0 0,-9-16 2 0 0,9 3-167 0 0,0 1 1 0 0,0-1 0 0 0,1 0 0 0 0,1 0-1 0 0,0 0 1 0 0,5-20 0 0 0,24-71-17 0 0,-23 81-1 0 0,-2 6 3 0 0,1 1 1 0 0,1 0-1 0 0,0 0 1 0 0,1 0-1 0 0,0 1 0 0 0,17-21 1 0 0,-21 31 0 0 0,0 0-1 0 0,-1 0 1 0 0,2 0 0 0 0,-1 1 0 0 0,0-1 0 0 0,1 1 0 0 0,0 0-1 0 0,0 0 1 0 0,0 1 0 0 0,6-3 0 0 0,-7 4 1 0 0,0 0 1 0 0,-1 0 0 0 0,1 0-1 0 0,0 1 1 0 0,0 0 0 0 0,-1 0-1 0 0,1 0 1 0 0,0 0-1 0 0,0 0 1 0 0,0 1 0 0 0,-1 0-1 0 0,1 0 1 0 0,0 0-1 0 0,-1 0 1 0 0,1 0 0 0 0,5 3-1 0 0,-3-1 13 0 0,-1 1-1 0 0,0-1 1 0 0,1 1-1 0 0,-1 0 1 0 0,0 0-1 0 0,-1 0 0 0 0,1 1 1 0 0,-1-1-1 0 0,0 1 1 0 0,0 0-1 0 0,0 1 1 0 0,4 8-1 0 0,-4-5 12 0 0,1 1-1 0 0,-2 0 1 0 0,0 0-1 0 0,0 0 1 0 0,-1 1-1 0 0,0-1 1 0 0,1 11-1 0 0,-3 6 36 0 0,0-1-1 0 0,-1 0 0 0 0,-2 0 1 0 0,0 0-1 0 0,-10 33 0 0 0,-27 69 97 0 0,35-138-210 0 0,10-21 9 0 0,1 1 0 0 0,1 0 0 0 0,1 0 0 0 0,2 0 0 0 0,1 1 0 0 0,2 1 1 0 0,0 0-1 0 0,2 1 0 0 0,1 0 0 0 0,32-40 0 0 0,-33 48 13 0 0,29-28 0 0 0,-40 43 13 0 0,1 0 0 0 0,0 0 0 0 0,0 0 0 0 0,0 1 1 0 0,0 0-1 0 0,0 0 0 0 0,1 0 0 0 0,-1 1 0 0 0,1-1 0 0 0,0 1 1 0 0,0 1-1 0 0,6-2 0 0 0,-9 3 6 0 0,-1 0 1 0 0,1 0-1 0 0,0 1 0 0 0,-1-1 1 0 0,1 1-1 0 0,0-1 1 0 0,-1 1-1 0 0,1 0 0 0 0,-1 0 1 0 0,1 0-1 0 0,-1 0 1 0 0,1 1-1 0 0,-1-1 0 0 0,0 1 1 0 0,0 0-1 0 0,0-1 1 0 0,0 1-1 0 0,0 0 1 0 0,0 0-1 0 0,0 0 0 0 0,-1 0 1 0 0,1 0-1 0 0,-1 1 1 0 0,1-1-1 0 0,-1 1 0 0 0,0-1 1 0 0,0 1-1 0 0,1 3 1 0 0,2 5 3 0 0,0 0 0 0 0,-1 0 0 0 0,0 0 0 0 0,-1 1 0 0 0,1 14 0 0 0,-2-13 1 0 0,-2 1 0 0 0,1-1-1 0 0,-2 1 1 0 0,0-1 0 0 0,0 1-1 0 0,-1-1 1 0 0,-7 17 0 0 0,7-20-12 0 0,-1-1 0 0 0,0 0 0 0 0,-1 1 0 0 0,0-1 0 0 0,-1-1 0 0 0,1 1 0 0 0,-2-1 0 0 0,1 0 0 0 0,-1 0 0 0 0,-9 7-1 0 0,16-15 7 0 0,0 0 0 0 0,0 0 0 0 0,0 0-1 0 0,0 0 1 0 0,0 0 0 0 0,0 0-1 0 0,0 0 1 0 0,0 0 0 0 0,0 0-1 0 0,0 0 1 0 0,0 0 0 0 0,0 0 0 0 0,0 0-1 0 0,0-1 1 0 0,0 1 0 0 0,0 0-1 0 0,-1 0 1 0 0,1 0 0 0 0,0 0-1 0 0,0 0 1 0 0,0 0 0 0 0,0 0 0 0 0,0 0-1 0 0,0 0 1 0 0,0 0 0 0 0,0 0-1 0 0,0 0 1 0 0,0 0 0 0 0,0 0-1 0 0,0 0 1 0 0,0 0 0 0 0,0 0 0 0 0,0 0-1 0 0,0 0 1 0 0,0 0 0 0 0,-1 0-1 0 0,1 0 1 0 0,0 0 0 0 0,0 0-1 0 0,0 0 1 0 0,0 0 0 0 0,0 0 0 0 0,0 0-1 0 0,0 0 1 0 0,0 0 0 0 0,0 0-1 0 0,0 0 1 0 0,0 0 0 0 0,0 0-1 0 0,0 0 1 0 0,0 0 0 0 0,-1 0 0 0 0,1 0-1 0 0,0 0 1 0 0,0 0 0 0 0,0 0-1 0 0,0 0 1 0 0,0 0 0 0 0,0 0-1 0 0,0 0 1 0 0,0 0 0 0 0,0 0 0 0 0,0 0-1 0 0,0 0 1 0 0,0 0 0 0 0,0 0-1 0 0,0 0 1 0 0,0 1 0 0 0,2-10-59 0 0,6-10-5 0 0,54-84-91 0 0,50-76 161 0 0,-105 168-9 0 0,0 2 0 0 0,0-1 0 0 0,1 1 0 0 0,0 0 1 0 0,1 0-1 0 0,0 1 0 0 0,12-8 0 0 0,-20 15 5 0 0,0 0 0 0 0,0 1 0 0 0,0-1 0 0 0,0 1 1 0 0,0-1-1 0 0,0 1 0 0 0,0 0 0 0 0,0-1 0 0 0,1 1 0 0 0,-1 0 0 0 0,0 0 0 0 0,0 0 0 0 0,0 0 1 0 0,0 0-1 0 0,0 0 0 0 0,1 0 0 0 0,-1 0 0 0 0,0 0 0 0 0,0 0 0 0 0,0 1 0 0 0,0-1 0 0 0,0 0 1 0 0,2 2-1 0 0,-2-1 1 0 0,1 0 0 0 0,-1 0 0 0 0,1 1 0 0 0,-1-1 1 0 0,0 1-1 0 0,1-1 0 0 0,-1 1 0 0 0,0-1 0 0 0,0 1 0 0 0,0 0 1 0 0,0 0-1 0 0,1 2 0 0 0,1 5 5 0 0,-1 1 0 0 0,1-1 0 0 0,-1 1 0 0 0,0 11 0 0 0,2 62 34 0 0,-4-51-17 0 0,8 51 1 0 0,-6-74-22 0 0,0 1-1 0 0,0-1 1 0 0,1 1-1 0 0,1-1 1 0 0,-1 0 0 0 0,1 0-1 0 0,1-1 1 0 0,0 1-1 0 0,9 12 1 0 0,-11-17-2 0 0,0 0 0 0 0,1-1 0 0 0,-1 1 0 0 0,1-1 0 0 0,0 0 0 0 0,0 0 0 0 0,0 0 0 0 0,1 0 0 0 0,-1-1 0 0 0,1 1 1 0 0,-1-1-1 0 0,1 0 0 0 0,0-1 0 0 0,-1 1 0 0 0,9 0 0 0 0,-5-1 0 0 0,-1 0 1 0 0,0-1-1 0 0,0-1 1 0 0,1 1-1 0 0,-1-1 1 0 0,0 0-1 0 0,0-1 0 0 0,0 0 1 0 0,13-5-1 0 0,-4 0 0 0 0,0-1-1 0 0,0-1 0 0 0,-1 0 1 0 0,0-1-1 0 0,-1-1 1 0 0,0 0-1 0 0,-1-1 0 0 0,13-15 1 0 0,-17 17 0 0 0,-1-1 1 0 0,0 0-1 0 0,0-1 1 0 0,-2 0 0 0 0,1 0-1 0 0,-1-1 1 0 0,4-14-1 0 0,-7 19 3 0 0,0-1-1 0 0,-1 0 0 0 0,0 1 0 0 0,-1-1 1 0 0,0 0-1 0 0,0 0 0 0 0,-1 0 1 0 0,0 0-1 0 0,-1 0 0 0 0,1 0 0 0 0,-5-17 1 0 0,4 24-3 0 0,0-1 1 0 0,0 0 0 0 0,0 1 0 0 0,0-1 0 0 0,0 1-1 0 0,-1-1 1 0 0,1 1 0 0 0,-1 0 0 0 0,1-1-1 0 0,-1 1 1 0 0,0 0 0 0 0,0 0 0 0 0,0 0-1 0 0,0 0 1 0 0,0 1 0 0 0,0-1 0 0 0,-1 0-1 0 0,1 1 1 0 0,-4-2 0 0 0,2 2 0 0 0,0 0 1 0 0,0 0-1 0 0,0 0 1 0 0,0 1-1 0 0,-1-1 1 0 0,1 1-1 0 0,0 0 1 0 0,0 0-1 0 0,0 1 1 0 0,0-1-1 0 0,-7 3 1 0 0,-4 1 6 0 0,1 1 0 0 0,-1 1 0 0 0,1 0 0 0 0,1 1 0 0 0,-25 17 0 0 0,16-9 3 0 0,0 2 0 0 0,0 1 0 0 0,-36 40 0 0 0,51-50-20 0 0,0 0 0 0 0,1 0 0 0 0,1 0-1 0 0,-1 1 1 0 0,1 0 0 0 0,0 0-1 0 0,1 0 1 0 0,0 1 0 0 0,1-1 0 0 0,0 1-1 0 0,0 0 1 0 0,1 0 0 0 0,0 0 0 0 0,0 11-1 0 0,2-19-4 0 0,0 0-1 0 0,0 0 1 0 0,0 0-1 0 0,1 0 0 0 0,-1 0 1 0 0,0 0-1 0 0,1 0 1 0 0,-1 0-1 0 0,1 0 1 0 0,0 0-1 0 0,0 0 0 0 0,-1 0 1 0 0,1 0-1 0 0,1-1 1 0 0,-1 1-1 0 0,0 0 1 0 0,0-1-1 0 0,1 1 0 0 0,-1 0 1 0 0,0-1-1 0 0,4 3 1 0 0,-2-3-19 0 0,0 1 0 0 0,1-1 0 0 0,-1 1 1 0 0,0-1-1 0 0,1 0 0 0 0,-1-1 0 0 0,1 1 1 0 0,-1-1-1 0 0,1 1 0 0 0,-1-1 0 0 0,7 0 1 0 0,5-2-81 0 0,0 0 1 0 0,0-1-1 0 0,0-1 1 0 0,26-10-1 0 0,-10 2 54 0 0,-2-3-1 0 0,1 0 1 0 0,-2-2-1 0 0,0-1 1 0 0,-2-1-1 0 0,34-30 0 0 0,-12 3 133 0 0,-3-1 0 0 0,46-64-1 0 0,-86 105-64 0 0,27-32 29 0 0,-30 36-31 0 0,0-1-1 0 0,1 1 1 0 0,-1 0 0 0 0,1 0 0 0 0,-1 1 0 0 0,1-1 0 0 0,-1 0-1 0 0,1 1 1 0 0,0 0 0 0 0,0-1 0 0 0,0 1 0 0 0,5-1-1 0 0,-8 2-2 0 0,1 0 0 0 0,0 1 0 0 0,-1-1 0 0 0,1 0 0 0 0,0 0-1 0 0,-1 1 1 0 0,1-1 0 0 0,0 0 0 0 0,-1 1 0 0 0,1-1 0 0 0,-1 1-1 0 0,1-1 1 0 0,0 0 0 0 0,-1 1 0 0 0,1 0 0 0 0,-1-1-1 0 0,0 1 1 0 0,1-1 0 0 0,-1 1 0 0 0,1-1 0 0 0,-1 1 0 0 0,0 0-1 0 0,1-1 1 0 0,-1 1 0 0 0,0 0 0 0 0,0-1 0 0 0,0 1 0 0 0,0 0-1 0 0,1 0 1 0 0,-1-1 0 0 0,0 1 0 0 0,0 0 0 0 0,0 0-1 0 0,0 28 62 0 0,-3-6-16 0 0,-1-1-1 0 0,-14 43 1 0 0,12-49-45 0 0,1 0 0 0 0,1 0 1 0 0,1 0-1 0 0,0 0 0 0 0,1 1 0 0 0,0-1 0 0 0,2 27 1 0 0,0-41-11 0 0,0 1 1 0 0,1-1-1 0 0,-1 1 1 0 0,1-1-1 0 0,-1 0 1 0 0,1 1-1 0 0,0-1 1 0 0,0 0-1 0 0,0 1 1 0 0,0-1-1 0 0,1 0 1 0 0,-1 0-1 0 0,0 0 1 0 0,1 0-1 0 0,0 0 1 0 0,-1 0-1 0 0,1-1 1 0 0,0 1-1 0 0,0-1 1 0 0,3 3-1 0 0,-1-2-10 0 0,-1-1-1 0 0,0 0 0 0 0,1 0 0 0 0,-1 0 1 0 0,1 0-1 0 0,-1-1 0 0 0,1 0 1 0 0,-1 1-1 0 0,1-1 0 0 0,-1 0 0 0 0,1-1 1 0 0,6 0-1 0 0,3-2-23 0 0,0-1 1 0 0,0 0 0 0 0,-1-1-1 0 0,0 0 1 0 0,0-1-1 0 0,18-11 1 0 0,-3 0 70 0 0,-1-2-1 0 0,-1 0 1 0 0,-1-2 0 0 0,-1-1-1 0 0,-1 0 1 0 0,-1-2-1 0 0,0 0 1 0 0,-2-2 0 0 0,-1 0-1 0 0,-2-1 1 0 0,0 0 0 0 0,-2-1-1 0 0,17-46 1 0 0,34-146 491 0 0,-64 218-479 0 0,-4 4-37 0 0,1 0 1 0 0,0 0-1 0 0,0 0 1 0 0,0 0-1 0 0,0 0 1 0 0,1 0-1 0 0,-1 0 1 0 0,0 1-1 0 0,1-1 1 0 0,0 1-1 0 0,-1-1 1 0 0,1 1-1 0 0,0-1 1 0 0,0 1-1 0 0,0 4 1 0 0,-2 0 2 0 0,-12 35-23 0 0,3 0 1 0 0,0 1 0 0 0,3 1 0 0 0,2-1-1 0 0,1 1 1 0 0,3 1 0 0 0,1-1 0 0 0,6 56 0 0 0,-2-80-73 0 0,8 36 0 0 0,-9-52 72 0 0,0 1 0 0 0,0-1-1 0 0,1 0 1 0 0,0 1-1 0 0,-1-1 1 0 0,1 0-1 0 0,1 0 1 0 0,-1 0-1 0 0,0-1 1 0 0,1 1-1 0 0,0 0 1 0 0,0-1-1 0 0,0 0 1 0 0,7 6-1 0 0,-9-9 16 0 0,0 1 1 0 0,0-1-1 0 0,0 0 0 0 0,0 1 0 0 0,0-1 0 0 0,1 0 1 0 0,-1 0-1 0 0,0 0 0 0 0,0 0 0 0 0,0 0 0 0 0,1 0 1 0 0,-1 0-1 0 0,0 0 0 0 0,0-1 0 0 0,0 1 0 0 0,0 0 1 0 0,1-1-1 0 0,-1 1 0 0 0,0 0 0 0 0,0-1 0 0 0,0 0 1 0 0,0 1-1 0 0,0-1 0 0 0,0 0 0 0 0,0 1 0 0 0,0-1 1 0 0,0 0-1 0 0,-1 0 0 0 0,1 0 0 0 0,1-2 0 0 0,23-32 33 0 0,-24 32-30 0 0,42-77 17 0 0,-27 46-15 0 0,1 2 0 0 0,29-39-1 0 0,-45 69-6 0 0,1 0-1 0 0,0 0 1 0 0,-1 0-1 0 0,1 0 1 0 0,0 0 0 0 0,0 1-1 0 0,0-1 1 0 0,1 0-1 0 0,-1 1 1 0 0,0-1 0 0 0,1 1-1 0 0,-1 0 1 0 0,1 0-1 0 0,-1 0 1 0 0,1 0-1 0 0,-1 1 1 0 0,1-1 0 0 0,-1 1-1 0 0,1-1 1 0 0,0 1-1 0 0,0 0 1 0 0,-1 0-1 0 0,5 0 1 0 0,2 2 1 0 0,0 0-1 0 0,1 1 1 0 0,-1 0 0 0 0,0 1-1 0 0,11 6 1 0 0,-13-7 3 0 0,0 1 0 0 0,1-1 1 0 0,-1 0-1 0 0,1 0 0 0 0,-1-1 0 0 0,1 0 0 0 0,0-1 0 0 0,13 2 1 0 0,-9-4-1 0 0,1-1 0 0 0,-1 0 0 0 0,0-1 0 0 0,0-1 0 0 0,-1 0 0 0 0,1 0 0 0 0,-1-1 0 0 0,0 0 0 0 0,0-1 0 0 0,10-8 0 0 0,-13 9 3 0 0,0 0-1 0 0,-1-1 1 0 0,0 0 0 0 0,0 0 0 0 0,-1-1-1 0 0,0 1 1 0 0,0-2 0 0 0,0 1 0 0 0,-1-1 0 0 0,0 1-1 0 0,0-1 1 0 0,-1-1 0 0 0,6-16 0 0 0,-9 23 3 0 0,0-1 0 0 0,-1 1 0 0 0,1-1 0 0 0,-1 1 0 0 0,1-1 0 0 0,-1 0 0 0 0,0 1 0 0 0,0-1 0 0 0,0 0 1 0 0,0 0-1 0 0,-1 1 0 0 0,1-1 0 0 0,-1 1 0 0 0,0-1 0 0 0,1 0 0 0 0,-1 1 0 0 0,0-1 0 0 0,0 1 0 0 0,-1 0 0 0 0,1-1 0 0 0,0 1 0 0 0,-1 0 0 0 0,0 0 1 0 0,1 0-1 0 0,-5-3 0 0 0,4 3 4 0 0,-1 0 1 0 0,0 0-1 0 0,0 1 0 0 0,0 0 1 0 0,0-1-1 0 0,-1 1 1 0 0,1 1-1 0 0,0-1 1 0 0,0 0-1 0 0,-1 1 0 0 0,1-1 1 0 0,0 1-1 0 0,-1 0 1 0 0,1 0-1 0 0,0 0 0 0 0,-1 1 1 0 0,1-1-1 0 0,0 1 1 0 0,-1 0-1 0 0,-3 2 1 0 0,-11 3 19 0 0,2 1 1 0 0,-1 1 0 0 0,1 1-1 0 0,1 1 1 0 0,-1 0 0 0 0,2 0 0 0 0,-1 2-1 0 0,2 0 1 0 0,-14 14 0 0 0,4-1-13 0 0,2 1 1 0 0,0 0-1 0 0,2 2 1 0 0,-16 30-1 0 0,27-43-22 0 0,0 0 1 0 0,-7 23-1 0 0,13-33 0 0 0,1-1 0 0 0,0 1 0 0 0,0-1 0 0 0,0 1 0 0 0,0-1 0 0 0,1 1 0 0 0,-1-1 0 0 0,1 1 0 0 0,1 0 0 0 0,-1-1 0 0 0,1 1 0 0 0,-1-1 0 0 0,1 1 0 0 0,2 4 0 0 0,-2-8 1 0 0,0 1-1 0 0,0 0 0 0 0,1-1 0 0 0,-1 1 1 0 0,0-1-1 0 0,1 0 0 0 0,-1 1 0 0 0,1-1 1 0 0,0 0-1 0 0,-1 0 0 0 0,1 0 0 0 0,0 0 0 0 0,0 0 1 0 0,0-1-1 0 0,-1 1 0 0 0,1 0 0 0 0,0-1 1 0 0,0 0-1 0 0,0 1 0 0 0,0-1 0 0 0,0 0 1 0 0,0 0-1 0 0,0 0 0 0 0,0 0 0 0 0,3-1 1 0 0,5 0-3 0 0,-1 0 0 0 0,0 0 0 0 0,0-1 0 0 0,10-4 0 0 0,3-1 9 0 0,-1-2 0 0 0,0 0 0 0 0,0-2 0 0 0,-1 0 0 0 0,-1-1 0 0 0,0-1 0 0 0,0-1 0 0 0,-1 0 0 0 0,-1-2 0 0 0,-1 0 0 0 0,0-1 0 0 0,-1 0 0 0 0,-1-1 0 0 0,0-1 0 0 0,-2 0 0 0 0,0-1 0 0 0,-1 0 0 0 0,14-39 0 0 0,-41 82-5 0 0,11-12 1 0 0,-7 15-3 0 0,2 0-1 0 0,-13 46 1 0 0,21-65 0 0 0,1 1 0 0 0,-1-1-1 0 0,1 0 1 0 0,1 1 0 0 0,0-1 0 0 0,0 0 0 0 0,0 1 0 0 0,1-1 0 0 0,0 0-1 0 0,0 0 1 0 0,1 1 0 0 0,0-1 0 0 0,0 0 0 0 0,1 0 0 0 0,5 10 0 0 0,-5-13 0 0 0,0-1 1 0 0,0 1-1 0 0,0-1 0 0 0,0 1 1 0 0,1-1-1 0 0,-1 0 1 0 0,1-1-1 0 0,0 1 1 0 0,0-1-1 0 0,0 1 1 0 0,0-1-1 0 0,1 0 1 0 0,-1-1-1 0 0,0 1 0 0 0,1-1 1 0 0,-1 0-1 0 0,1 0 1 0 0,0 0-1 0 0,-1-1 1 0 0,1 1-1 0 0,8-2 1 0 0,4 1 0 0 0,-1-1 0 0 0,1-1 0 0 0,0-1 0 0 0,26-8 0 0 0,-15 3 8 0 0,-1-1 0 0 0,0-1 1 0 0,-1-2-1 0 0,0-1 0 0 0,-1-1 0 0 0,46-34 0 0 0,-56 36-3 0 0,0-1 0 0 0,-1 0-1 0 0,-1-1 1 0 0,-1-1-1 0 0,0 0 1 0 0,0 0-1 0 0,-2-1 1 0 0,0-1 0 0 0,-1 0-1 0 0,0 0 1 0 0,8-26-1 0 0,-8 13 0 0 0,-1 1-1 0 0,-2-2 0 0 0,-1 1 1 0 0,-1-1-1 0 0,-1 1 0 0 0,-2-1 1 0 0,-3-38-1 0 0,1 65-1 0 0,1-1 0 0 0,-1 1 0 0 0,0-1 0 0 0,0 1 1 0 0,-1 0-1 0 0,1-1 0 0 0,-4-6 0 0 0,4 10-1 0 0,0 0 0 0 0,1 0 0 0 0,-1 0 1 0 0,0 0-1 0 0,0 0 0 0 0,1 0 0 0 0,-1 1 0 0 0,0-1 0 0 0,0 0 1 0 0,0 0-1 0 0,0 1 0 0 0,0-1 0 0 0,0 1 0 0 0,0-1 0 0 0,0 1 0 0 0,-1-1 1 0 0,1 1-1 0 0,0 0 0 0 0,0-1 0 0 0,0 1 0 0 0,0 0 0 0 0,-1 0 1 0 0,1 0-1 0 0,0 0 0 0 0,0 0 0 0 0,0 0 0 0 0,0 0 0 0 0,-1 0 1 0 0,1 1-1 0 0,0-1 0 0 0,0 0 0 0 0,0 1 0 0 0,0-1 0 0 0,0 1 1 0 0,-2 0-1 0 0,-4 3 0 0 0,0 0 0 0 0,0 0 0 0 0,0 1 0 0 0,1 0 0 0 0,0 1 0 0 0,0-1 0 0 0,0 1 0 0 0,-6 8 0 0 0,-3 6 0 0 0,-19 31 0 0 0,20-26-1 0 0,1 0 1 0 0,2 0-1 0 0,0 1 1 0 0,1 1-1 0 0,2 0 1 0 0,-10 49-1 0 0,16-63-2 0 0,0 1 0 0 0,1-1 0 0 0,1 1 0 0 0,0-1 0 0 0,0 1 0 0 0,1-1 0 0 0,1 0 0 0 0,0 1-1 0 0,1-1 1 0 0,1 0 0 0 0,0 0 0 0 0,1 0 0 0 0,0-1 0 0 0,1 0 0 0 0,0 0 0 0 0,9 13 0 0 0,-8-17 2 0 0,0 0 1 0 0,1-1-1 0 0,0 0 0 0 0,0 0 1 0 0,0-1-1 0 0,1 0 1 0 0,0 0-1 0 0,0-1 0 0 0,1-1 1 0 0,0 1-1 0 0,-1-1 1 0 0,1-1-1 0 0,1 0 0 0 0,-1 0 1 0 0,0-1-1 0 0,19 1 1 0 0,-7-1-1 0 0,0-1 0 0 0,-1-1 0 0 0,1-1 1 0 0,0-1-1 0 0,0-1 0 0 0,-1-1 0 0 0,24-7 1 0 0,-24 4 6 0 0,-1-1 1 0 0,0 0 0 0 0,-1-2-1 0 0,0 0 1 0 0,-1-1 0 0 0,0-1-1 0 0,29-24 1 0 0,-34 24-1 0 0,-1 0 0 0 0,0-1 0 0 0,-1 0 1 0 0,0-1-1 0 0,-1 0 0 0 0,0 0 0 0 0,-1-1 0 0 0,-1-1 0 0 0,12-32 0 0 0,-19 46-1 0 0,0 0 0 0 0,0-1 0 0 0,-1 1 0 0 0,1 0 0 0 0,-1-1-1 0 0,0 1 1 0 0,1-1 0 0 0,-1 1 0 0 0,0-1 0 0 0,-1 1 0 0 0,1-1-1 0 0,0 1 1 0 0,-1-1 0 0 0,1 1 0 0 0,-1 0 0 0 0,-1-4 0 0 0,1 5-2 0 0,0 0 0 0 0,1 0 0 0 0,-1 0 0 0 0,0 0 0 0 0,0 0 0 0 0,0 0 0 0 0,0 1 0 0 0,-1-1 0 0 0,1 0 0 0 0,0 1 0 0 0,0-1 0 0 0,0 1 0 0 0,0-1 0 0 0,-1 1 0 0 0,1 0 0 0 0,0-1 0 0 0,-1 1 0 0 0,1 0 0 0 0,0 0 0 0 0,0 0 0 0 0,-1 0 0 0 0,1 0 0 0 0,0 0 0 0 0,-1 0 0 0 0,1 0 0 0 0,0 1 0 0 0,0-1 0 0 0,-1 1 0 0 0,1-1 0 0 0,0 0 0 0 0,0 1 0 0 0,-2 1 0 0 0,-7 3 0 0 0,-1 0 0 0 0,1 1 0 0 0,0 0 0 0 0,0 1 0 0 0,0 0-1 0 0,1 1 1 0 0,1 0 0 0 0,-1 0 0 0 0,1 1 0 0 0,0 0 0 0 0,1 1 0 0 0,0-1 0 0 0,1 1 0 0 0,0 1 0 0 0,1-1 0 0 0,0 1 0 0 0,0 0 0 0 0,1 0 0 0 0,0 0 0 0 0,1 1 0 0 0,1-1 0 0 0,0 1 0 0 0,-1 13-1 0 0,3-20-4 0 0,0 0-1 0 0,0 0 1 0 0,1 0-1 0 0,0 0 1 0 0,0 0-1 0 0,0 0 1 0 0,1 0-1 0 0,0-1 1 0 0,0 1-1 0 0,0 0 1 0 0,0-1-1 0 0,1 1 1 0 0,-1-1-1 0 0,1 0 1 0 0,0 0-1 0 0,0 0 1 0 0,1-1-1 0 0,-1 1 0 0 0,1-1 1 0 0,0 1-1 0 0,0-1 1 0 0,0 0-1 0 0,0-1 1 0 0,1 1-1 0 0,-1-1 1 0 0,1 0-1 0 0,-1 0 1 0 0,1 0-1 0 0,9 2 1 0 0,-2-1-3 0 0,0-1 1 0 0,-1 0 0 0 0,1-1 0 0 0,0 0-1 0 0,0-1 1 0 0,0-1 0 0 0,0 1 0 0 0,0-2 0 0 0,0 0-1 0 0,0 0 1 0 0,17-6 0 0 0,-9 0 7 0 0,-2-1 0 0 0,1 0-1 0 0,-1-1 1 0 0,-1-1 0 0 0,1-1 0 0 0,-2 0 0 0 0,0-1 0 0 0,-1-1 0 0 0,0-1 0 0 0,-1 0 0 0 0,0-1 0 0 0,-1 0-1 0 0,-1-1 1 0 0,-1 0 0 0 0,0-1 0 0 0,8-20 0 0 0,0-8 5 0 0,-1-1 0 0 0,-2 0 0 0 0,-3-1 0 0 0,-1-1 0 0 0,-3 0 0 0 0,5-73 0 0 0,-14 117 0 0 0,1 1-1 0 0,-1 0 1 0 0,-1-1 0 0 0,1 1-1 0 0,-1 0 1 0 0,-1-5 0 0 0,2 9-7 0 0,0 0 1 0 0,0-1-1 0 0,0 1 1 0 0,0 0-1 0 0,0-1 1 0 0,0 1-1 0 0,-1 0 1 0 0,1-1-1 0 0,0 1 1 0 0,0 0-1 0 0,-1 0 1 0 0,1-1-1 0 0,0 1 1 0 0,0 0-1 0 0,-1 0 1 0 0,1 0 0 0 0,0-1-1 0 0,-1 1 1 0 0,1 0-1 0 0,0 0 1 0 0,0 0-1 0 0,-1 0 1 0 0,1-1-1 0 0,-1 1 1 0 0,1 0-1 0 0,0 0 1 0 0,-1 0-1 0 0,0 0 1 0 0,0 0-1 0 0,0 1 1 0 0,0-1 0 0 0,0 1-1 0 0,0-1 1 0 0,0 1-1 0 0,-1-1 1 0 0,1 1 0 0 0,0 0-1 0 0,0-1 1 0 0,0 1-1 0 0,0 0 1 0 0,1 0 0 0 0,-2 1-1 0 0,-7 8 2 0 0,0 1 0 0 0,1-1 0 0 0,1 2 1 0 0,0-1-1 0 0,0 1 0 0 0,1 0 0 0 0,1 0 0 0 0,0 1 0 0 0,0-1 0 0 0,-4 27 0 0 0,3-7-2 0 0,2 0 0 0 0,1 0 0 0 0,1 46-1 0 0,3-55-4 0 0,1 0-1 0 0,0 0 0 0 0,2 0 1 0 0,0-1-1 0 0,2 0 0 0 0,1 1 1 0 0,0-2-1 0 0,2 1 0 0 0,0-1 1 0 0,1-1-1 0 0,2 0 0 0 0,0 0 1 0 0,20 25-1 0 0,-27-40 3 0 0,1 1 0 0 0,-1-1 0 0 0,1-1 0 0 0,0 1 0 0 0,0-1 0 0 0,0 0 1 0 0,0 0-1 0 0,1-1 0 0 0,0 0 0 0 0,-1 0 0 0 0,1-1 0 0 0,0 0 0 0 0,1 0 0 0 0,12 2 0 0 0,-15-3 0 0 0,1-1 1 0 0,0 0-1 0 0,0 0 1 0 0,-1 0-1 0 0,1-1 0 0 0,0 0 1 0 0,-1 0-1 0 0,1 0 0 0 0,-1-1 1 0 0,1 0-1 0 0,-1 0 1 0 0,0 0-1 0 0,1 0 0 0 0,-1-1 1 0 0,-1 0-1 0 0,1 0 1 0 0,0-1-1 0 0,-1 1 0 0 0,7-7 1 0 0,1-4 1 0 0,-1 0 0 0 0,-1 0 0 0 0,-1-1 0 0 0,1-1 0 0 0,-2 1 1 0 0,-1-1-1 0 0,0-1 0 0 0,5-18 0 0 0,-2 3 6 0 0,-3 0-1 0 0,0-1 1 0 0,2-47 0 0 0,-8 79-7 0 0,-1 1 0 0 0,0-1 1 0 0,0 0-1 0 0,0 1 0 0 0,1-1 1 0 0,-1 0-1 0 0,0 1 0 0 0,0-1 1 0 0,0 0-1 0 0,0 0 1 0 0,0 1-1 0 0,-1-1 0 0 0,1 0 1 0 0,0 1-1 0 0,0-1 0 0 0,0 0 1 0 0,-1 1-1 0 0,1-1 0 0 0,0 0 1 0 0,-1 1-1 0 0,1-1 0 0 0,0 0 1 0 0,-1 1-1 0 0,0-1 0 0 0,0 1 0 0 0,1 0 0 0 0,-1 0 0 0 0,0 1-1 0 0,1-1 1 0 0,-1 1 0 0 0,0-1 0 0 0,1 0-1 0 0,-1 1 1 0 0,1-1 0 0 0,-1 1 0 0 0,0-1 0 0 0,1 1-1 0 0,-1 0 1 0 0,1-1 0 0 0,0 1 0 0 0,-1-1 0 0 0,0 2-1 0 0,-19 35-29 0 0,10-13 27 0 0,1 0-1 0 0,1 0 0 0 0,1 1 0 0 0,-6 41 0 0 0,11-57 3 0 0,1 0 1 0 0,1 1-1 0 0,-1-1 0 0 0,2 0 1 0 0,-1 1-1 0 0,1-1 1 0 0,1 0-1 0 0,0 1 0 0 0,0-1 1 0 0,0 0-1 0 0,1 0 0 0 0,1-1 1 0 0,-1 1-1 0 0,2-1 1 0 0,-1 1-1 0 0,6 7 0 0 0,-7-13-5 0 0,1 1-1 0 0,-1 0 0 0 0,1-1 0 0 0,-1 0 0 0 0,1 0 0 0 0,0 0 0 0 0,0 0 1 0 0,0-1-1 0 0,1 0 0 0 0,-1 0 0 0 0,0 0 0 0 0,1 0 0 0 0,0 0 0 0 0,7 1 1 0 0,-4-2-3 0 0,0 0-1 0 0,0-1 1 0 0,0 0 0 0 0,0 0 0 0 0,0-1 0 0 0,-1 0 0 0 0,1 0 0 0 0,12-4 0 0 0,-9 2 7 0 0,1-1 1 0 0,-1-1-1 0 0,0 0 1 0 0,0 0-1 0 0,0-1 1 0 0,-1 0-1 0 0,0-1 1 0 0,0 0-1 0 0,-1-1 1 0 0,1 0-1 0 0,13-16 1 0 0,-13 9 18 0 0,-1 0 1 0 0,0-1 0 0 0,0 0-1 0 0,-2 0 1 0 0,11-33 0 0 0,-9 18 38 0 0,-2 0-1 0 0,5-45 1 0 0,-10 52-41 0 0,-5 21-17 0 0,-1 7-1 0 0,-2 6-2 0 0,-3 24 11 0 0,2 0 0 0 0,1 0 0 0 0,2 1 0 0 0,1 0 0 0 0,3 56-1 0 0,6-6 10 0 0,23 115-1 0 0,-3-35-10 0 0,-26-163-4 0 0,2 6 2 0 0,-1 1 0 0 0,-1-1 0 0 0,1 1 0 0 0,-2-1-1 0 0,-1 15 1 0 0,2-21 1 0 0,0-1-1 0 0,-1 1 0 0 0,1-1 1 0 0,-1 1-1 0 0,0-1 0 0 0,1 0 1 0 0,-1 0-1 0 0,0 1 0 0 0,0-1 1 0 0,1 0-1 0 0,-1 0 0 0 0,0 0 1 0 0,0 0-1 0 0,-1 0 0 0 0,1 0 0 0 0,0 0 1 0 0,0 0-1 0 0,0 0 0 0 0,-1 0 1 0 0,1-1-1 0 0,0 1 0 0 0,-1 0 1 0 0,1-1-1 0 0,0 1 0 0 0,-1-1 1 0 0,1 0-1 0 0,-1 1 0 0 0,1-1 1 0 0,-1 0-1 0 0,1 0 0 0 0,-1 0 1 0 0,1 0-1 0 0,-1 0 0 0 0,1 0 1 0 0,-1 0-1 0 0,1-1 0 0 0,0 1 0 0 0,-1-1 1 0 0,-1 0-1 0 0,-19-5-34 0 0,1-2 0 0 0,0 0 0 0 0,1-1 0 0 0,-36-22 0 0 0,26 14-119 0 0,-103-66-2754 0 0,98 60 569 0 0,5 2-598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1:18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1 107 20196 0 0,'6'-11'696'0'0,"3"2"-191"0"0,4-1-1 0 0,4 0-160 0 0,3 2-152 0 0,3 0-128 0 0,2 1-104 0 0,0 0-64 0 0,3-1-48 0 0,1 3-64 0 0,-6-2-56 0 0,-1 2-384 0 0,1 0-185 0 0,2 2-135 0 0,2 0-488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1:21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1 193 10778 0 0,'0'0'142'0'0,"0"0"0"0"0,0-1 0 0 0,0 1 0 0 0,0-1 0 0 0,0 1 0 0 0,0 0 0 0 0,0-1 0 0 0,0 1 0 0 0,0-1 0 0 0,0 1 0 0 0,0 0-1 0 0,0-1 1 0 0,0 1 0 0 0,0-1 0 0 0,0 1 0 0 0,1 0 0 0 0,-1-1 0 0 0,0 1 0 0 0,0-1 0 0 0,0 1 0 0 0,1 0 0 0 0,-1-1 0 0 0,0 1 0 0 0,0 0 0 0 0,1 0-1 0 0,-1-1 1 0 0,0 1 0 0 0,1 0 0 0 0,-1 0 0 0 0,0-1 0 0 0,1 1 0 0 0,24-10 1500 0 0,-18 8-1667 0 0,-1 0 186 0 0,0 0 1 0 0,0 0 0 0 0,0 1 0 0 0,0 0 0 0 0,1 1 0 0 0,-1-1 0 0 0,0 1 0 0 0,1 0 0 0 0,-1 1-1 0 0,7 0 1 0 0,15 6 237 0 0,0-1-1 0 0,1-2 1 0 0,37 2-1 0 0,88-7 432 0 0,77-4 93 0 0,175-7-254 0 0,-329 6-608 0 0,355-8 539 0 0,-3 13-245 0 0,40 2 323 0 0,-79-7-348 0 0,-107-3-195 0 0,4-6 292 0 0,0 0-149 0 0,236-12-159 0 0,-1-1-21 0 0,-118 18 95 0 0,-2 0-82 0 0,-132 4-29 0 0,-218 4-67 0 0,489-10 40 0 0,-476 16-56 0 0,-43-2 9 0 0,-1-1 1 0 0,39-3-1 0 0,-29-3 4 0 0,-18 2-35 0 0,1 1 0 0 0,-1 0 0 0 0,18 1 0 0 0,-33 7-23 0 0,0-4 45 0 0,-1 0-1 0 0,1 0 0 0 0,0 0 1 0 0,-1 0-1 0 0,1-1 0 0 0,-1 1 0 0 0,1 0 1 0 0,-1-1-1 0 0,0 0 0 0 0,0 0 1 0 0,1 0-1 0 0,-1 0 0 0 0,0 0 1 0 0,0 0-1 0 0,0-1 0 0 0,-4 1 1 0 0,-59 1 5 0 0,37-2-6 0 0,-355 30-73 0 0,311-22-46 0 0,-2-5 0 0 0,-99-6 1 0 0,27-1 108 0 0,-57 8 10 0 0,-104-1-41 0 0,-26 11 9 0 0,270-9 33 0 0,-426 37-15 0 0,131-21 39 0 0,-37 0-46 0 0,69-17-151 0 0,7 0 3 0 0,-409 26 140 0 0,247 18 38 0 0,329-29-4 0 0,69-11 10 0 0,0-3 0 0 0,-134-10-1 0 0,-154-3-28 0 0,203 17 21 0 0,-88 2-2 0 0,20-6 5 0 0,207-3-3 0 0,23-1 8 0 0,1 0 0 0 0,0 0 0 0 0,-1-1-1 0 0,1 0 1 0 0,-1-1 0 0 0,-10-1 0 0 0,16 2 94 0 0,-17-1-1211 0 0,49 0-5407 0 0,-21 1 2714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1:25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78 346 5361 0 0,'0'0'1587'0'0,"0"0"-1544"0"0,0 0 8 0 0,-1-2 286 0 0,0 1-102 0 0,-1-4 2210 0 0,-9-17 3930 0 0,11 22-6297 0 0,-1-1 1 0 0,1 1-1 0 0,-1-1 1 0 0,1 1-1 0 0,0-1 1 0 0,-1 1-1 0 0,1-1 1 0 0,-1 1-1 0 0,1 0 1 0 0,-1-1-1 0 0,0 1 1 0 0,1 0-1 0 0,-1-1 1 0 0,1 1-1 0 0,-1 0 1 0 0,0 0-1 0 0,1 0 1 0 0,-2-1 690 0 0,2 3-730 0 0,0-1 1 0 0,1 1-1 0 0,-1 0 1 0 0,1-1-1 0 0,-1 1 0 0 0,1-1 1 0 0,0 0-1 0 0,0 1 1 0 0,-1-1-1 0 0,1 1 0 0 0,0-1 1 0 0,0 0-1 0 0,0 0 0 0 0,1 0 1 0 0,-1 1-1 0 0,0-1 1 0 0,0 0-1 0 0,1-1 0 0 0,-1 1 1 0 0,0 0-1 0 0,1 0 1 0 0,-1 0-1 0 0,1-1 0 0 0,-1 1 1 0 0,1-1-1 0 0,-1 1 1 0 0,1-1-1 0 0,-1 0 0 0 0,4 1 1 0 0,2 0 104 0 0,0 0-1 0 0,0 0 1 0 0,0-1 0 0 0,0 1 0 0 0,11-3-1 0 0,-3 0-65 0 0,0-2-1 0 0,-1 0 1 0 0,0-1-1 0 0,0 0 1 0 0,0-1-1 0 0,0-1 1 0 0,19-12-1 0 0,-11 4-16 0 0,-1 0 0 0 0,-1-1 0 0 0,29-29-1 0 0,-45 41-24 0 0,0-1 0 0 0,-1 1 0 0 0,1-1 0 0 0,-1 1 0 0 0,0-1 0 0 0,0 0 0 0 0,0 0 0 0 0,-1 0 0 0 0,1-1 0 0 0,-1 1 0 0 0,-1-1 0 0 0,1 1 0 0 0,-1-1 0 0 0,0 0 0 0 0,1-8 0 0 0,-3 10 20 0 0,1 0 0 0 0,-1-1 0 0 0,0 1 0 0 0,0 0 0 0 0,0 0 0 0 0,0-1 0 0 0,-1 1 0 0 0,1 0 0 0 0,-1 0 0 0 0,0 1 0 0 0,-1-1 0 0 0,1 0 0 0 0,-1 1 0 0 0,1-1 0 0 0,-1 1 0 0 0,0 0 1 0 0,0 0-1 0 0,0 0 0 0 0,-1 0 0 0 0,-6-4 0 0 0,4 3-12 0 0,0 1 0 0 0,1 0 0 0 0,-1 0 0 0 0,0 0 0 0 0,-1 1 0 0 0,1 0 0 0 0,0 0 0 0 0,0 0 0 0 0,-1 1 0 0 0,1 0 0 0 0,-1 0 0 0 0,0 1 0 0 0,1-1 0 0 0,-8 2 0 0 0,4 0 6 0 0,1 1 1 0 0,-1 0-1 0 0,1 1 0 0 0,-1 0 0 0 0,1 0 0 0 0,0 1 1 0 0,0 0-1 0 0,-15 9 0 0 0,9-3 42 0 0,1 1 0 0 0,0 1 0 0 0,0 0-1 0 0,1 0 1 0 0,1 1 0 0 0,0 1 0 0 0,1 0 0 0 0,0 1 0 0 0,-16 29 0 0 0,21-30-21 0 0,0 0 1 0 0,1 0 0 0 0,1 0-1 0 0,0 1 1 0 0,1-1 0 0 0,1 1-1 0 0,0 0 1 0 0,1 0 0 0 0,1 0-1 0 0,0 0 1 0 0,1 0 0 0 0,0 0 0 0 0,5 20-1 0 0,-4-26-50 0 0,0 0 0 0 0,1 0 0 0 0,0-1-1 0 0,0 1 1 0 0,1-1 0 0 0,0 0 0 0 0,1 0 0 0 0,-1 0 0 0 0,2-1-1 0 0,-1 1 1 0 0,1-1 0 0 0,0-1 0 0 0,0 1 0 0 0,1-1-1 0 0,0 0 1 0 0,0 0 0 0 0,0-1 0 0 0,1 0 0 0 0,0 0-1 0 0,0-1 1 0 0,0 0 0 0 0,0 0 0 0 0,11 2 0 0 0,-12-4-115 0 0,0-1 1 0 0,1 0-1 0 0,-1-1 1 0 0,1 0-1 0 0,-1 0 1 0 0,1 0 0 0 0,-1-1-1 0 0,1 0 1 0 0,-1-1-1 0 0,0 1 1 0 0,0-1-1 0 0,0-1 1 0 0,0 1-1 0 0,0-1 1 0 0,0-1-1 0 0,-1 1 1 0 0,1-1-1 0 0,11-9 1 0 0,5-5-800 0 0,-2-2 1 0 0,1 0-1 0 0,25-32 0 0 0,-27 29 613 0 0,-1-1 0 0 0,-1-1 0 0 0,-1 0-1 0 0,-2-1 1 0 0,0-1 0 0 0,-2 0 0 0 0,0-1 0 0 0,12-45-1 0 0,-25 73 317 0 0,0 0 1 0 0,0 0-1 0 0,0 0 0 0 0,0 0 0 0 0,0 0 0 0 0,0 0 0 0 0,0 0 0 0 0,0 0 0 0 0,0 0 0 0 0,0 0 0 0 0,0 0 0 0 0,0 0 0 0 0,0 0 0 0 0,1 1 217 0 0,-1-1-217 0 0,0 0 0 0 0,0 0 0 0 0,0 0 0 0 0,0 0 0 0 0,0 0 0 0 0,0 0 0 0 0,0 0 1 0 0,0 0-1 0 0,0 0 0 0 0,0 0 0 0 0,0 0 0 0 0,0 0 0 0 0,0 0 0 0 0,0 0 0 0 0,0 0 0 0 0,0 0 0 0 0,1 0 0 0 0,-1 0 0 0 0,0 0 0 0 0,0 0 1 0 0,0 0-1 0 0,0 0 0 0 0,1 11 558 0 0,1 16-75 0 0,-2 11 11 0 0,1 0-1 0 0,2 0 1 0 0,2-1 0 0 0,1 0-1 0 0,14 46 1 0 0,-19-80-512 0 0,1 5 23 0 0,0 1 1 0 0,1-1-1 0 0,0 1 0 0 0,1-1 0 0 0,-1 0 1 0 0,2 0-1 0 0,-1-1 0 0 0,10 13 0 0 0,-13-19 17 0 0,6-14 127 0 0,-6-20-111 0 0,-1 0 1 0 0,-2 1-1 0 0,-10-55 1 0 0,5 32-58 0 0,5 41-18 0 0,0 0 0 0 0,1 0 0 0 0,1 0 0 0 0,1 0 1 0 0,2-19-1 0 0,-2 30-1 0 0,-1 0 1 0 0,1 1-1 0 0,0-1 1 0 0,0 0-1 0 0,0 0 1 0 0,0 1-1 0 0,1-1 1 0 0,-1 1-1 0 0,1-1 1 0 0,-1 1-1 0 0,1 0 1 0 0,0-1-1 0 0,0 1 1 0 0,2-2-1 0 0,-2 3 2 0 0,0 0 0 0 0,1 0 0 0 0,-1 0 0 0 0,0 0 0 0 0,0 0-1 0 0,1 0 1 0 0,-1 1 0 0 0,0-1 0 0 0,1 1 0 0 0,-1 0 0 0 0,0 0-1 0 0,1-1 1 0 0,-1 1 0 0 0,1 1 0 0 0,-1-1 0 0 0,0 0 0 0 0,1 1-1 0 0,-1-1 1 0 0,4 2 0 0 0,1 1 11 0 0,-1-1 0 0 0,1 1 0 0 0,-1 1 0 0 0,0-1-1 0 0,0 1 1 0 0,0 0 0 0 0,-1 1 0 0 0,1-1 0 0 0,-1 1 0 0 0,0 0-1 0 0,0 0 1 0 0,-1 1 0 0 0,1 0 0 0 0,-1-1 0 0 0,4 9 0 0 0,4 8 37 0 0,-1 1 0 0 0,15 44 1 0 0,-12-18-36 0 0,-7-26 21 0 0,10 29 1 0 0,-14-46-100 0 0,0 1-1 0 0,1-1 1 0 0,-1 0 0 0 0,1 0 0 0 0,1 0-1 0 0,-1 0 1 0 0,1-1 0 0 0,8 9-1 0 0,-11-13-28 0 0,-1 0 0 0 0,0 0 0 0 0,1 0 0 0 0,0 0 0 0 0,-1 0 0 0 0,1 0 0 0 0,-1 0 0 0 0,1-1 0 0 0,0 1 0 0 0,0-1 0 0 0,-1 1 0 0 0,1-1 0 0 0,0 0 0 0 0,0 0 0 0 0,0 1 0 0 0,0-1 0 0 0,-1 0 0 0 0,1-1 0 0 0,0 1 0 0 0,0 0 0 0 0,0 0 0 0 0,-1-1 0 0 0,1 1 0 0 0,0-1 0 0 0,0 0 0 0 0,-1 1 0 0 0,1-1 0 0 0,-1 0 0 0 0,1 0 0 0 0,0 0 0 0 0,-1 0 0 0 0,0 0 0 0 0,1 0 0 0 0,-1-1 0 0 0,2-1 0 0 0,2-2-499 0 0,-1 0 0 0 0,0 0 0 0 0,1-1 0 0 0,-2 0 0 0 0,1 0 1 0 0,-1 0-1 0 0,1 0 0 0 0,1-8 0 0 0,4-10-1729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1:25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1 178 6369 0 0,'3'-18'-1083'0'0,"4"-25"1598"0"0,-3 22 2017 0 0,0 1-1 0 0,15-37 1 0 0,-19 56-2369 0 0,0 0 0 0 0,1-1-1 0 0,-1 1 1 0 0,0 0-1 0 0,1 0 1 0 0,-1 0 0 0 0,1 0-1 0 0,0 0 1 0 0,-1 0 0 0 0,1 0-1 0 0,0 0 1 0 0,0 1 0 0 0,0-1-1 0 0,-1 0 1 0 0,1 0 0 0 0,0 0-1 0 0,2 0 1 0 0,-3 1-73 0 0,1 0 1 0 0,-1 0-1 0 0,1 0 0 0 0,-1 0 1 0 0,1 0-1 0 0,-1 1 1 0 0,1-1-1 0 0,-1 0 0 0 0,1 0 1 0 0,-1 1-1 0 0,0-1 1 0 0,1 0-1 0 0,-1 0 0 0 0,1 1 1 0 0,-1-1-1 0 0,0 1 1 0 0,1-1-1 0 0,-1 0 0 0 0,0 1 1 0 0,0-1-1 0 0,1 1 1 0 0,-1-1-1 0 0,0 0 0 0 0,0 1 1 0 0,0-1-1 0 0,1 1 1 0 0,-1 0-1 0 0,2 6 343 0 0,0-1-1 0 0,0 1 1 0 0,-1 0-1 0 0,2 10 1 0 0,-2-4-166 0 0,1 23 561 0 0,3 0-1 0 0,16 69 1 0 0,-18-95-775 0 0,0 0 0 0 0,1-1 1 0 0,0 1-1 0 0,0-1 0 0 0,1 0 0 0 0,0 0 0 0 0,1-1 0 0 0,0 0 0 0 0,0 0 0 0 0,1 0 0 0 0,0 0 0 0 0,0-1 0 0 0,1 0 0 0 0,0-1 0 0 0,12 8 0 0 0,-18-13-50 0 0,-1 0 1 0 0,1-1-1 0 0,-1 1 0 0 0,1-1 0 0 0,-1 1 1 0 0,1-1-1 0 0,0 0 0 0 0,-1 0 0 0 0,1 1 0 0 0,-1-1 1 0 0,1 0-1 0 0,0-1 0 0 0,-1 1 0 0 0,1 0 1 0 0,-1 0-1 0 0,1-1 0 0 0,0 1 0 0 0,-1 0 0 0 0,1-1 1 0 0,-1 0-1 0 0,1 1 0 0 0,-1-1 0 0 0,0 0 1 0 0,1 0-1 0 0,-1 0 0 0 0,0 0 0 0 0,1 0 0 0 0,-1 0 1 0 0,0 0-1 0 0,0 0 0 0 0,1-2 0 0 0,5-6-22 0 0,0 1 0 0 0,-1-1-1 0 0,8-16 1 0 0,-7 12-23 0 0,-2 4 18 0 0,0-1 0 0 0,-1 1 0 0 0,0-1 0 0 0,-1-1 0 0 0,0 1 0 0 0,3-18 0 0 0,1-64-21 0 0,-6 61 44 0 0,-1 29-2 0 0,0 1 0 0 0,0-1 0 0 0,0 0 0 0 0,0 1 1 0 0,0-1-1 0 0,1 0 0 0 0,-1 1 0 0 0,0-1 1 0 0,1 1-1 0 0,-1-1 0 0 0,1 0 0 0 0,-1 1 1 0 0,1-1-1 0 0,0 1 0 0 0,0 0 0 0 0,0-1 1 0 0,0 1-1 0 0,0 0 0 0 0,0-1 0 0 0,0 1 1 0 0,0 0-1 0 0,0 0 0 0 0,0 0 0 0 0,1 0 0 0 0,-1 0 1 0 0,3-1-1 0 0,-3 2 8 0 0,1 0 0 0 0,0 0 0 0 0,0 0 0 0 0,0 0 0 0 0,0 0 0 0 0,0 1 0 0 0,0-1-1 0 0,-1 1 1 0 0,1-1 0 0 0,0 1 0 0 0,0 0 0 0 0,-1 0 0 0 0,1 0 0 0 0,0 0 0 0 0,-1 0 0 0 0,1 0 0 0 0,-1 0 0 0 0,1 0 0 0 0,-1 1 0 0 0,0-1 0 0 0,0 0 0 0 0,1 1 0 0 0,0 1 0 0 0,10 14 43 0 0,-1 0 1 0 0,0 0-1 0 0,-1 1 1 0 0,-1 1-1 0 0,-1 0 1 0 0,8 24-1 0 0,24 52-65 0 0,-40-93-71 0 0,1-1 0 0 0,0 1 0 0 0,0 0 0 0 0,0-1 0 0 0,0 1 0 0 0,0 0 0 0 0,0-1 0 0 0,0 1 0 0 0,1-1 0 0 0,-1 0 0 0 0,0 1 0 0 0,1-1 0 0 0,-1 0 0 0 0,1 0 0 0 0,0 0 0 0 0,-1 0 0 0 0,1 0 0 0 0,0 0 0 0 0,0 0 0 0 0,-1-1 0 0 0,1 1 0 0 0,0-1 0 0 0,0 1 0 0 0,0-1 0 0 0,0 0 0 0 0,0 0 0 0 0,0 1 0 0 0,0-1 0 0 0,0-1 0 0 0,0 1 0 0 0,-1 0 0 0 0,1 0 0 0 0,0-1 0 0 0,0 1 0 0 0,2-2 0 0 0,9-2-1389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1:26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20 18084 0 0,'-3'0'173'0'0,"1"0"1"0"0,0 0-1 0 0,0 1 1 0 0,0-1-1 0 0,0 1 1 0 0,-1-1-1 0 0,1 1 1 0 0,0 0-1 0 0,0 0 1 0 0,0 0-1 0 0,-2 2 1 0 0,3-2-135 0 0,0 1 1 0 0,0-1-1 0 0,0 1 1 0 0,0-1 0 0 0,0 1-1 0 0,1-1 1 0 0,-1 1-1 0 0,0-1 1 0 0,1 1 0 0 0,0 0-1 0 0,-1-1 1 0 0,1 1-1 0 0,0 0 1 0 0,0-1 0 0 0,0 4-1 0 0,-1 15 193 0 0,2 1 0 0 0,0 0 0 0 0,2-1-1 0 0,0 0 1 0 0,1 1 0 0 0,1-1 0 0 0,12 32 0 0 0,-5-24-73 0 0,0-1 0 0 0,2-1 1 0 0,1 0-1 0 0,30 40 0 0 0,-1-16-41 0 0,-40-46-108 0 0,0-1 0 0 0,0 1 0 0 0,0-1 0 0 0,0 0 1 0 0,1 0-1 0 0,-1-1 0 0 0,1 1 0 0 0,-1-1 0 0 0,1 0 1 0 0,7 2-1 0 0,-11-4-6 0 0,1 0 0 0 0,-1 0 0 0 0,0 0-1 0 0,0 0 1 0 0,1 0 0 0 0,-1-1 0 0 0,0 1 0 0 0,0 0 0 0 0,1-1 0 0 0,-1 1 0 0 0,0-1 0 0 0,0 1 0 0 0,0-1 0 0 0,0 1 0 0 0,0-1 0 0 0,0 0 0 0 0,0 0-1 0 0,0 1 1 0 0,0-1 0 0 0,0 0 0 0 0,0 0 0 0 0,0 0 0 0 0,0 0 0 0 0,-1 0 0 0 0,1 0 0 0 0,0 0 0 0 0,-1-1 0 0 0,1 1 0 0 0,-1 0 0 0 0,1 0 0 0 0,-1-2 0 0 0,3-5 7 0 0,0-1 0 0 0,-1 1 1 0 0,2-12-1 0 0,-4 18-9 0 0,4-29 3 0 0,-2 0 0 0 0,-1 0 0 0 0,-6-52 1 0 0,2 46 7 0 0,3-69 1 0 0,0 100-17 0 0,1 0 0 0 0,0 0 0 0 0,0 0 0 0 0,1 0 0 0 0,-1 1 0 0 0,1-1 0 0 0,0 1 0 0 0,1-1 1 0 0,-1 1-1 0 0,1 0 0 0 0,0 0 0 0 0,6-7 0 0 0,-6 9-3 0 0,0 1 0 0 0,0-1 0 0 0,0 0 0 0 0,0 1 1 0 0,1-1-1 0 0,0 1 0 0 0,-1 0 0 0 0,1 0 0 0 0,0 1 0 0 0,0-1 0 0 0,0 1 1 0 0,0 0-1 0 0,0 0 0 0 0,0 0 0 0 0,0 0 0 0 0,0 1 0 0 0,0 0 1 0 0,5 0-1 0 0,15 2-10 0 0,-1 0 1 0 0,0 2-1 0 0,0 1 1 0 0,40 15-1 0 0,-32-10 29 0 0,60 11-1 0 0,-82-20-2 0 0,1 0 1 0 0,-1-1-1 0 0,0 1 0 0 0,1-2 1 0 0,-1 0-1 0 0,1 0 1 0 0,-1 0-1 0 0,0-1 0 0 0,1-1 1 0 0,15-5-1 0 0,-24 7-4 0 0,1 0 1 0 0,0 1-1 0 0,0-1 0 0 0,-1 0 1 0 0,1 0-1 0 0,-1 0 0 0 0,1-1 1 0 0,-1 1-1 0 0,1 0 0 0 0,-1-1 1 0 0,0 1-1 0 0,1-1 0 0 0,-1 1 1 0 0,0-1-1 0 0,0 1 0 0 0,0-1 1 0 0,0 0-1 0 0,1-3 0 0 0,-2 4-2 0 0,0 1-1 0 0,0-1 0 0 0,0 0 0 0 0,0 1 0 0 0,0-1 1 0 0,0 0-1 0 0,0 1 0 0 0,0-1 0 0 0,0 0 0 0 0,-1 1 1 0 0,1-1-1 0 0,0 0 0 0 0,0 1 0 0 0,-1-1 0 0 0,1 0 1 0 0,0 1-1 0 0,-1-1 0 0 0,1 1 0 0 0,0-1 0 0 0,-1 1 1 0 0,0-1-1 0 0,0 0-2 0 0,-1 0 1 0 0,1 0-1 0 0,-1 0 1 0 0,1 0-1 0 0,-1 0 0 0 0,1 0 1 0 0,-1 1-1 0 0,1-1 1 0 0,-1 0-1 0 0,0 1 1 0 0,-3-1-1 0 0,-4 0 11 0 0,0 0 0 0 0,-1 0 0 0 0,1 1 0 0 0,-1 0 0 0 0,1 1 0 0 0,0 0 0 0 0,-1 0 0 0 0,1 1 0 0 0,0 0 0 0 0,0 1-1 0 0,0 0 1 0 0,-14 6 0 0 0,12-3 32 0 0,0 1-1 0 0,1-1 0 0 0,0 2 1 0 0,0 0-1 0 0,0 0 1 0 0,1 0-1 0 0,0 1 0 0 0,-14 20 1 0 0,14-18 10 0 0,2 1 1 0 0,-1 0-1 0 0,1 1 1 0 0,1 0-1 0 0,0 0 0 0 0,1 0 1 0 0,0 1-1 0 0,1-1 1 0 0,1 1-1 0 0,0 0 1 0 0,1 0-1 0 0,1 1 1 0 0,0-1-1 0 0,0 0 0 0 0,2 0 1 0 0,0 1-1 0 0,3 19 1 0 0,-2-28-40 0 0,0 1 0 0 0,1-1 0 0 0,-1 0 0 0 0,1 1 0 0 0,1-1 0 0 0,-1-1 0 0 0,1 1 0 0 0,0 0 0 0 0,0-1 0 0 0,0 0 0 0 0,1 0 0 0 0,0 0 1 0 0,0 0-1 0 0,0-1 0 0 0,1 0 0 0 0,-1 0 0 0 0,1-1 0 0 0,0 1 0 0 0,0-1 0 0 0,0 0 0 0 0,12 3 0 0 0,-11-4-7 0 0,1 0 1 0 0,-1 0-1 0 0,1-1 0 0 0,0 0 1 0 0,-1 0-1 0 0,1-1 0 0 0,0 0 0 0 0,-1 0 1 0 0,1-1-1 0 0,0 0 0 0 0,-1-1 1 0 0,1 1-1 0 0,-1-1 0 0 0,1-1 1 0 0,-1 1-1 0 0,0-1 0 0 0,0-1 1 0 0,0 1-1 0 0,7-6 0 0 0,-5 3-24 0 0,0-1 0 0 0,0-1 0 0 0,-1 1-1 0 0,0-1 1 0 0,0-1 0 0 0,-1 0 0 0 0,0 0 0 0 0,0 0-1 0 0,-1-1 1 0 0,0 1 0 0 0,4-14 0 0 0,-7 15 0 0 0,0 0 1 0 0,-1 0 0 0 0,0 0 0 0 0,0-1-1 0 0,-1 1 1 0 0,-1 0 0 0 0,1-1 0 0 0,-1 1-1 0 0,0-1 1 0 0,-1 1 0 0 0,0-1 0 0 0,-1 1-1 0 0,0-1 1 0 0,0 1 0 0 0,-5-14-1 0 0,2 11 8 0 0,-1-1 0 0 0,1 1-1 0 0,-2 0 1 0 0,1 1-1 0 0,-2-1 1 0 0,-13-15-1 0 0,17 22-8 0 0,1 1 0 0 0,-1-1 0 0 0,0 1 0 0 0,0 0 0 0 0,0 0 0 0 0,0 0 0 0 0,0 0-1 0 0,-1 1 1 0 0,1 0 0 0 0,-1-1 0 0 0,0 2 0 0 0,1-1 0 0 0,-1 1 0 0 0,0-1 0 0 0,0 1-1 0 0,0 1 1 0 0,0-1 0 0 0,0 1 0 0 0,-8 0 0 0 0,38 10-30 0 0,3-10 53 0 0,0-2 0 0 0,-1 0 0 0 0,1-2 0 0 0,28-8 0 0 0,-22 5-4 0 0,67-6 0 0 0,-95 13 0 0 0,1 0 1 0 0,-1 0 0 0 0,1 0-1 0 0,0 1 1 0 0,-1 0-1 0 0,1 0 1 0 0,-1 1 0 0 0,1-1-1 0 0,-1 1 1 0 0,6 4-1 0 0,-8-4 4 0 0,0 1 0 0 0,0-1 0 0 0,0 1-1 0 0,-1 0 1 0 0,0 1 0 0 0,1-1-1 0 0,-1 0 1 0 0,-1 1 0 0 0,1 0 0 0 0,0 0-1 0 0,-1 0 1 0 0,0 0 0 0 0,0 0-1 0 0,0 0 1 0 0,2 7 0 0 0,2 10 12 0 0,-1 1 1 0 0,-1 0-1 0 0,-1 0 1 0 0,-1 1-1 0 0,-1 34 1 0 0,5 46-4 0 0,-6-102-14 0 0,0-1-1 0 0,0 1 1 0 0,0-1-1 0 0,0 1 0 0 0,0-1 1 0 0,0 1-1 0 0,0-1 1 0 0,0 1-1 0 0,0-1 0 0 0,0 1 1 0 0,0 0-1 0 0,0-1 1 0 0,0 1-1 0 0,1-1 0 0 0,-1 1 1 0 0,0-1-1 0 0,0 1 1 0 0,1-1-1 0 0,-1 0 0 0 0,0 1 1 0 0,1-1-1 0 0,-1 1 1 0 0,0-1-1 0 0,1 0 0 0 0,-1 1 1 0 0,1-1-1 0 0,-1 0 1 0 0,1 1-1 0 0,7-13 21 0 0,6-32 10 0 0,-14 42-31 0 0,66-220 24 0 0,-62 209-27 0 0,1 0-1 0 0,1 0 1 0 0,12-22-1 0 0,-16 31 1 0 0,1 0 0 0 0,-1 1-1 0 0,1-1 1 0 0,0 1 0 0 0,0 0-1 0 0,0 0 1 0 0,0 0 0 0 0,1 0-1 0 0,-1 0 1 0 0,1 1 0 0 0,0-1-1 0 0,-1 1 1 0 0,1 0 0 0 0,0 0-1 0 0,0 0 1 0 0,5-1 0 0 0,-7 3 9 0 0,1 0-1 0 0,-1 0 1 0 0,0 1 0 0 0,0-1 0 0 0,0 0 0 0 0,0 1 0 0 0,0-1 0 0 0,0 1-1 0 0,0 0 1 0 0,0 0 0 0 0,0 0 0 0 0,0 0 0 0 0,0 0 0 0 0,0 0-1 0 0,0 0 1 0 0,-1 0 0 0 0,1 1 0 0 0,0-1 0 0 0,-1 1 0 0 0,1-1-1 0 0,-1 1 1 0 0,0 0 0 0 0,1-1 0 0 0,-1 1 0 0 0,0 0 0 0 0,1 3-1 0 0,5 8 99 0 0,-1 0 0 0 0,9 23-1 0 0,-13-30-66 0 0,29 84 463 0 0,-14-37-164 0 0,2-1 0 0 0,32 61 1 0 0,-49-110-350 0 0,0 1 0 0 0,0-1 0 0 0,0 1 0 0 0,0-1 0 0 0,1 0 0 0 0,-1 0 0 0 0,1 0 1 0 0,0 0-1 0 0,4 3 0 0 0,-6-5-79 0 0,1-1 1 0 0,0 1-1 0 0,-1-1 1 0 0,1 1-1 0 0,-1-1 1 0 0,1 1 0 0 0,0-1-1 0 0,-1 0 1 0 0,1 0-1 0 0,-1 0 1 0 0,1 0-1 0 0,0 0 1 0 0,-1 0-1 0 0,1 0 1 0 0,0-1-1 0 0,-1 1 1 0 0,1-1 0 0 0,-1 1-1 0 0,1-1 1 0 0,-1 1-1 0 0,1-1 1 0 0,-1 0-1 0 0,1 0 1 0 0,1-1-1 0 0,12-7-2023 0 0,1 0-1027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1:29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15 484 15347 0 0,'0'-1'166'0'0,"0"-1"0"0"0,-1 1 1 0 0,1-1-1 0 0,0 1 0 0 0,0-1 0 0 0,0 1 0 0 0,1-1 0 0 0,-1 1 0 0 0,0-1 0 0 0,1 1 0 0 0,-1-1 0 0 0,0 1 0 0 0,1 0 0 0 0,0-1 0 0 0,-1 1 0 0 0,1 0 1 0 0,0-1-1 0 0,0 1 0 0 0,0 0 0 0 0,-1 0 0 0 0,1 0 0 0 0,1 0 0 0 0,-1 0 0 0 0,0 0 0 0 0,0 0 0 0 0,0 0 0 0 0,0 0 0 0 0,1 0 0 0 0,-1 1 1 0 0,0-1-1 0 0,1 0 0 0 0,-1 1 0 0 0,2-1 0 0 0,2-4-125 0 0,-2-5 18 0 0,-1 4 35 0 0,2 8 87 0 0,-2 1-103 0 0,0-1 0 0 0,0 1 0 0 0,-1 0 0 0 0,1 0 0 0 0,-1 0 0 0 0,0 0 1 0 0,0 0-1 0 0,0 1 0 0 0,-1-1 0 0 0,1 0 0 0 0,-1 0 0 0 0,1 5 0 0 0,-2 45 551 0 0,0-37-478 0 0,0 30 173 0 0,1-18-136 0 0,-3 32 0 0 0,2-45-131 0 0,1-9-28 0 0,-1 0 0 0 0,1 1-1 0 0,-1-1 1 0 0,-2 9 0 0 0,3-14-20 0 0,0-1 0 0 0,-1 1 0 0 0,1 0 0 0 0,0 0 0 0 0,0-1 1 0 0,-1 1-1 0 0,1 0 0 0 0,-1-1 0 0 0,1 1 0 0 0,0 0 0 0 0,-1-1 0 0 0,1 1 1 0 0,-1 0-1 0 0,0-1 0 0 0,1 1 0 0 0,-1-1 0 0 0,1 1 0 0 0,-1-1 1 0 0,0 0-1 0 0,1 1 0 0 0,-1-1 0 0 0,0 1 0 0 0,0-1 0 0 0,1 0 1 0 0,-1 0-1 0 0,0 0 0 0 0,0 1 0 0 0,1-1 0 0 0,-1 0 0 0 0,0 0 0 0 0,0 0 1 0 0,0 0-1 0 0,1 0 0 0 0,-1 0 0 0 0,0 0 0 0 0,0 0 0 0 0,1-1 1 0 0,-1 1-1 0 0,0 0 0 0 0,0 0 0 0 0,0-1 0 0 0,-1 0 7 0 0,0 0-1 0 0,0 0 0 0 0,0-1 1 0 0,1 1-1 0 0,-1 0 0 0 0,0-1 1 0 0,1 1-1 0 0,0-1 1 0 0,-1 1-1 0 0,1-1 0 0 0,0 0 1 0 0,-1 0-1 0 0,1 0 0 0 0,0 1 1 0 0,1-1-1 0 0,-1 0 1 0 0,0 0-1 0 0,0 0 0 0 0,1 0 1 0 0,-1 0-1 0 0,1-3 0 0 0,-2-6 32 0 0,1 0 0 0 0,0-20 0 0 0,1 26-34 0 0,2-29 43 0 0,1 0 0 0 0,1 0 0 0 0,2 0 0 0 0,2 1 0 0 0,1 0 0 0 0,21-50 0 0 0,-28 77-50 0 0,1-1 1 0 0,-1 0-1 0 0,2 0 0 0 0,-1 0 0 0 0,1 0 0 0 0,7-9 0 0 0,-10 14-6 0 0,0 1 0 0 0,0 0 0 0 0,0 0 1 0 0,0 0-1 0 0,0 0 0 0 0,1 0 0 0 0,-1 1 0 0 0,0-1 1 0 0,0 0-1 0 0,1 1 0 0 0,-1-1 0 0 0,0 0 0 0 0,1 1 1 0 0,-1 0-1 0 0,1-1 0 0 0,-1 1 0 0 0,1 0 0 0 0,-1 0 1 0 0,1 0-1 0 0,-1 0 0 0 0,0 0 0 0 0,1 0 0 0 0,-1 0 0 0 0,1 0 1 0 0,-1 0-1 0 0,1 1 0 0 0,-1-1 0 0 0,1 1 0 0 0,-1-1 1 0 0,0 1-1 0 0,1-1 0 0 0,-1 1 0 0 0,0 0 0 0 0,0 0 1 0 0,2 1-1 0 0,12 9 7 0 0,0 1-1 0 0,-1 0 1 0 0,-1 0 0 0 0,0 2 0 0 0,-1 0 0 0 0,0 0 0 0 0,-1 1 0 0 0,13 23-1 0 0,3 14 24 0 0,28 73 0 0 0,-17-36 10 0 0,-38-89-35 0 0,0 0 0 0 0,0 0 0 0 0,0 0 0 0 0,0-1 0 0 0,0 1-1 0 0,0 0 1 0 0,0 0 0 0 0,0 0 0 0 0,0 0 0 0 0,0 0 0 0 0,0 0 0 0 0,0 0 0 0 0,0 0-1 0 0,0 0 1 0 0,0 0 0 0 0,1 0 0 0 0,-1 0 0 0 0,0 0 0 0 0,0 0 0 0 0,0 0 0 0 0,0 0 0 0 0,0 0-1 0 0,0 0 1 0 0,0 0 0 0 0,0 0 0 0 0,0 0 0 0 0,0 0 0 0 0,0 0 0 0 0,0 0 0 0 0,0 0-1 0 0,0 0 1 0 0,1 0 0 0 0,-1 0 0 0 0,0 0 0 0 0,0 0 0 0 0,0 0 0 0 0,0 0 0 0 0,0 0 0 0 0,0 0-1 0 0,0 0 1 0 0,0 0 0 0 0,0 0 0 0 0,0 1 0 0 0,0-1 0 0 0,0 0 0 0 0,0-15 112 0 0,-4-34-64 0 0,1 18-36 0 0,1 0-23 0 0,2-1 0 0 0,1 1-1 0 0,5-33 1 0 0,-5 53-4 0 0,1 0-1 0 0,1 1 1 0 0,0-1 0 0 0,0 0 0 0 0,1 1-1 0 0,0 0 1 0 0,1 0 0 0 0,0 0 0 0 0,0 1-1 0 0,1-1 1 0 0,1 1 0 0 0,8-9 0 0 0,-14 16 3 0 0,1 0 1 0 0,0 0 0 0 0,0 0-1 0 0,0 1 1 0 0,0-1 0 0 0,0 1-1 0 0,1-1 1 0 0,-1 1 0 0 0,0 0-1 0 0,1 0 1 0 0,-1 0 0 0 0,1 0-1 0 0,-1 0 1 0 0,1 1 0 0 0,-1-1 0 0 0,1 1-1 0 0,4-1 1 0 0,-5 1 3 0 0,1 1-1 0 0,-1-1 1 0 0,0 1-1 0 0,1 0 1 0 0,-1 0 0 0 0,0 0-1 0 0,1 0 1 0 0,-1 0 0 0 0,0 0-1 0 0,0 0 1 0 0,0 1 0 0 0,0-1-1 0 0,0 1 1 0 0,0 0 0 0 0,2 2-1 0 0,2 4 4 0 0,0 0 0 0 0,0 1-1 0 0,-1 0 1 0 0,0 0 0 0 0,0 0 0 0 0,-1 0-1 0 0,5 17 1 0 0,11 49 16 0 0,10 79 0 0 0,-12-51 12 0 0,-18-102 11 0 0,1-2-38 0 0,0 1 1 0 0,-1-1-1 0 0,1 0 1 0 0,-1 1 0 0 0,0-1-1 0 0,1 0 1 0 0,-1 0-1 0 0,0 1 1 0 0,1-1-1 0 0,-1 0 1 0 0,0 0-1 0 0,0 0 1 0 0,0 1-1 0 0,1-1 1 0 0,-1 0 0 0 0,0 0-1 0 0,0 0 1 0 0,-1-1-1 0 0,5-39-44 0 0,1 1 0 0 0,1-1 0 0 0,22-70 0 0 0,-24 97 32 0 0,2-8-16 0 0,0 0 0 0 0,2 1 0 0 0,0 0 0 0 0,13-21 0 0 0,-18 37 17 0 0,0-1 0 0 0,1 1-1 0 0,0 1 1 0 0,0-1 0 0 0,0 0-1 0 0,0 1 1 0 0,1 0 0 0 0,8-6 0 0 0,-10 8 1 0 0,1 0 1 0 0,-1 0 0 0 0,0 1 0 0 0,0 0-1 0 0,1 0 1 0 0,-1 0 0 0 0,1 0 0 0 0,-1 0-1 0 0,1 1 1 0 0,-1-1 0 0 0,1 1 0 0 0,-1 0-1 0 0,1 0 1 0 0,0 0 0 0 0,-1 1 0 0 0,5 0-1 0 0,-3 1 4 0 0,0 0 0 0 0,0 0-1 0 0,0 0 1 0 0,-1 1-1 0 0,1-1 1 0 0,-1 1 0 0 0,0 0-1 0 0,1 0 1 0 0,-1 1-1 0 0,-1-1 1 0 0,1 1 0 0 0,0 0-1 0 0,4 6 1 0 0,4 7 19 0 0,20 36 0 0 0,-28-45-8 0 0,28 63 40 0 0,6 12-9 0 0,-33-76-35 0 0,-1 0 0 0 0,1 0 0 0 0,0 0-1 0 0,0-1 1 0 0,0 1 0 0 0,1-1-1 0 0,0-1 1 0 0,10 8 0 0 0,-13-11-1 0 0,0 0 1 0 0,0 0 0 0 0,1-1-1 0 0,-1 1 1 0 0,1-1 0 0 0,-1 1-1 0 0,1-1 1 0 0,-1 0 0 0 0,1-1-1 0 0,0 1 1 0 0,0-1-1 0 0,-1 1 1 0 0,1-1 0 0 0,0 0-1 0 0,6-1 1 0 0,-4 0-2 0 0,0-1 1 0 0,0 0-1 0 0,0 0 0 0 0,0 0 1 0 0,-1-1-1 0 0,1 1 0 0 0,-1-1 1 0 0,0 0-1 0 0,5-5 0 0 0,1-1-3 0 0,0 0 0 0 0,-1-1 1 0 0,0 0-1 0 0,-1-1 0 0 0,0 0 0 0 0,-1 0 0 0 0,12-23 0 0 0,-13 21 4 0 0,-1-1-1 0 0,-1-1 1 0 0,0 1-1 0 0,-1-1 1 0 0,0 0-1 0 0,-2 0 1 0 0,2-19-1 0 0,-3 27 2 0 0,-1 0-1 0 0,-1 0 0 0 0,1 0 0 0 0,-1 0 0 0 0,0 0 0 0 0,-1 0 0 0 0,0 1 0 0 0,-2-9 0 0 0,2 12 0 0 0,0-1 0 0 0,0 1 0 0 0,0-1 0 0 0,0 1 1 0 0,0 0-1 0 0,-1 0 0 0 0,0 0 0 0 0,1 0 0 0 0,-1 0 0 0 0,0 0 0 0 0,0 1 0 0 0,-1-1 0 0 0,1 1 0 0 0,0 0 0 0 0,-5-2 0 0 0,5 3 1 0 0,-1-1 0 0 0,1 1-1 0 0,-1 0 1 0 0,1 0 0 0 0,-1 0-1 0 0,0 1 1 0 0,0-1 0 0 0,1 1 0 0 0,-1 0-1 0 0,0 0 1 0 0,0 0 0 0 0,1 1 0 0 0,-1-1-1 0 0,-5 2 1 0 0,3 0 4 0 0,0 0 1 0 0,0 1-1 0 0,0-1 0 0 0,0 1 0 0 0,1 1 1 0 0,-1-1-1 0 0,-8 8 0 0 0,3-2 9 0 0,1 1-1 0 0,0 1 1 0 0,1-1-1 0 0,0 1 1 0 0,1 1-1 0 0,1 0 1 0 0,-8 13-1 0 0,11-15-9 0 0,0 1 1 0 0,0-1-1 0 0,1 1 0 0 0,0-1 0 0 0,1 1 1 0 0,0 0-1 0 0,1 0 0 0 0,0 0 0 0 0,1 0 1 0 0,0 0-1 0 0,0 0 0 0 0,1 0 0 0 0,1 0 1 0 0,0 0-1 0 0,1 0 0 0 0,0-1 0 0 0,6 16 0 0 0,-6-19-3 0 0,0 0-1 0 0,1 0 1 0 0,0 0-1 0 0,0 0 0 0 0,1-1 1 0 0,-1 1-1 0 0,1-1 1 0 0,1 0-1 0 0,-1-1 0 0 0,1 1 1 0 0,0-1-1 0 0,1 0 1 0 0,-1-1-1 0 0,1 0 0 0 0,0 0 1 0 0,0 0-1 0 0,0-1 1 0 0,0 1-1 0 0,1-2 0 0 0,-1 1 1 0 0,1-1-1 0 0,-1 0 1 0 0,1-1-1 0 0,15 1 0 0 0,-8-2-14 0 0,0-1 0 0 0,0-1-1 0 0,0-1 1 0 0,-1 0-1 0 0,1 0 1 0 0,-1-2-1 0 0,0 1 1 0 0,0-2-1 0 0,0 0 1 0 0,-1-1 0 0 0,1 0-1 0 0,-2-1 1 0 0,1 0-1 0 0,-1-1 1 0 0,-1-1-1 0 0,1 0 1 0 0,-2 0-1 0 0,1-1 1 0 0,-2 0 0 0 0,1-1-1 0 0,-2 0 1 0 0,1-1-1 0 0,-2 0 1 0 0,10-20-1 0 0,-12 16 16 0 0,-1 0-1 0 0,0 0 1 0 0,-1 0-1 0 0,-1 0 0 0 0,-1-1 1 0 0,0 1-1 0 0,-2-19 0 0 0,0 9-4 0 0,1 26-15 0 0,-1 23-81 0 0,3 20 123 0 0,2 1-1 0 0,1-1 0 0 0,3 0 1 0 0,13 43-1 0 0,-19-78-21 0 0,0 0-1 0 0,1 1 1 0 0,0-1-1 0 0,0 0 1 0 0,1-1-1 0 0,0 1 1 0 0,0 0-1 0 0,0-1 1 0 0,1 0-1 0 0,0 0 0 0 0,7 6 1 0 0,-9-10-2 0 0,-1 0 0 0 0,1 0 0 0 0,0 0 0 0 0,0 0 0 0 0,0-1 0 0 0,0 1 1 0 0,1-1-1 0 0,-1 0 0 0 0,0 0 0 0 0,0 0 0 0 0,1 0 0 0 0,-1 0 0 0 0,1-1 0 0 0,-1 0 0 0 0,0 1 0 0 0,1-1 0 0 0,-1 0 1 0 0,1-1-1 0 0,-1 1 0 0 0,1-1 0 0 0,-1 0 0 0 0,0 1 0 0 0,1-1 0 0 0,-1-1 0 0 0,0 1 0 0 0,0 0 0 0 0,3-3 0 0 0,1 0-5 0 0,-1 0-1 0 0,0-1 1 0 0,0 1-1 0 0,-1-1 1 0 0,0-1-1 0 0,1 1 1 0 0,-2-1-1 0 0,1 0 1 0 0,-1 0-1 0 0,0 0 1 0 0,7-13-1 0 0,-4 3 6 0 0,0 0 0 0 0,-1-1 0 0 0,7-33 0 0 0,-1-25 88 0 0,-10 52-23 0 0,2 0 0 0 0,0 0 0 0 0,2 0 0 0 0,8-23 0 0 0,-14 45-63 0 0,0 1-1 0 0,1-1 1 0 0,-1 1-1 0 0,0-1 1 0 0,0 0-1 0 0,0 1 1 0 0,1-1-1 0 0,-1 1 1 0 0,0-1-1 0 0,0 1 0 0 0,1-1 1 0 0,-1 1-1 0 0,0-1 1 0 0,1 1-1 0 0,-1 0 1 0 0,1-1-1 0 0,-1 1 1 0 0,0 0-1 0 0,1-1 1 0 0,-1 1-1 0 0,1 0 1 0 0,-1-1-1 0 0,1 1 1 0 0,-1 0-1 0 0,1 0 1 0 0,0-1-1 0 0,-1 1 1 0 0,1 0-1 0 0,-1 0 1 0 0,2 0-1 0 0,-1 0 0 0 0,0 1-1 0 0,-1-1 1 0 0,1 1-1 0 0,0 0 0 0 0,0-1 1 0 0,0 1-1 0 0,-1 0 1 0 0,1-1-1 0 0,0 1 1 0 0,-1 0-1 0 0,1 0 1 0 0,-1 0-1 0 0,1 0 0 0 0,-1 0 1 0 0,1 1-1 0 0,13 38 3 0 0,-5 4-9 0 0,-4-18 5 0 0,1 0 1 0 0,12 30 0 0 0,-16-50-13 0 0,0 0-1 0 0,1 0 1 0 0,0 0 0 0 0,1 0-1 0 0,-1 0 1 0 0,1-1-1 0 0,0 0 1 0 0,1 0-1 0 0,-1 0 1 0 0,1 0 0 0 0,0 0-1 0 0,0-1 1 0 0,10 6-1 0 0,-12-8-6 0 0,-1-1 0 0 0,1 0 0 0 0,-1 0 0 0 0,1 0 0 0 0,0 0 0 0 0,-1 0-1 0 0,1-1 1 0 0,0 1 0 0 0,0-1 0 0 0,0 0 0 0 0,-1 0 0 0 0,1 0 0 0 0,0 0 0 0 0,0 0-1 0 0,5-2 1 0 0,-4 1-11 0 0,1-1 0 0 0,-1 1-1 0 0,1-1 1 0 0,-1-1 0 0 0,0 1-1 0 0,1-1 1 0 0,-1 1 0 0 0,5-6-1 0 0,3-3-24 0 0,-1-1 0 0 0,-1 0 0 0 0,0 0 0 0 0,12-21 0 0 0,-8 11 59 0 0,-2 0 0 0 0,-1-1-1 0 0,-1-1 1 0 0,-1 1 0 0 0,-1-1-1 0 0,-1-1 1 0 0,-1 1 0 0 0,-1-1-1 0 0,-1-1 1 0 0,-1 1 0 0 0,-2-42-1 0 0,-1 56 1 0 0,1-12 49 0 0,-2 0 0 0 0,0 0-1 0 0,-7-34 1 0 0,7 56-7 0 0,0 21 34 0 0,1 16-69 0 0,13 342 5 0 0,-11-353-22 0 0,10 34 0 0 0,-10-51 9 0 0,0 0 0 0 0,1 0 0 0 0,0 0 0 0 0,0 0 1 0 0,1-1-1 0 0,0 1 0 0 0,10 13 0 0 0,-13-20 5 0 0,0 0 1 0 0,0 0-1 0 0,1 0 1 0 0,-1 1 0 0 0,0-1-1 0 0,1 0 1 0 0,-1 0-1 0 0,1-1 1 0 0,-1 1 0 0 0,1 0-1 0 0,-1 0 1 0 0,1-1-1 0 0,-1 1 1 0 0,1-1 0 0 0,0 0-1 0 0,-1 1 1 0 0,1-1-1 0 0,0 0 1 0 0,-1 0 0 0 0,1 0-1 0 0,0 0 1 0 0,-1 0-1 0 0,1 0 1 0 0,0 0-1 0 0,-1-1 1 0 0,1 1 0 0 0,0-1-1 0 0,-1 1 1 0 0,1-1-1 0 0,-1 0 1 0 0,1 1 0 0 0,-1-1-1 0 0,1 0 1 0 0,-1 0-1 0 0,1 0 1 0 0,-1 0 0 0 0,0 0-1 0 0,2-3 1 0 0,7-5 61 0 0,-1 0 0 0 0,0-1 1 0 0,-1 0-1 0 0,7-12 0 0 0,-5 8 8 0 0,31-45 147 0 0,9-14 26 0 0,-44 65-484 0 0,1 0 0 0 0,0 0-1 0 0,1 1 1 0 0,0 0 0 0 0,17-12 0 0 0,-2 8-2352 0 0,-9 6 557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1:32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39 448 19116 0 0,'-2'0'103'0'0,"0"0"0"0"0,1 1-1 0 0,-1-1 1 0 0,1 1 0 0 0,-1-1 0 0 0,1 1-1 0 0,-1 0 1 0 0,1 0 0 0 0,-1-1 0 0 0,1 1-1 0 0,0 0 1 0 0,-1 0 0 0 0,1 0 0 0 0,0 0 0 0 0,0 1-1 0 0,0-1 1 0 0,0 0 0 0 0,0 0 0 0 0,0 1-1 0 0,0-1 1 0 0,0 1 0 0 0,1-1 0 0 0,-1 0-1 0 0,0 1 1 0 0,1 0 0 0 0,-1-1 0 0 0,1 1-1 0 0,-1 2 1 0 0,0 6 146 0 0,0 1-1 0 0,0-1 1 0 0,1 18-1 0 0,1 2 422 0 0,-4 1-376 0 0,2 1 0 0 0,2-1 1 0 0,1 1-1 0 0,1-1 0 0 0,9 39 0 0 0,-5-43-196 0 0,-7-26-9 0 0,3-2-38 0 0,-1-1-41 0 0,1 0 0 0 0,-1 0-1 0 0,1 0 1 0 0,-1 0 0 0 0,0 0 0 0 0,0 0 0 0 0,0 0 0 0 0,0-1 0 0 0,-1 1 0 0 0,1-1 0 0 0,0 1-1 0 0,-1-1 1 0 0,0 0 0 0 0,0 1 0 0 0,0-1 0 0 0,1-3 0 0 0,13-58 35 0 0,-9 35-26 0 0,34-115 28 0 0,-31 117-46 0 0,2 1-1 0 0,0 0 1 0 0,19-31-1 0 0,-26 51-4 0 0,0 0 0 0 0,0 1 1 0 0,0-1-1 0 0,1 1 0 0 0,0 0 0 0 0,0 0 0 0 0,1 0 0 0 0,-1 0 0 0 0,8-3 0 0 0,-11 6 1 0 0,0 1-1 0 0,0 0 1 0 0,0 0-1 0 0,1 0 0 0 0,-1 1 1 0 0,0-1-1 0 0,1 0 1 0 0,-1 1-1 0 0,0 0 1 0 0,1-1-1 0 0,-1 1 1 0 0,0 0-1 0 0,1 0 0 0 0,-1 0 1 0 0,1 1-1 0 0,-1-1 1 0 0,0 0-1 0 0,1 1 1 0 0,-1 0-1 0 0,0 0 0 0 0,0-1 1 0 0,1 1-1 0 0,-1 0 1 0 0,0 1-1 0 0,0-1 1 0 0,0 0-1 0 0,0 1 1 0 0,0-1-1 0 0,0 1 0 0 0,2 2 1 0 0,3 5 1 0 0,0-1 0 0 0,0 2 0 0 0,-1-1 0 0 0,-1 1 0 0 0,1 0-1 0 0,-1 0 1 0 0,-1 0 0 0 0,0 0 0 0 0,-1 1 0 0 0,0 0 0 0 0,2 12 0 0 0,0 8 10 0 0,-1 0 1 0 0,0 54-1 0 0,-4-76-4 0 0,1 16 10 0 0,-1 0 0 0 0,-2 0 0 0 0,0-1 0 0 0,-2 1 0 0 0,-8 30 0 0 0,12-55-11 0 0,0 0 0 0 0,0 0-1 0 0,0 0 1 0 0,0 1 0 0 0,0-1 0 0 0,0 0 0 0 0,0 0-1 0 0,0 0 1 0 0,0 0 0 0 0,0 1 0 0 0,0-1 0 0 0,0 0-1 0 0,0 0 1 0 0,0 0 0 0 0,0 0 0 0 0,0 1 0 0 0,0-1 0 0 0,0 0-1 0 0,-1 0 1 0 0,1 0 0 0 0,0 0 0 0 0,0 0 0 0 0,0 1-1 0 0,0-1 1 0 0,0 0 0 0 0,-1 0 0 0 0,1 0 0 0 0,0 0 0 0 0,0 0-1 0 0,0 0 1 0 0,0 0 0 0 0,-1 0 0 0 0,1 0 0 0 0,0 0-1 0 0,0 0 1 0 0,0 0 0 0 0,0 0 0 0 0,-1 0 0 0 0,1 0 0 0 0,0 0-1 0 0,0 0 1 0 0,-1 0 0 0 0,-4-8 38 0 0,-1-16-18 0 0,5 1-24 0 0,1 0-1 0 0,2-1 1 0 0,0 1-1 0 0,2 0 1 0 0,0 0-1 0 0,2 0 0 0 0,0 0 1 0 0,1 1-1 0 0,2 0 1 0 0,0 0-1 0 0,1 1 1 0 0,26-38-1 0 0,-29 50-10 0 0,-1 0 0 0 0,2 1-1 0 0,0 0 1 0 0,9-8 0 0 0,-14 13 4 0 0,0 1 0 0 0,0 0 1 0 0,0 0-1 0 0,0 0 0 0 0,0 0 1 0 0,0 0-1 0 0,1 1 0 0 0,-1 0 1 0 0,0-1-1 0 0,1 1 0 0 0,-1 1 1 0 0,1-1-1 0 0,0 0 0 0 0,-1 1 1 0 0,1 0-1 0 0,4 0 0 0 0,-6 0 5 0 0,0 1-1 0 0,0 0 1 0 0,0 0-1 0 0,-1-1 1 0 0,1 1-1 0 0,0 0 0 0 0,-1 0 1 0 0,1 1-1 0 0,-1-1 1 0 0,1 0-1 0 0,-1 0 1 0 0,0 1-1 0 0,1-1 1 0 0,-1 1-1 0 0,0-1 1 0 0,0 1-1 0 0,0 0 1 0 0,0-1-1 0 0,0 1 0 0 0,0 0 1 0 0,-1 0-1 0 0,1-1 1 0 0,-1 1-1 0 0,1 0 1 0 0,-1 0-1 0 0,0 0 1 0 0,1 3-1 0 0,0 7-3 0 0,0 0 0 0 0,0 24 1 0 0,-2-33 5 0 0,-2 32 1 0 0,-2 0 0 0 0,-1-1-1 0 0,-15 46 1 0 0,11-44-24 0 0,1 0 0 0 0,-7 67 0 0 0,16-89-137 0 0,2-20-168 0 0,4-12 243 0 0,11-33 48 0 0,61-155-277 0 0,-64 176 273 0 0,1 0-1 0 0,1 1 0 0 0,2 0 1 0 0,32-39-1 0 0,-44 62 43 0 0,-1 0-1 0 0,2 0 0 0 0,-1 0 1 0 0,0 1-1 0 0,1 0 0 0 0,0 0 1 0 0,0 1-1 0 0,14-6 0 0 0,-19 9 1 0 0,-1 0 1 0 0,1 0-1 0 0,0 1 0 0 0,0-1 0 0 0,0 1 0 0 0,0-1 0 0 0,0 1 0 0 0,0 0 1 0 0,1 0-1 0 0,-1-1 0 0 0,0 2 0 0 0,0-1 0 0 0,0 0 0 0 0,0 0 1 0 0,0 1-1 0 0,0-1 0 0 0,0 1 0 0 0,0-1 0 0 0,0 1 0 0 0,-1 0 0 0 0,1 0 1 0 0,0 0-1 0 0,0 0 0 0 0,0 0 0 0 0,-1 0 0 0 0,1 1 0 0 0,-1-1 0 0 0,1 1 1 0 0,-1-1-1 0 0,1 1 0 0 0,-1-1 0 0 0,0 1 0 0 0,0 0 0 0 0,0-1 1 0 0,0 1-1 0 0,0 0 0 0 0,0 0 0 0 0,0 0 0 0 0,0 4 0 0 0,6 18 23 0 0,-1 0 0 0 0,-1 1 0 0 0,-2 0 0 0 0,2 30 0 0 0,-3-19-5 0 0,9 41 0 0 0,-5-53-22 0 0,0-1 0 0 0,1 0 0 0 0,17 38 0 0 0,-21-55-13 0 0,0 0 0 0 0,0 0 0 0 0,1-1 0 0 0,0 1-1 0 0,0-1 1 0 0,0 1 0 0 0,0-1 0 0 0,1 0 0 0 0,0-1 0 0 0,0 1 0 0 0,0-1-1 0 0,1 0 1 0 0,-1 0 0 0 0,1-1 0 0 0,0 0 0 0 0,0 0 0 0 0,0 0 0 0 0,7 2 0 0 0,-7-5 12 0 0,-1 1 1 0 0,1-1-1 0 0,0 0 0 0 0,0 0 1 0 0,0-1-1 0 0,0 0 1 0 0,-1 0-1 0 0,1 0 1 0 0,0 0-1 0 0,-1-1 1 0 0,1 0-1 0 0,-1 0 1 0 0,0-1-1 0 0,0 0 1 0 0,0 0-1 0 0,0 0 1 0 0,8-7-1 0 0,4-3 11 0 0,-1-1 0 0 0,-1-1 0 0 0,19-23 0 0 0,-25 26-1 0 0,0 0 0 0 0,-1-1-1 0 0,-1 1 1 0 0,0-1 0 0 0,-1-1 0 0 0,-1 1-1 0 0,0-1 1 0 0,6-25 0 0 0,-9 29 27 0 0,0 0 1 0 0,-1 0 0 0 0,0 0-1 0 0,0-1 1 0 0,-1 1-1 0 0,0 0 1 0 0,-1-1 0 0 0,0 1-1 0 0,-1 0 1 0 0,0 0-1 0 0,-1 0 1 0 0,0 0-1 0 0,-5-11 1 0 0,7 19-29 0 0,0 0 0 0 0,0-1 0 0 0,-1 1 0 0 0,1 0 0 0 0,-1 0 0 0 0,0 0 0 0 0,1 0 0 0 0,-1 0 0 0 0,0 1 0 0 0,0-1 0 0 0,0 0 0 0 0,-1 1 0 0 0,1-1 0 0 0,0 1 0 0 0,0 0 0 0 0,-1 0 0 0 0,-3-1 0 0 0,2 1 5 0 0,0 0 0 0 0,0 0 0 0 0,0 1 1 0 0,0 0-1 0 0,-1 0 0 0 0,1 0 0 0 0,0 0 0 0 0,0 1 0 0 0,0 0 1 0 0,-5 1-1 0 0,0 1 5 0 0,-1 0 0 0 0,1 1 1 0 0,-1 0-1 0 0,2 0 0 0 0,-1 1 0 0 0,0 1 1 0 0,1 0-1 0 0,-11 8 0 0 0,8-2-14 0 0,0-1 0 0 0,0 1 0 0 0,1 0 0 0 0,1 1 0 0 0,0 1 0 0 0,-12 22 0 0 0,17-26-1 0 0,0-1 0 0 0,0 0 0 0 0,1 1-1 0 0,0 0 1 0 0,1-1 0 0 0,0 1 0 0 0,0 0 0 0 0,1 0 0 0 0,1 0 0 0 0,0 0 0 0 0,2 17 0 0 0,-2-23-7 0 0,0-1-1 0 0,1 0 1 0 0,0 0-1 0 0,-1 0 1 0 0,1 0-1 0 0,1 0 1 0 0,-1 0-1 0 0,0 0 1 0 0,1 0-1 0 0,-1 0 1 0 0,1 0-1 0 0,0-1 1 0 0,0 1-1 0 0,0-1 1 0 0,0 1-1 0 0,0-1 1 0 0,1 0-1 0 0,-1 0 1 0 0,5 3-1 0 0,-4-3-7 0 0,1-1 1 0 0,0 1-1 0 0,0-1 1 0 0,0 0-1 0 0,0 0 0 0 0,0 0 1 0 0,0-1-1 0 0,0 0 0 0 0,0 1 1 0 0,1-1-1 0 0,-1-1 1 0 0,0 1-1 0 0,5-1 0 0 0,6-3-20 0 0,-1 0-1 0 0,0 0 1 0 0,0-1 0 0 0,0-1-1 0 0,-1 0 1 0 0,0-1-1 0 0,15-11 1 0 0,-10 6 35 0 0,-1-2 1 0 0,0 0-1 0 0,-1-1 1 0 0,-1-1-1 0 0,0-1 1 0 0,13-18-1 0 0,-2-4 234 0 0,37-75-1 0 0,-63 115-229 0 0,0-1 0 0 0,0 0 0 0 0,0 0 0 0 0,0 0 1 0 0,0 0-1 0 0,0 0 0 0 0,0 0 0 0 0,0 0 0 0 0,0 0 0 0 0,0 0 0 0 0,0 0 0 0 0,0 0 0 0 0,0 0 0 0 0,0 0 0 0 0,1 0 0 0 0,-1 0 0 0 0,0 0 0 0 0,0 0 0 0 0,0 0 0 0 0,0 0 0 0 0,0 0 0 0 0,0 0 0 0 0,0 0 0 0 0,0 0 0 0 0,0 0 0 0 0,0 0 0 0 0,0 0 0 0 0,0 0 0 0 0,1 0 0 0 0,-1 0 0 0 0,0 0 0 0 0,0 0 0 0 0,0 0 1 0 0,0 0-1 0 0,0 0 0 0 0,0 0 0 0 0,0 0 0 0 0,0 0 0 0 0,0 0 0 0 0,0 0 0 0 0,0 0 0 0 0,0 0 0 0 0,0 0 0 0 0,0 0 0 0 0,0 0 0 0 0,0-1 0 0 0,0 1 0 0 0,1 0 0 0 0,-1 0 0 0 0,0 0 0 0 0,0 0 0 0 0,0 0 0 0 0,0 0 0 0 0,0 0 0 0 0,0 0 0 0 0,0 0 0 0 0,0 0 0 0 0,0 0 0 0 0,0 0 0 0 0,0 0 0 0 0,0-1 1 0 0,0 1-1 0 0,0 0 0 0 0,0 0 0 0 0,0 0 0 0 0,0 9 86 0 0,-2 14 7 0 0,-3-4-44 0 0,1 0 1 0 0,0 0 0 0 0,2 1-1 0 0,0 26 1 0 0,2-39-52 0 0,0 0 0 0 0,0-1 0 0 0,1 1 1 0 0,0-1-1 0 0,1 1 0 0 0,-1-1 0 0 0,1 0 0 0 0,0 0 0 0 0,1 1 0 0 0,-1-1 1 0 0,1-1-1 0 0,0 1 0 0 0,1 0 0 0 0,0-1 0 0 0,-1 0 0 0 0,9 9 0 0 0,-6-10-17 0 0,0 0 0 0 0,-1 0-1 0 0,2-1 1 0 0,-1 0 0 0 0,0 0-1 0 0,1 0 1 0 0,-1-1 0 0 0,1 0-1 0 0,0 0 1 0 0,-1 0-1 0 0,1-1 1 0 0,0 0 0 0 0,0-1-1 0 0,0 1 1 0 0,0-1 0 0 0,0-1-1 0 0,0 1 1 0 0,0-1 0 0 0,0-1-1 0 0,0 1 1 0 0,7-4 0 0 0,0 1-30 0 0,0-1 0 0 0,-1 0 1 0 0,1-1-1 0 0,-2-1 0 0 0,1 0 1 0 0,-1 0-1 0 0,0-1 1 0 0,0-1-1 0 0,13-13 0 0 0,-15 11 49 0 0,-1 0-1 0 0,0-1 0 0 0,-1 0 1 0 0,0 0-1 0 0,-1-1 1 0 0,0 0-1 0 0,-1 0 0 0 0,-1-1 1 0 0,0 0-1 0 0,0 0 0 0 0,-2 0 1 0 0,4-29-1 0 0,-2-7 86 0 0,-3 0-1 0 0,-5-70 1 0 0,-9-10 209 0 0,12 128-274 0 0,0 3-21 0 0,-1-1 1 0 0,1 0 0 0 0,-1 0 0 0 0,1 1-1 0 0,-1-1 1 0 0,1 1 0 0 0,0-1-1 0 0,-1 0 1 0 0,1 1 0 0 0,0-1-1 0 0,-1 1 1 0 0,1-1 0 0 0,0 1 0 0 0,0-1-1 0 0,-1 1 1 0 0,1-1 0 0 0,0 1-1 0 0,0-1 1 0 0,0 1 0 0 0,0-1 0 0 0,0 1-1 0 0,0 0 1 0 0,0-1 0 0 0,0 1-1 0 0,-2 19-6 0 0,2-18 10 0 0,-11 369 13 0 0,12-300-29 0 0,-2-46-7 0 0,2 34-53 0 0,-1-54 54 0 0,1 0 1 0 0,0 0 0 0 0,0 0 0 0 0,0 0 0 0 0,1 0-1 0 0,-1 0 1 0 0,1-1 0 0 0,0 1 0 0 0,3 4-1 0 0,-5-9 16 0 0,0 1 0 0 0,1-1-1 0 0,-1 0 1 0 0,0 0-1 0 0,0 0 1 0 0,0 1 0 0 0,0-1-1 0 0,0 0 1 0 0,0 0-1 0 0,0 0 1 0 0,1 0 0 0 0,-1 1-1 0 0,0-1 1 0 0,0 0-1 0 0,0 0 1 0 0,0 0 0 0 0,1 0-1 0 0,-1 0 1 0 0,0 1-1 0 0,0-1 1 0 0,0 0 0 0 0,1 0-1 0 0,-1 0 1 0 0,0 0-1 0 0,0 0 1 0 0,1 0 0 0 0,-1 0-1 0 0,0 0 1 0 0,0 0-1 0 0,0 0 1 0 0,1 0 0 0 0,-1 0-1 0 0,0 0 1 0 0,0 0 0 0 0,1 0-1 0 0,-1 0 1 0 0,0 0-1 0 0,1 0 1 0 0,3-10-20 0 0,1-16-8 0 0,-5 25 27 0 0,4-45 2 0 0,-4 32-1 0 0,1 1 0 0 0,0-1 0 0 0,1 0 0 0 0,0 0 0 0 0,1 1 0 0 0,1 0 0 0 0,0-1-1 0 0,7-12 1 0 0,-10 24-5 0 0,1 0 0 0 0,0 0 0 0 0,-1 0 0 0 0,1 1 0 0 0,0-1 0 0 0,0 1 0 0 0,0-1 0 0 0,0 1-1 0 0,0-1 1 0 0,1 1 0 0 0,-1 0 0 0 0,0 0 0 0 0,0 0 0 0 0,1 0 0 0 0,-1 1 0 0 0,1-1 0 0 0,-1 1 0 0 0,1-1 0 0 0,-1 1-1 0 0,1 0 1 0 0,-1 0 0 0 0,1 0 0 0 0,4 1 0 0 0,7 0-16 0 0,0 1 1 0 0,0 1-1 0 0,14 5 0 0 0,-12-4 18 0 0,152 30-12 0 0,-148-31-10 0 0,0-2 0 0 0,0 0 0 0 0,1-1 0 0 0,-1-1 0 0 0,0-1 0 0 0,29-6 0 0 0,-44 6 12 0 0,1 0 1 0 0,0 0 0 0 0,-1 0 0 0 0,0 0-1 0 0,0-1 1 0 0,0 0 0 0 0,0 0-1 0 0,0 0 1 0 0,0-1 0 0 0,-1 0 0 0 0,0 0-1 0 0,1 0 1 0 0,-1 0 0 0 0,-1-1-1 0 0,1 1 1 0 0,4-9 0 0 0,-6 10 21 0 0,-1 0 1 0 0,1-1-1 0 0,-1 1 0 0 0,0 0 1 0 0,0-1-1 0 0,0 1 0 0 0,-1-1 1 0 0,1 1-1 0 0,-1-1 1 0 0,0 1-1 0 0,1-1 0 0 0,-2 0 1 0 0,1 1-1 0 0,0-1 0 0 0,-1 1 1 0 0,0-1-1 0 0,1 1 0 0 0,-2-1 1 0 0,1 1-1 0 0,0 0 0 0 0,-1 0 1 0 0,1-1-1 0 0,-1 1 1 0 0,0 0-1 0 0,0 0 0 0 0,0 0 1 0 0,0 1-1 0 0,-3-4 0 0 0,2 3 9 0 0,-1 0 0 0 0,1 0 0 0 0,-1 1 0 0 0,1-1 0 0 0,-1 1 1 0 0,0 0-1 0 0,1 0 0 0 0,-1 0 0 0 0,0 0 0 0 0,-1 1 0 0 0,1-1 0 0 0,0 1 0 0 0,0 0 0 0 0,-1 1 0 0 0,1-1 0 0 0,0 1 0 0 0,-1-1 0 0 0,1 1 0 0 0,0 1 0 0 0,-1-1 0 0 0,1 1 0 0 0,0-1 0 0 0,-1 1 0 0 0,1 1 0 0 0,0-1 0 0 0,0 0 0 0 0,0 1 0 0 0,-4 2 0 0 0,-5 2-4 0 0,1 1-1 0 0,0 0 1 0 0,0 1-1 0 0,1 1 1 0 0,-1-1-1 0 0,2 2 1 0 0,-15 15-1 0 0,10-8 0 0 0,1 1 0 0 0,1 0-1 0 0,0 1 1 0 0,-13 27 0 0 0,22-37-10 0 0,0-1 0 0 0,0 0 0 0 0,1 1 0 0 0,1 0 0 0 0,-1 0 0 0 0,1 0 0 0 0,1 0 0 0 0,0 0 0 0 0,0 0 1 0 0,1 0-1 0 0,0 1 0 0 0,0-1 0 0 0,3 14 0 0 0,-2-20-2 0 0,-1 0 1 0 0,1 0-1 0 0,0 0 1 0 0,0 0 0 0 0,0 0-1 0 0,1-1 1 0 0,-1 1-1 0 0,0 0 1 0 0,1-1-1 0 0,0 1 1 0 0,0-1-1 0 0,0 0 1 0 0,0 0 0 0 0,0 1-1 0 0,0-1 1 0 0,0 0-1 0 0,1-1 1 0 0,-1 1-1 0 0,1 0 1 0 0,-1-1-1 0 0,1 1 1 0 0,0-1 0 0 0,-1 0-1 0 0,1 0 1 0 0,0 0-1 0 0,0 0 1 0 0,5 0-1 0 0,-3-1 1 0 0,1 0 0 0 0,-1 0-1 0 0,0 0 1 0 0,0-1 0 0 0,1 0-1 0 0,-1 0 1 0 0,0 0 0 0 0,0-1 0 0 0,0 0-1 0 0,0 0 1 0 0,0 0 0 0 0,-1 0-1 0 0,1-1 1 0 0,-1 0 0 0 0,5-3-1 0 0,6-6 10 0 0,0-1 0 0 0,-2-1-1 0 0,0 0 1 0 0,15-20-1 0 0,40-68 53 0 0,-46 67-50 0 0,-22 34-14 0 0,0 0 0 0 0,0 1 1 0 0,1-1-1 0 0,-1 1 0 0 0,0-1 1 0 0,0 1-1 0 0,1 0 1 0 0,-1-1-1 0 0,0 1 0 0 0,1-1 1 0 0,-1 1-1 0 0,0-1 0 0 0,1 1 1 0 0,-1 0-1 0 0,1-1 1 0 0,-1 1-1 0 0,1 0 0 0 0,-1 0 1 0 0,1-1-1 0 0,-1 1 0 0 0,1 0 1 0 0,-1 0-1 0 0,1 0 1 0 0,-1-1-1 0 0,1 1 0 0 0,-1 0 1 0 0,1 0-1 0 0,-1 0 0 0 0,1 0 1 0 0,-1 0-1 0 0,2 0 1 0 0,-1 1-1 0 0,-1 0 1 0 0,1-1 0 0 0,0 1 0 0 0,0 0-1 0 0,-1 0 1 0 0,1 0 0 0 0,0 0 0 0 0,-1 0 0 0 0,1 0-1 0 0,-1 0 1 0 0,1 0 0 0 0,-1 0 0 0 0,0 0-1 0 0,1 2 1 0 0,8 51 22 0 0,-8-44-12 0 0,0-3-12 0 0,1 1 0 0 0,-1 0 1 0 0,1-1-1 0 0,1 1 0 0 0,-1-1 1 0 0,1 1-1 0 0,1-1 1 0 0,4 8-1 0 0,-7-13-8 0 0,1 0-1 0 0,-1 0 1 0 0,1 0 0 0 0,0 0-1 0 0,-1 0 1 0 0,1-1 0 0 0,0 1-1 0 0,0-1 1 0 0,0 1 0 0 0,0-1-1 0 0,0 0 1 0 0,0 0 0 0 0,1 0-1 0 0,-1 0 1 0 0,0 0 0 0 0,1 0-1 0 0,-1-1 1 0 0,0 1 0 0 0,1-1-1 0 0,-1 0 1 0 0,1 0 0 0 0,-1 1-1 0 0,0-1 1 0 0,1-1 0 0 0,-1 1-1 0 0,1 0 1 0 0,-1-1 0 0 0,1 1-1 0 0,-1-1 1 0 0,3-1 0 0 0,8-3-18 0 0,0-1 0 0 0,-1 0 1 0 0,1-1-1 0 0,-2 0 0 0 0,1-1 0 0 0,-1-1 1 0 0,17-16-1 0 0,-6 3-32 0 0,-1-1 0 0 0,24-34 0 0 0,-28 31 58 0 0,-1-1 1 0 0,-1-1-1 0 0,-2 0 0 0 0,18-54 0 0 0,-21 51-15 0 0,-1 0 0 0 0,-2-1 0 0 0,-2 0-1 0 0,0 0 1 0 0,-3 0 0 0 0,0 0 0 0 0,-3-33 0 0 0,1 64 15 0 0,0-1 0 0 0,0 1 0 0 0,0 0 0 0 0,0 0 0 0 0,0 0 0 0 0,-1 0 0 0 0,1 0 0 0 0,0 0-1 0 0,0 0 1 0 0,-1 0 0 0 0,1 0 0 0 0,-1 0 0 0 0,1 0 0 0 0,-1 0 0 0 0,1 0 0 0 0,-1 0 0 0 0,1 0 0 0 0,-1 0 0 0 0,0 1 0 0 0,0-1 0 0 0,1 0 0 0 0,-1 0 0 0 0,0 1 0 0 0,0-1 0 0 0,-1 0 0 0 0,0 1-1 0 0,1 0-1 0 0,0 0 0 0 0,0 0 1 0 0,-1 0-1 0 0,1 0 0 0 0,0 0 1 0 0,-1 1-1 0 0,1-1 0 0 0,0 0 1 0 0,0 1-1 0 0,0-1 0 0 0,-1 1 1 0 0,1 0-1 0 0,0-1 1 0 0,0 1-1 0 0,0 0 0 0 0,-2 1 1 0 0,-5 5-17 0 0,0 1 1 0 0,1-1-1 0 0,-12 15 1 0 0,2 5 21 0 0,0 0 1 0 0,2 1-1 0 0,0 1 0 0 0,3 0 1 0 0,-17 54-1 0 0,22-60-1 0 0,0 1 0 0 0,2-1 0 0 0,1 1 0 0 0,1 0 0 0 0,1 1 0 0 0,2 26 0 0 0,0-41 0 0 0,1 1 1 0 0,0-1-1 0 0,1 0 1 0 0,0 1 0 0 0,1-1-1 0 0,0 0 1 0 0,1 0-1 0 0,0 0 1 0 0,0-1 0 0 0,1 1-1 0 0,0-1 1 0 0,1 0-1 0 0,0-1 1 0 0,0 1-1 0 0,1-1 1 0 0,10 10 0 0 0,-13-15 2 0 0,0 0 1 0 0,1 0 0 0 0,-1-1-1 0 0,0 1 1 0 0,1-1 0 0 0,0 0 0 0 0,0-1-1 0 0,-1 1 1 0 0,1-1 0 0 0,0 0-1 0 0,0 0 1 0 0,0 0 0 0 0,1-1 0 0 0,-1 1-1 0 0,0-1 1 0 0,0-1 0 0 0,0 1-1 0 0,0-1 1 0 0,0 1 0 0 0,0-2 0 0 0,0 1-1 0 0,0 0 1 0 0,5-3 0 0 0,11-5 16 0 0,0-1 0 0 0,0 0 0 0 0,31-22 1 0 0,-50 31-22 0 0,12-9 78 0 0,0 0 0 0 0,0-1 0 0 0,-1-1 0 0 0,0 0 0 0 0,-1-1 0 0 0,0 0 0 0 0,-1 0 0 0 0,-1-2 0 0 0,0 1 0 0 0,-1-1 1 0 0,12-25-1 0 0,-21 38 168 0 0,-3 8-152 0 0,-1 4-76 0 0,1-1 1 0 0,0 1 0 0 0,1 0 0 0 0,0 0-1 0 0,1 0 1 0 0,0 0 0 0 0,0 0 0 0 0,1 0-1 0 0,0 0 1 0 0,1 0 0 0 0,0 0 0 0 0,3 10-1 0 0,-3-14-189 0 0,0-1 0 0 0,1 0 0 0 0,0 0 0 0 0,0 0 0 0 0,1 0 0 0 0,-1-1 0 0 0,1 1 0 0 0,0-1 0 0 0,0 1 0 0 0,0-1 0 0 0,1 0 0 0 0,0 0 0 0 0,0 0-1 0 0,0-1 1 0 0,0 1 0 0 0,0-1 0 0 0,1 0 0 0 0,-1 0 0 0 0,1-1 0 0 0,0 0 0 0 0,0 1 0 0 0,0-1 0 0 0,0-1 0 0 0,8 3 0 0 0,2-2-2618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1:32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29 21525 0 0,'-28'-10'1776'0'0,"8"3"-1728"0"0,5 4 168 0 0,-2-2 320 0 0,7 2-216 0 0,9 3-744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1:33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0 23525 0 0,'-4'4'50'0'0,"-1"0"0"0"0,1 0 0 0 0,0 0 1 0 0,0 1-1 0 0,0-1 0 0 0,0 1 0 0 0,1 0 0 0 0,0 0 0 0 0,0 0 0 0 0,-2 6 1 0 0,-22 61 656 0 0,17-43-416 0 0,-13 41-9 0 0,2 1-1 0 0,4 1 1 0 0,3 1 0 0 0,3 0 0 0 0,-3 133 0 0 0,18-186-335 0 0,-4-20 49 0 0,0 0 1 0 0,1 1-1 0 0,-1-1 1 0 0,0 1-1 0 0,0-1 1 0 0,1 1-1 0 0,-1-1 0 0 0,1 0 1 0 0,-1 1-1 0 0,0-1 1 0 0,1 0-1 0 0,-1 1 1 0 0,1-1-1 0 0,-1 0 1 0 0,1 0-1 0 0,-1 1 0 0 0,0-1 1 0 0,1 0-1 0 0,-1 0 1 0 0,1 0-1 0 0,0 1 1 0 0,1-2-4 0 0,0 1 0 0 0,0 0 0 0 0,0-1 1 0 0,-1 1-1 0 0,1-1 0 0 0,0 1 1 0 0,0-1-1 0 0,0 0 0 0 0,-1 0 0 0 0,1 0 1 0 0,-1 0-1 0 0,1 0 0 0 0,-1 0 0 0 0,1 0 1 0 0,1-2-1 0 0,14-14-12 0 0,0-1-1 0 0,24-33 1 0 0,-13 14 5 0 0,-23 30 13 0 0,37-45-11 0 0,77-74 0 0 0,-115 124 1 0 0,-1-1 0 0 0,0 0 0 0 0,0 1 0 0 0,1-1 1 0 0,-1 1-1 0 0,8-4 0 0 0,-10 6 8 0 0,-1 0 0 0 0,1 0 1 0 0,-1 0-1 0 0,1 0 0 0 0,-1 0 0 0 0,1 0 0 0 0,-1 0 1 0 0,0 0-1 0 0,1 0 0 0 0,-1 0 0 0 0,1 0 0 0 0,-1 0 1 0 0,1 0-1 0 0,-1 0 0 0 0,1 0 0 0 0,-1 0 0 0 0,0 1 1 0 0,1-1-1 0 0,-1 0 0 0 0,1 0 0 0 0,-1 0 0 0 0,0 1 1 0 0,1-1-1 0 0,-1 0 0 0 0,1 1 0 0 0,0 0-1 0 0,-1 0 1 0 0,1 1-1 0 0,0-1 0 0 0,-1 0 0 0 0,0 0 0 0 0,1 1 1 0 0,-1-1-1 0 0,0 0 0 0 0,1 1 0 0 0,-1-1 1 0 0,0 0-1 0 0,0 1 0 0 0,0 1 0 0 0,-1 12-6 0 0,-1 0-1 0 0,-1 0 1 0 0,-7 26-1 0 0,4-22 17 0 0,-4 38 0 0 0,9-51-5 0 0,1-1 0 0 0,0 1 0 0 0,0-1-1 0 0,0 1 1 0 0,1-1 0 0 0,-1 0-1 0 0,2 1 1 0 0,-1-1 0 0 0,0 0 0 0 0,1 0-1 0 0,4 8 1 0 0,-5-11 0 0 0,0 0 0 0 0,0 0 1 0 0,1 0-1 0 0,-1 0 0 0 0,0 0 0 0 0,1 0 1 0 0,0 0-1 0 0,-1-1 0 0 0,1 1 0 0 0,0-1 1 0 0,0 1-1 0 0,0-1 0 0 0,0 0 0 0 0,0 0 1 0 0,0 0-1 0 0,0 0 0 0 0,5 1 0 0 0,-3-1 0 0 0,0-1 0 0 0,-1 1 0 0 0,1-1 0 0 0,0 0-1 0 0,0 0 1 0 0,0 0 0 0 0,0-1 0 0 0,0 0 0 0 0,-1 1-1 0 0,5-3 1 0 0,4-1-2 0 0,1-1 0 0 0,-2-1 0 0 0,1 0-1 0 0,-1 0 1 0 0,16-13 0 0 0,-15 11 13 0 0,-1-1 0 0 0,1-1 0 0 0,-1 1 0 0 0,-1-2 0 0 0,0 0 0 0 0,-1 0 0 0 0,0-1 0 0 0,0 0 0 0 0,-1 0 0 0 0,-1-1 0 0 0,0 0 0 0 0,-1 0 0 0 0,0-1 0 0 0,-1 0 0 0 0,-1 0 0 0 0,4-21 0 0 0,-8 25-5 0 0,-5 20-15 0 0,-6 20-18 0 0,-3 49 52 0 0,-6 136 0 0 0,17-147 22 0 0,-3-1 0 0 0,-3 1-1 0 0,-19 69 1 0 0,23-118-33 0 0,-1 0-1 0 0,-1-1 1 0 0,0 0 0 0 0,-1 0-1 0 0,-15 22 1 0 0,21-36-4 0 0,-1 0 0 0 0,0 0 0 0 0,0 0 0 0 0,0-1 0 0 0,0 0 0 0 0,0 1 0 0 0,-1-1 0 0 0,0-1 0 0 0,1 1-1 0 0,-1 0 1 0 0,0-1 0 0 0,0 0 0 0 0,-1 0 0 0 0,1 0 0 0 0,0 0 0 0 0,-1-1 0 0 0,1 1 0 0 0,-1-1 0 0 0,1-1 0 0 0,-1 1 0 0 0,1 0 0 0 0,-1-1 0 0 0,0 0 0 0 0,1 0 0 0 0,-1-1 0 0 0,0 1 0 0 0,1-1 0 0 0,-6-1-1 0 0,-14-5 62 0 0,1 0 0 0 0,-1-2-1 0 0,-35-18 1 0 0,52 23-143 0 0,-1 0 1 0 0,0-1-1 0 0,1 0 1 0 0,0 0-1 0 0,0-1 1 0 0,1 1-1 0 0,-1-2 1 0 0,1 1 0 0 0,1-1-1 0 0,-1 0 1 0 0,1 0-1 0 0,0 0 1 0 0,-5-13-1 0 0,8 17-143 0 0,1 0 0 0 0,0 0 0 0 0,1 0 0 0 0,-1 0 0 0 0,1 0 0 0 0,-1-1 0 0 0,1 1 0 0 0,0 0-1 0 0,0 0 1 0 0,0 0 0 0 0,1-1 0 0 0,0-5 0 0 0,5-6-1954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1:33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26430 0 0,'23'-5'32'0'0,"12"2"-72"0"0,2-2-8 0 0,1 2-272 0 0,4-1-241 0 0,4-1-79 0 0,3 4-376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1:36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1 171 2160 0 0,'0'0'6015'0'0,"0"-2"-4565"0"0,0 1-567 0 0,5-7 1002 0 0,-3 4-1655 0 0,-1 2-157 0 0,0 1-1 0 0,-1-1 1 0 0,1 0 0 0 0,0 1-1 0 0,0 0 1 0 0,0-1 0 0 0,1 1-1 0 0,-1 0 1 0 0,0-1 0 0 0,0 1-1 0 0,1 0 1 0 0,-1 0 0 0 0,1 0-1 0 0,-1 0 1 0 0,3-1 0 0 0,14-2 873 0 0,0 0 1 0 0,0 2 0 0 0,1 0-1 0 0,26 0 1 0 0,6 0-173 0 0,298 2 2170 0 0,-212 5-2389 0 0,171 15-26 0 0,53 1-276 0 0,120-35-67 0 0,-112 0-101 0 0,496 16 11 0 0,26 10-3 0 0,-314-7-49 0 0,-335 1-13 0 0,141 1 25 0 0,-118-4-21 0 0,339-11 10 0 0,11-22 15 0 0,-42 3-32 0 0,-427 16-30 0 0,300-13 35 0 0,10 4 4 0 0,-292 9-26 0 0,250 0 41 0 0,-271 3 229 0 0,-153-2-258 0 0,-23 5-26 0 0,-1 2 1 0 0,-51 1-1 0 0,-69 11-11 0 0,45-1 8 0 0,-738 27-10 0 0,145 13-15 0 0,75-51-214 0 0,108 12-31 0 0,-35 20 391 0 0,321-20-73 0 0,-126 0 56 0 0,-399-21-49 0 0,679 10-47 0 0,-254 1-1 0 0,-24 24 15 0 0,179-9 3 0 0,-195-12 0 0 0,-127 7-29 0 0,239 2 28 0 0,-31 9-23 0 0,-50 1 18 0 0,170-33-20 0 0,125 6 5 0 0,0 2 0 0 0,0 2-1 0 0,-61 6 1 0 0,-19 10-1 0 0,-194-5 0 0 0,155-15 33 0 0,85 6-31 0 0,80 0-6 0 0,-21 4-1210 0 0,-2 6 262 0 0,13-7-1434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1:39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95 18588 0 0,'-13'-6'1952'0'0,"3"-1"-1928"0"0,6 0 1009 0 0,4 2 1439 0 0,0-1-2376 0 0,0-1-104 0 0,-6-20-8 0 0,14 24-16 0 0,0-4-8 0 0,1 4 24 0 0,2 0-160 0 0,-1-1-184 0 0,2 1-48 0 0,3 1-256 0 0,-2-1-1057 0 0,2 1-959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1:39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19172 0 0,'-7'7'1360'0'0,"2"-4"-1032"0"0,4 0 1169 0 0,19 12-1641 0 0,-10-13-336 0 0,-1 0-233 0 0,3-1-423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1:42.6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346 291 15835 0 0,'-1'0'138'0'0,"0"0"0"0"0,0 0 0 0 0,1 1 0 0 0,-1-1 0 0 0,0 1 0 0 0,1-1 0 0 0,-1 1 0 0 0,0-1 0 0 0,1 1 0 0 0,-1-1 0 0 0,0 1-1 0 0,1-1 1 0 0,-1 1 0 0 0,1 0 0 0 0,-1-1 0 0 0,1 1 0 0 0,0 0 0 0 0,-1 0 0 0 0,1-1 0 0 0,0 1 0 0 0,-1 0 0 0 0,1 0 0 0 0,0 0 0 0 0,0-1-1 0 0,-1 1 1 0 0,1 0 0 0 0,0 0 0 0 0,0 0 0 0 0,0 0 0 0 0,0-1 0 0 0,0 1 0 0 0,1 0 0 0 0,-1 0 0 0 0,0 1 0 0 0,5 36 960 0 0,-4-33-1286 0 0,1 10 202 0 0,-2-6 12 0 0,1 13 105 0 0,1 9 53 0 0,2 1-12 0 0,4 14 74 0 0,3 40 226 0 0,18 416 840 0 0,-29-499-1322 0 0,0 0 0 0 0,0 0 0 0 0,0-1-1 0 0,-1 1 1 0 0,1 0 0 0 0,-1-1 0 0 0,1 1-1 0 0,-1 0 1 0 0,0-1 0 0 0,-1 3-1 0 0,1-4 2 0 0,1 0-1 0 0,-1-1 1 0 0,0 1-1 0 0,1 0 0 0 0,-1-1 1 0 0,0 1-1 0 0,1-1 1 0 0,-1 1-1 0 0,0-1 0 0 0,0 0 1 0 0,0 1-1 0 0,1-1 1 0 0,-1 0-1 0 0,0 0 0 0 0,0 1 1 0 0,0-1-1 0 0,0 0 0 0 0,0 0 1 0 0,1 0-1 0 0,-1 0 1 0 0,0 0-1 0 0,0 0 0 0 0,0 0 1 0 0,0 0-1 0 0,0-1 1 0 0,0 1-1 0 0,1 0 0 0 0,-1 0 1 0 0,0-1-1 0 0,0 1 1 0 0,0 0-1 0 0,1-1 0 0 0,-1 1 1 0 0,-1-1-1 0 0,-13-7-48 0 0,0-1 1 0 0,1 0-1 0 0,0-1 0 0 0,0-1 1 0 0,1 0-1 0 0,-19-20 0 0 0,7 3 117 0 0,1-1 0 0 0,-20-32 0 0 0,20 23 119 0 0,1 0-1 0 0,2-2 0 0 0,-30-82 1 0 0,44 100-100 0 0,0 0 0 0 0,2-1 0 0 0,0 1 1 0 0,2-1-1 0 0,1 0 0 0 0,0 0 1 0 0,2 0-1 0 0,0 0 0 0 0,6-36 1 0 0,-2 45-44 0 0,0 0 0 0 0,0 0 1 0 0,2 0-1 0 0,0 1 1 0 0,0 0-1 0 0,1 0 0 0 0,1 0 1 0 0,0 1-1 0 0,0 0 0 0 0,1 0 1 0 0,1 1-1 0 0,0 0 1 0 0,1 1-1 0 0,0 0 0 0 0,0 1 1 0 0,23-14-1 0 0,-13 10-9 0 0,1 1-1 0 0,0 1 1 0 0,1 2-1 0 0,0 0 0 0 0,1 1 1 0 0,-1 1-1 0 0,1 1 1 0 0,1 1-1 0 0,30-1 1 0 0,-29 4-14 0 0,1 2 0 0 0,0 0 1 0 0,0 2-1 0 0,52 11 0 0 0,-66-10-10 0 0,1 1 0 0 0,-1 0-1 0 0,0 1 1 0 0,0 0 0 0 0,-1 1-1 0 0,0 1 1 0 0,0 0 0 0 0,0 0-1 0 0,-1 1 1 0 0,0 1 0 0 0,14 14-1 0 0,-22-21 0 0 0,0 1 0 0 0,-1 0 0 0 0,0 0 0 0 0,1 0 0 0 0,-1 0 0 0 0,0 1 0 0 0,0-1 0 0 0,-1 1 1 0 0,1-1-1 0 0,-1 1 0 0 0,0 0 0 0 0,1-1 0 0 0,-2 1 0 0 0,1 0 0 0 0,0 0 0 0 0,-1 0 0 0 0,0-1 0 0 0,0 1 0 0 0,0 0 0 0 0,0 0 0 0 0,-1 0 0 0 0,1 0 0 0 0,-2 5 0 0 0,-1-2 4 0 0,0-1-1 0 0,0 1 1 0 0,-1-1-1 0 0,0 0 1 0 0,0 0 0 0 0,0 0-1 0 0,-1 0 1 0 0,1-1-1 0 0,-1 0 1 0 0,-1 0 0 0 0,-9 7-1 0 0,-5 3 11 0 0,-1-2-1 0 0,0 0 1 0 0,-1-2-1 0 0,-1 0 0 0 0,-36 12 1 0 0,15-10-23 0 0,-1-1 0 0 0,-49 6 0 0 0,88-17-17 0 0,-23 3-112 0 0,-48 2 0 0 0,70-6-17 0 0,0 0 0 0 0,1 0 0 0 0,-1-1 0 0 0,0 0-1 0 0,0 0 1 0 0,1-1 0 0 0,-1 0 0 0 0,1 0 0 0 0,-1 0 0 0 0,1-1 0 0 0,0 0 0 0 0,0 0 0 0 0,-6-5-1 0 0,10 7-7 0 0,0 0 0 0 0,1-1-1 0 0,-1 1 1 0 0,1-1-1 0 0,0 0 1 0 0,-1 1-1 0 0,1-1 1 0 0,0 0 0 0 0,0 0-1 0 0,0 0 1 0 0,0 0-1 0 0,0 0 1 0 0,1 0-1 0 0,-1 0 1 0 0,0 0 0 0 0,1 0-1 0 0,0 0 1 0 0,-1-4-1 0 0,1 2-155 0 0,1 0 0 0 0,-1-1 1 0 0,1 1-1 0 0,0 0 0 0 0,0 0 0 0 0,0 0 0 0 0,1 1 0 0 0,-1-1 0 0 0,4-5 0 0 0,2-2-656 0 0,0-1-1 0 0,1 1 1 0 0,1 0 0 0 0,19-19-1 0 0,-3 7 575 0 0,2 0 1 0 0,0 2-1 0 0,43-25 0 0 0,-45 32 1518 0 0,1 0 0 0 0,0 2-1 0 0,1 1 1 0 0,0 2 0 0 0,1 0 0 0 0,0 2-1 0 0,49-7 1 0 0,-72 14-952 0 0,0-1-1 0 0,0 1 1 0 0,0 0-1 0 0,0 0 0 0 0,0 1 1 0 0,0-1-1 0 0,0 1 1 0 0,0 0-1 0 0,0 1 1 0 0,0-1-1 0 0,-1 1 1 0 0,1 0-1 0 0,0 0 0 0 0,-1 0 1 0 0,7 5-1 0 0,-5-2-13 0 0,-1 0-1 0 0,0 0 1 0 0,0 0-1 0 0,0 1 1 0 0,-1 0-1 0 0,0 0 0 0 0,0 0 1 0 0,0 0-1 0 0,-1 1 1 0 0,4 8-1 0 0,58 182 1279 0 0,-30-84-1264 0 0,-35-112-158 0 0,-1-16-23 0 0,-1 0-1 0 0,-1 0 0 0 0,-7-25 0 0 0,-1-5-13 0 0,7 20 30 0 0,1 0-1 0 0,1 0 0 0 0,1 0 0 0 0,1 0 0 0 0,1 0 1 0 0,5-31-1 0 0,-3 42-3 0 0,-1 1-1 0 0,2-1 1 0 0,0 1 0 0 0,0 0 0 0 0,1 0 0 0 0,1 1 0 0 0,0 0 0 0 0,1 0-1 0 0,0 0 1 0 0,1 1 0 0 0,0 0 0 0 0,1 0 0 0 0,10-9 0 0 0,-16 17 3 0 0,0 0 0 0 0,0 0-1 0 0,1 1 1 0 0,-1-1 0 0 0,1 1 0 0 0,0 0 0 0 0,0 0 0 0 0,0 0 0 0 0,0 1 0 0 0,0-1 0 0 0,0 1 0 0 0,0 0-1 0 0,0 0 1 0 0,1 1 0 0 0,5-1 0 0 0,-7 1 0 0 0,0 0 0 0 0,0 1 0 0 0,0 0 0 0 0,0-1 0 0 0,0 1 0 0 0,0 0 0 0 0,0 0 0 0 0,0 1 0 0 0,-1-1 0 0 0,1 1 0 0 0,0-1 0 0 0,-1 1 0 0 0,1 0 0 0 0,-1 0 0 0 0,0 0 0 0 0,0 0 0 0 0,1 0 0 0 0,-1 0 0 0 0,-1 1 0 0 0,1-1 0 0 0,0 1 0 0 0,1 2 0 0 0,6 14 4 0 0,0 0-1 0 0,-1 0 1 0 0,9 37 0 0 0,-10-31 0 0 0,17 40 1 0 0,-13-41-1 0 0,1-1-1 0 0,2-1 1 0 0,0 0-1 0 0,1-1 1 0 0,1 0-1 0 0,1-1 0 0 0,1-1 1 0 0,25 20-1 0 0,-39-35 0 0 0,0-1 0 0 0,0 0 0 0 0,1-1 0 0 0,-1 1 0 0 0,1-1 0 0 0,0 0 0 0 0,0 0 0 0 0,0-1 0 0 0,0 1 0 0 0,0-1 0 0 0,0 0 0 0 0,0 0-1 0 0,0-1 1 0 0,0 1 0 0 0,0-1 0 0 0,9-1 0 0 0,-6-1 2 0 0,0 1 0 0 0,-1-2 0 0 0,1 1 0 0 0,-1-1 0 0 0,1 0 0 0 0,-1 0 0 0 0,0-1 0 0 0,-1 0 0 0 0,1 0-1 0 0,7-7 1 0 0,-2 1 3 0 0,0-1-1 0 0,-1-1 0 0 0,0 1 1 0 0,-1-2-1 0 0,0 0 1 0 0,-1 0-1 0 0,0 0 0 0 0,-1-1 1 0 0,-1-1-1 0 0,8-19 1 0 0,-13 26-2 0 0,0 1 1 0 0,0 0-1 0 0,-1 0 1 0 0,0-1-1 0 0,0 1 1 0 0,-1-1-1 0 0,0 1 1 0 0,0 0-1 0 0,-1-1 1 0 0,-2-10-1 0 0,2 15 1 0 0,0-1 0 0 0,0 0-1 0 0,0 1 1 0 0,0-1 0 0 0,-1 1 0 0 0,0 0-1 0 0,0-1 1 0 0,0 1 0 0 0,0 0 0 0 0,0 0-1 0 0,0 0 1 0 0,-1 0 0 0 0,0 1 0 0 0,1-1-1 0 0,-1 1 1 0 0,0-1 0 0 0,0 1 0 0 0,0 0-1 0 0,-1 0 1 0 0,1 1 0 0 0,0-1 0 0 0,-5-1-1 0 0,0 1 17 0 0,-1 0 0 0 0,0 1-1 0 0,-1 0 1 0 0,1 0 0 0 0,0 1-1 0 0,0 0 1 0 0,0 0 0 0 0,0 1-1 0 0,0 0 1 0 0,0 1 0 0 0,0 0-1 0 0,0 1 1 0 0,0 0 0 0 0,1 0 0 0 0,-1 0-1 0 0,1 1 1 0 0,0 1 0 0 0,0-1-1 0 0,-7 7 1 0 0,-1 0 24 0 0,0 1 1 0 0,2 1 0 0 0,-1 0-1 0 0,2 1 1 0 0,0 1-1 0 0,0 0 1 0 0,2 1-1 0 0,-11 17 1 0 0,18-26-33 0 0,0 0 0 0 0,0 1 1 0 0,1-1-1 0 0,0 1 0 0 0,1 0 0 0 0,0 0 1 0 0,0 0-1 0 0,0 0 0 0 0,1 0 0 0 0,0 13 1 0 0,1-19-51 0 0,0 1 0 0 0,1 0 1 0 0,-1-1-1 0 0,1 1 1 0 0,-1-1-1 0 0,1 1 0 0 0,0-1 1 0 0,0 1-1 0 0,0-1 1 0 0,0 1-1 0 0,1-1 0 0 0,-1 0 1 0 0,1 0-1 0 0,-1 1 1 0 0,1-1-1 0 0,0 0 0 0 0,-1 0 1 0 0,1-1-1 0 0,0 1 1 0 0,1 0-1 0 0,-1-1 0 0 0,0 1 1 0 0,0-1-1 0 0,1 0 1 0 0,-1 1-1 0 0,0-1 0 0 0,1 0 1 0 0,-1-1-1 0 0,1 1 1 0 0,0 0-1 0 0,-1-1 0 0 0,1 1 1 0 0,0-1-1 0 0,-1 0 1 0 0,1 0-1 0 0,3 0 1 0 0,5-1-971 0 0,-1 0 1 0 0,1 0 0 0 0,0-1 0 0 0,0-1-1 0 0,-1 0 1 0 0,14-5 0 0 0,5-3-2613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1:43.1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5 18804 0 0,'-1'-1'111'0'0,"1"1"0"0"0,0-1 0 0 0,-1 1 0 0 0,1 0 0 0 0,-1-1 0 0 0,1 1 1 0 0,-1 0-1 0 0,1 0 0 0 0,-1-1 0 0 0,1 1 0 0 0,-1 0 0 0 0,1 0 0 0 0,-1 0 0 0 0,1 0 0 0 0,-1 0 0 0 0,1-1 0 0 0,-1 1 0 0 0,1 0 0 0 0,-1 0 0 0 0,1 0 0 0 0,-1 0 1 0 0,1 1-1 0 0,-1-1 0 0 0,1 0 0 0 0,-1 0 0 0 0,1 0 0 0 0,-2 1 0 0 0,2-1-37 0 0,0 1 0 0 0,0 0 0 0 0,0-1 0 0 0,-1 1-1 0 0,1 0 1 0 0,0-1 0 0 0,0 1 0 0 0,0 0 0 0 0,0 0 0 0 0,0-1 0 0 0,0 1 0 0 0,0 0 0 0 0,0-1 0 0 0,1 1-1 0 0,-1 0 1 0 0,0 0 0 0 0,1 0 0 0 0,16 40 478 0 0,-13-34-204 0 0,15 35 18 0 0,21 40-36 0 0,-5 3-1 0 0,36 122 1 0 0,-62-170-257 0 0,-2 1 1 0 0,-1 0 0 0 0,1 66 0 0 0,-15-118 68 0 0,5-1-130 0 0,0-1-1 0 0,2 0 1 0 0,0 0-1 0 0,0 0 1 0 0,2 0 0 0 0,0 0-1 0 0,1 0 1 0 0,0 0-1 0 0,1 1 1 0 0,1-1-1 0 0,1 1 1 0 0,0 0 0 0 0,8-18-1 0 0,-8 25-11 0 0,-1-1 0 0 0,1 1 0 0 0,1-1-1 0 0,0 1 1 0 0,0 1 0 0 0,0-1 0 0 0,1 1 0 0 0,0 0 0 0 0,16-11-1 0 0,-16 14 5 0 0,-1 0-1 0 0,1 1 1 0 0,0 0 0 0 0,0 0-1 0 0,0 0 1 0 0,0 1-1 0 0,0 0 1 0 0,0 0-1 0 0,1 1 1 0 0,-1 0-1 0 0,1 1 1 0 0,-1-1-1 0 0,1 1 1 0 0,9 2 0 0 0,-8 0-1 0 0,1 0 1 0 0,-1 1 0 0 0,0 0-1 0 0,0 0 1 0 0,0 1-1 0 0,-1 0 1 0 0,1 1 0 0 0,-1 0-1 0 0,0 0 1 0 0,0 1 0 0 0,-1 0-1 0 0,0 0 1 0 0,0 1 0 0 0,9 11-1 0 0,-8-9 8 0 0,0 1-1 0 0,0 0 0 0 0,-1 1 0 0 0,-1-1 0 0 0,0 1 0 0 0,0 1 1 0 0,-1-1-1 0 0,-1 1 0 0 0,0 0 0 0 0,4 21 0 0 0,-7-26 4 0 0,0 1-1 0 0,-1-1 0 0 0,0 0 0 0 0,0 0 1 0 0,-1 0-1 0 0,0 0 0 0 0,0 0 0 0 0,-1 0 1 0 0,0 0-1 0 0,0 0 0 0 0,0-1 0 0 0,-1 1 1 0 0,-4 6-1 0 0,2-4 13 0 0,-1-1-1 0 0,0 1 1 0 0,-1-1 0 0 0,1-1 0 0 0,-2 1 0 0 0,1-1 0 0 0,-1-1-1 0 0,-12 9 1 0 0,5-5 6 0 0,0-1 0 0 0,0-1-1 0 0,-1-1 1 0 0,-1 0 0 0 0,1-1 0 0 0,-1-1-1 0 0,0 0 1 0 0,0-2 0 0 0,0 0-1 0 0,-26 2 1 0 0,31-5-44 0 0,0 0 0 0 0,0-1 0 0 0,0-1 0 0 0,1 1 1 0 0,-21-7-1 0 0,29 7-99 0 0,-1 0 0 0 0,1 0 0 0 0,0 0 0 0 0,0 0 1 0 0,0-1-1 0 0,0 1 0 0 0,1-1 0 0 0,-1 0 0 0 0,0 0 0 0 0,1 0 1 0 0,-1 0-1 0 0,1 0 0 0 0,0 0 0 0 0,-1-1 0 0 0,1 1 1 0 0,0-1-1 0 0,1 0 0 0 0,-1 1 0 0 0,0-1 0 0 0,1 0 1 0 0,0 0-1 0 0,-1 0 0 0 0,1 0 0 0 0,0 0 0 0 0,-1-7 0 0 0,2 9-41 0 0,0 0-1 0 0,0 0 0 0 0,0 0 1 0 0,0 0-1 0 0,0 0 1 0 0,1 0-1 0 0,-1 0 0 0 0,0 0 1 0 0,0 0-1 0 0,1 0 0 0 0,-1 0 1 0 0,1 0-1 0 0,-1 0 0 0 0,1 0 1 0 0,-1 0-1 0 0,1 0 0 0 0,-1 0 1 0 0,2-1-1 0 0,8-6-2297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1:43.8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1 139 17604 0 0,'0'0'2347'0'0,"10"15"-384"0"0,-3 1-1459 0 0,0-1 1 0 0,-1 1-1 0 0,-1 0 1 0 0,4 23-1 0 0,1 1-188 0 0,13 56 26 0 0,-14-55-169 0 0,23 67 0 0 0,-32-107 32 0 0,-1-1-185 0 0,0-1-1 0 0,0 0 1 0 0,0 0-1 0 0,0 0 1 0 0,0 1-1 0 0,0-1 1 0 0,0 0-1 0 0,0 0 0 0 0,0-1 1 0 0,0 1-1 0 0,1 0 1 0 0,-1 0-1 0 0,0 0 1 0 0,1 0-1 0 0,-1-1 1 0 0,1 1-1 0 0,-1 0 0 0 0,1-2 1 0 0,-13-36 21 0 0,11 32-21 0 0,-39-149 74 0 0,36 128-63 0 0,0 0 0 0 0,2 0 1 0 0,1-48-1 0 0,2 71-21 0 0,1-1 0 0 0,0 1 0 0 0,1-1 0 0 0,-1 1-1 0 0,1-1 1 0 0,0 1 0 0 0,0 0 0 0 0,1 0 0 0 0,3-5 0 0 0,-6 8-7 0 0,1 1-1 0 0,0-1 1 0 0,0 1 0 0 0,-1 0 0 0 0,1 0-1 0 0,0-1 1 0 0,0 1 0 0 0,0 0 0 0 0,0 0 0 0 0,1 0-1 0 0,-1 0 1 0 0,0 0 0 0 0,0 0 0 0 0,1 1-1 0 0,-1-1 1 0 0,0 0 0 0 0,1 1 0 0 0,-1-1-1 0 0,1 1 1 0 0,-1-1 0 0 0,1 1 0 0 0,-1 0 0 0 0,1-1-1 0 0,-1 1 1 0 0,1 0 0 0 0,-1 0 0 0 0,1 0-1 0 0,-1 0 1 0 0,1 0 0 0 0,-1 1 0 0 0,1-1-1 0 0,-1 0 1 0 0,1 1 0 0 0,-1-1 0 0 0,1 1 0 0 0,2 1-1 0 0,40 26 73 0 0,-19-12-54 0 0,1 0-1 0 0,0-2 1 0 0,43 17 0 0 0,-68-31 28 0 0,0 0-45 0 0,0-1-1 0 0,0 1 1 0 0,0 0-1 0 0,0-1 1 0 0,0 1-1 0 0,0-1 1 0 0,0 1 0 0 0,0-1-1 0 0,-1 0 1 0 0,1 1-1 0 0,0-1 1 0 0,0 0 0 0 0,-1 1-1 0 0,1-1 1 0 0,0 0-1 0 0,-1 0 1 0 0,1 0-1 0 0,-1 0 1 0 0,1 1 0 0 0,-1-1-1 0 0,0 0 1 0 0,1-2-1 0 0,10-28 50 0 0,-7 18-45 0 0,2-3 0 0 0,1 1-1 0 0,0 1 1 0 0,17-26 0 0 0,-22 37-4 0 0,0-1-1 0 0,0 1 1 0 0,1 1 0 0 0,-1-1-1 0 0,1 0 1 0 0,0 1-1 0 0,0-1 1 0 0,0 1-1 0 0,0 0 1 0 0,0 0 0 0 0,0 0-1 0 0,0 0 1 0 0,1 0-1 0 0,-1 1 1 0 0,1-1-1 0 0,-1 1 1 0 0,1 0 0 0 0,0 0-1 0 0,-1 1 1 0 0,1-1-1 0 0,0 1 1 0 0,0 0 0 0 0,3 0-1 0 0,-4 0 7 0 0,-1 1 1 0 0,0 0-1 0 0,0 0 1 0 0,0 0-1 0 0,0 0 0 0 0,0 0 1 0 0,0 0-1 0 0,0 0 0 0 0,0 1 1 0 0,-1-1-1 0 0,1 0 1 0 0,0 1-1 0 0,-1 0 0 0 0,1-1 1 0 0,-1 1-1 0 0,0 0 0 0 0,1 0 1 0 0,-1 0-1 0 0,0 0 1 0 0,0 0-1 0 0,0 0 0 0 0,0 0 1 0 0,-1 0-1 0 0,1 0 0 0 0,0 5 1 0 0,2 6 87 0 0,-1-1 0 0 0,0 1 0 0 0,-1 15 1 0 0,-1-23-62 0 0,1 129 823 0 0,-3-79-522 0 0,3-1 0 0 0,10 73 0 0 0,-11-125-360 0 0,2 10 101 0 0,0-1 0 0 0,8 22 0 0 0,-9-31-154 0 0,-1 0 1 0 0,1-1 0 0 0,-1 1 0 0 0,1 0 0 0 0,0-1 0 0 0,0 1-1 0 0,0-1 1 0 0,0 1 0 0 0,0-1 0 0 0,0 1 0 0 0,0-1-1 0 0,0 0 1 0 0,0 1 0 0 0,1-1 0 0 0,-1 0 0 0 0,0 0 0 0 0,1 0-1 0 0,-1 0 1 0 0,1 0 0 0 0,-1 0 0 0 0,1 0 0 0 0,0-1 0 0 0,-1 1-1 0 0,1-1 1 0 0,0 1 0 0 0,0-1 0 0 0,-1 1 0 0 0,4-1 0 0 0,2-2-991 0 0,-1-4-394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2:00.0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0 930 13051 0 0,'5'-6'2151'0'0,"23"-6"384"0"0,0 1-1808 0 0,-14-1-583 0 0,-6 0-12 0 0,6-5 129 0 0,2 7-46 0 0,28-8 243 0 0,-1-2 0 0 0,0-1 0 0 0,-2-3 0 0 0,-1-1-1 0 0,59-48 1 0 0,-78 55-365 0 0,-1-1 0 0 0,-1-1 0 0 0,-1-1 0 0 0,-1-1 0 0 0,0 0 0 0 0,-2-1 0 0 0,-1-1 0 0 0,0 0 0 0 0,-2-1 0 0 0,18-51 0 0 0,-20 40-55 0 0,-1 0 0 0 0,-1-1 0 0 0,-3 0 0 0 0,0 0 0 0 0,-2-55 0 0 0,-3 85 1 0 0,-1-1 0 0 0,0 0-1 0 0,0 0 1 0 0,-1 0 0 0 0,0 1-1 0 0,0-1 1 0 0,-1 1 0 0 0,-5-10-1 0 0,8 15-18 0 0,-1 0 0 0 0,0 1 0 0 0,0 0 0 0 0,0-1 0 0 0,0 1 0 0 0,-1 0 0 0 0,1-1 0 0 0,0 1 0 0 0,-1 0 0 0 0,1 0 0 0 0,0 0 1 0 0,-1 0-1 0 0,1 0 0 0 0,-1 0 0 0 0,1 1 0 0 0,-1-1 0 0 0,-2 0 0 0 0,2 0-3 0 0,0 1 0 0 0,0 0 1 0 0,0 1-1 0 0,0-1 0 0 0,0 0 1 0 0,0 0-1 0 0,0 1 0 0 0,0 0 1 0 0,0-1-1 0 0,0 1 0 0 0,0 0 1 0 0,0 0-1 0 0,0 0 0 0 0,1 0 1 0 0,-1 0-1 0 0,0 0 0 0 0,1 0 0 0 0,-3 3 1 0 0,-4 4 33 0 0,1 0 0 0 0,0 0-1 0 0,0 0 1 0 0,1 1 0 0 0,0 0 0 0 0,1 0 0 0 0,0 1 0 0 0,1-1 0 0 0,-1 1 0 0 0,2 0 0 0 0,0 1-1 0 0,0-1 1 0 0,0 0 0 0 0,0 15 0 0 0,-1 9 137 0 0,2 0 1 0 0,1 0-1 0 0,5 40 0 0 0,1-18 32 0 0,2-1-1 0 0,29 102 0 0 0,-25-121-262 0 0,2 0 0 0 0,1-1 0 0 0,2-1 0 0 0,1 0 0 0 0,26 37 0 0 0,-38-64-223 0 0,0 1-3 0 0,0-1-1 0 0,1 0 1 0 0,9 9-1 0 0,-14-14-12 0 0,1-1 0 0 0,-1 0 0 0 0,1 0 0 0 0,-1 1 0 0 0,1-1 0 0 0,0 0 0 0 0,-1 0 0 0 0,1-1 0 0 0,0 1 0 0 0,0 0 0 0 0,0 0 0 0 0,-1-1 0 0 0,1 0 0 0 0,0 1 0 0 0,0-1 0 0 0,0 0 0 0 0,0 0 0 0 0,0 0 0 0 0,0 0 0 0 0,0 0 0 0 0,3-1 0 0 0,5-3-2311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2:01.3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200 80 14387 0 0,'-1'-1'147'0'0,"-1"0"0"0"0,0-1 1 0 0,0 1-1 0 0,0 0 0 0 0,0 0 0 0 0,0 0 0 0 0,0 1 1 0 0,0-1-1 0 0,0 0 0 0 0,0 1 0 0 0,0-1 0 0 0,0 1 1 0 0,0 0-1 0 0,0 0 0 0 0,-1 0 0 0 0,1 0 0 0 0,0 0 0 0 0,0 0 1 0 0,0 0-1 0 0,0 1 0 0 0,-1-1 0 0 0,1 1 0 0 0,0 0 1 0 0,0-1-1 0 0,0 1 0 0 0,0 0 0 0 0,0 0 0 0 0,1 0 0 0 0,-3 2 1 0 0,-6 3 213 0 0,0 1 1 0 0,1 0 0 0 0,0 0-1 0 0,-9 11 1 0 0,8-9-77 0 0,1 2-1 0 0,1-1 1 0 0,0 1 0 0 0,0 0-1 0 0,-11 22 1 0 0,16-25-212 0 0,0 0 0 0 0,0 0 0 0 0,0 0 0 0 0,1 0 0 0 0,0 0 0 0 0,1 0 0 0 0,-1 1 0 0 0,2-1 0 0 0,-1 0 0 0 0,2 14 0 0 0,-1-19-57 0 0,1 0 0 0 0,-1 0 0 0 0,1 0-1 0 0,0 0 1 0 0,0 0 0 0 0,0 0 0 0 0,0 0-1 0 0,0 0 1 0 0,1 0 0 0 0,-1 0 0 0 0,1-1 0 0 0,0 1-1 0 0,0-1 1 0 0,0 1 0 0 0,0-1 0 0 0,0 0-1 0 0,1 0 1 0 0,-1 0 0 0 0,1 0 0 0 0,-1 0-1 0 0,1 0 1 0 0,0-1 0 0 0,0 1 0 0 0,0-1 0 0 0,0 0-1 0 0,0 0 1 0 0,0 0 0 0 0,0 0 0 0 0,0 0-1 0 0,0-1 1 0 0,0 1 0 0 0,6-1 0 0 0,0 0 9 0 0,1 0 0 0 0,-1 0 1 0 0,0-1-1 0 0,1 0 0 0 0,-1-1 1 0 0,0 0-1 0 0,0-1 0 0 0,0 0 0 0 0,17-8 1 0 0,-8 2-11 0 0,-1-1 0 0 0,0 0 1 0 0,0-2-1 0 0,-1 0 0 0 0,-1-1 0 0 0,0 0 1 0 0,15-18-1 0 0,-26 26-12 0 0,-1 0 0 0 0,1 0 0 0 0,-1 0 0 0 0,0-1 0 0 0,0 1 0 0 0,-1-1 0 0 0,0 1 0 0 0,0-1 0 0 0,0 0 0 0 0,0 0 0 0 0,1-12 0 0 0,-3 13-3 0 0,-1 0 1 0 0,1 0-1 0 0,-1 0 0 0 0,1 0 1 0 0,-2 0-1 0 0,1 1 0 0 0,0-1 1 0 0,-1 0-1 0 0,0 0 0 0 0,0 1 1 0 0,0-1-1 0 0,-1 1 0 0 0,0 0 1 0 0,1 0-1 0 0,-1 0 0 0 0,-6-6 1 0 0,3 4-7 0 0,0 1 1 0 0,-1 0 0 0 0,1 0-1 0 0,-1 1 1 0 0,0 0-1 0 0,0 0 1 0 0,0 1 0 0 0,-1 0-1 0 0,1 0 1 0 0,-1 0-1 0 0,0 1 1 0 0,0 0 0 0 0,0 1-1 0 0,-13-1 1 0 0,7 0-35 0 0,1 2-1 0 0,0 0 1 0 0,0 1 0 0 0,0 0 0 0 0,0 1 0 0 0,0 0-1 0 0,1 1 1 0 0,-19 7 0 0 0,31-10 34 0 0,0 0 1 0 0,-1 0-1 0 0,1 0 1 0 0,-1 0-1 0 0,1 0 1 0 0,0 0-1 0 0,-1 1 0 0 0,1-1 1 0 0,-1 0-1 0 0,1 0 1 0 0,0 0-1 0 0,-1 1 0 0 0,1-1 1 0 0,0 0-1 0 0,-1 1 1 0 0,1-1-1 0 0,0 0 0 0 0,-1 1 1 0 0,1-1-1 0 0,0 0 1 0 0,0 1-1 0 0,0-1 0 0 0,-1 0 1 0 0,1 1-1 0 0,0-1 1 0 0,0 1-1 0 0,0-1 1 0 0,0 1-1 0 0,0-1 0 0 0,-1 1 1 0 0,10 8-301 0 0,19 3-115 0 0,50 3 448 0 0,45 11 80 0 0,-106-21-93 0 0,0 1 0 0 0,-1 1 0 0 0,1 0-1 0 0,-1 1 1 0 0,15 11 0 0 0,6 4 85 0 0,-16-10-23 0 0,-1 1 1 0 0,0 0-1 0 0,19 19 0 0 0,-35-27 279 0 0,-17-15-255 0 0,-21-19-73 0 0,23 17-20 0 0,1 0 0 0 0,0-1 0 0 0,1-1 0 0 0,0 1 0 0 0,-9-21 0 0 0,15 29-5 0 0,1-1 0 0 0,0 0 1 0 0,0 0-1 0 0,0 0 1 0 0,0 0-1 0 0,1 0 0 0 0,0 0 1 0 0,0 0-1 0 0,1 0 0 0 0,-1 0 1 0 0,1-1-1 0 0,0 1 1 0 0,1 0-1 0 0,-1 0 0 0 0,1 0 1 0 0,0-1-1 0 0,0 1 0 0 0,0 0 1 0 0,4-8-1 0 0,-3 11-1 0 0,-1-1 1 0 0,1 1-1 0 0,-1 0 0 0 0,1-1 0 0 0,0 1 1 0 0,0 0-1 0 0,0 0 0 0 0,0 0 0 0 0,0 0 1 0 0,0 1-1 0 0,0-1 0 0 0,1 0 1 0 0,-1 1-1 0 0,1 0 0 0 0,-1-1 0 0 0,1 1 1 0 0,-1 0-1 0 0,4 0 0 0 0,-1 0 3 0 0,-1 0-1 0 0,1 1 0 0 0,0 0 1 0 0,0 0-1 0 0,0 0 1 0 0,-1 0-1 0 0,1 1 1 0 0,0 0-1 0 0,8 2 0 0 0,0 2 4 0 0,0 0 0 0 0,-1 0 0 0 0,0 1 0 0 0,0 1 0 0 0,0 0 0 0 0,16 14 0 0 0,-18-12 3 0 0,0 0-1 0 0,-1 1 1 0 0,0 0 0 0 0,0 1 0 0 0,-1 0-1 0 0,6 12 1 0 0,0 2 12 0 0,18 47 0 0 0,-28-60-17 0 0,1-1-1 0 0,1 0 1 0 0,0 0 0 0 0,0 0-1 0 0,1-1 1 0 0,1 1 0 0 0,0-2 0 0 0,0 1-1 0 0,10 8 1 0 0,-13-14-3 0 0,1 1 0 0 0,0-1 0 0 0,0 0-1 0 0,0-1 1 0 0,0 1 0 0 0,1-1 0 0 0,0 0 0 0 0,-1-1 0 0 0,1 0-1 0 0,0 0 1 0 0,0 0 0 0 0,0-1 0 0 0,0 0 0 0 0,1 0-1 0 0,-1-1 1 0 0,0 0 0 0 0,8-1 0 0 0,-3-1 1 0 0,0 0 0 0 0,-1-1-1 0 0,1-1 1 0 0,-1 0 0 0 0,0 0 0 0 0,0-1 0 0 0,0 0 0 0 0,-1-1-1 0 0,0-1 1 0 0,0 1 0 0 0,0-2 0 0 0,10-10 0 0 0,-11 10 0 0 0,-1 0 0 0 0,0 0 0 0 0,0-1 0 0 0,-1 0 0 0 0,0-1 0 0 0,-1 1 1 0 0,0-1-1 0 0,-1-1 0 0 0,0 1 0 0 0,0-1 0 0 0,-1 0 0 0 0,5-20 0 0 0,-8 25 1 0 0,-1 0 0 0 0,1 0 0 0 0,-1 0-1 0 0,0 0 1 0 0,0 0 0 0 0,-1 0 0 0 0,0 0 0 0 0,0 0-1 0 0,0 0 1 0 0,-1 1 0 0 0,0-1 0 0 0,-3-7-1 0 0,4 10 3 0 0,-1 0 0 0 0,0 0 0 0 0,0 1 0 0 0,0-1 0 0 0,0 1 0 0 0,0-1 0 0 0,0 1 0 0 0,0 0 0 0 0,-1 0 0 0 0,1 0 0 0 0,-1 0 0 0 0,0 0 0 0 0,0 1 0 0 0,1-1 0 0 0,-1 1 0 0 0,0 0 0 0 0,0 0 0 0 0,0 0 0 0 0,0 0 0 0 0,-1 0 0 0 0,1 1 0 0 0,0-1 0 0 0,0 1 0 0 0,-5 0 0 0 0,0 1 10 0 0,-1 0 0 0 0,1 0 0 0 0,0 1 0 0 0,0 0 0 0 0,0 1 1 0 0,0 0-1 0 0,0 0 0 0 0,1 0 0 0 0,-1 1 0 0 0,1 0 0 0 0,0 1 0 0 0,0 0 0 0 0,1 0 0 0 0,-1 0 0 0 0,1 1 1 0 0,0-1-1 0 0,1 2 0 0 0,-6 6 0 0 0,7-8-7 0 0,-1 1 1 0 0,1 0-1 0 0,0 0 1 0 0,0 1-1 0 0,1-1 1 0 0,0 1-1 0 0,0-1 1 0 0,0 1-1 0 0,1 0 1 0 0,0 0-1 0 0,1 0 1 0 0,-1 0-1 0 0,1 1 1 0 0,1-1-1 0 0,-1 0 1 0 0,1 1-1 0 0,0-1 1 0 0,1 0-1 0 0,0 0 1 0 0,3 13-1 0 0,2-5 24 0 0,0 0-1 0 0,1-1 1 0 0,1 0-1 0 0,1 0 0 0 0,-1-1 1 0 0,2 0-1 0 0,18 19 1 0 0,6 3 108 0 0,47 34 0 0 0,-48-42-92 0 0,-1 1 1 0 0,32 35 0 0 0,-57-54-44 0 0,-1-1-1 0 0,0 1 1 0 0,0 0-1 0 0,0 0 1 0 0,-1 1 0 0 0,7 18-1 0 0,-11-26-7 0 0,-1 0-1 0 0,1 0 0 0 0,0 0 1 0 0,-1 0-1 0 0,0 0 1 0 0,1 0-1 0 0,-1 0 1 0 0,0 0-1 0 0,0 0 1 0 0,0 0-1 0 0,0 0 1 0 0,0 0-1 0 0,-1 0 0 0 0,1 0 1 0 0,-1 0-1 0 0,1 0 1 0 0,-1 0-1 0 0,0 0 1 0 0,0 0-1 0 0,0 0 1 0 0,0 0-1 0 0,0 0 0 0 0,0-1 1 0 0,0 1-1 0 0,0 0 1 0 0,-1-1-1 0 0,1 1 1 0 0,-1-1-1 0 0,1 1 1 0 0,-1-1-1 0 0,0 0 0 0 0,1 0 1 0 0,-1 0-1 0 0,0 0 1 0 0,0 0-1 0 0,0 0 1 0 0,0 0-1 0 0,0-1 1 0 0,0 1-1 0 0,0-1 1 0 0,0 1-1 0 0,-2-1 0 0 0,-14 3-104 0 0,0 0 0 0 0,0-2-1 0 0,0 0 1 0 0,0-1 0 0 0,-28-3-1 0 0,-89-22-352 0 0,124 22 440 0 0,-1 0 0 0 0,1-1 0 0 0,-20-9 0 0 0,28 11 13 0 0,-1 0-1 0 0,1 0 1 0 0,-1-1 0 0 0,1 1-1 0 0,0-1 1 0 0,-5-5-1 0 0,7 7 3 0 0,0 0 0 0 0,0 0 0 0 0,1-1 0 0 0,-1 1 0 0 0,0 0 0 0 0,1 0-1 0 0,-1-1 1 0 0,0 1 0 0 0,1 0 0 0 0,0-1 0 0 0,-1 1 0 0 0,1-1 0 0 0,0 1-1 0 0,0-1 1 0 0,0 1 0 0 0,0 0 0 0 0,0-1 0 0 0,0 1 0 0 0,0-2 0 0 0,2-2-10 0 0,0 1 0 0 0,1 0 0 0 0,-1 0 0 0 0,1 1 0 0 0,0-1 0 0 0,0 0 0 0 0,0 1 0 0 0,0 0 1 0 0,1 0-1 0 0,6-6 0 0 0,-3 4 0 0 0,36-28 5 0 0,1 2 1 0 0,2 3-1 0 0,76-37 1 0 0,53-31 226 0 0,-157 83-182 0 0,39-23 287 0 0,77-65 1 0 0,-132 99-307 0 0,0 0 0 0 0,0 0 0 0 0,0 0 0 0 0,0 0 0 0 0,-1 0-1 0 0,1 0 1 0 0,0 0 0 0 0,-1-1 0 0 0,0 1 0 0 0,1-1 0 0 0,-1 1 0 0 0,0-1 0 0 0,0 1 0 0 0,-1-1 0 0 0,1 0 0 0 0,0 1 0 0 0,-1-1 0 0 0,0 0 0 0 0,0 0 0 0 0,0-3 0 0 0,0 4-7 0 0,-1 0 0 0 0,1 0 0 0 0,-1 0 0 0 0,0 0 1 0 0,0 0-1 0 0,0 0 0 0 0,0 0 0 0 0,0 0 0 0 0,0 0 0 0 0,-1 0 0 0 0,1 1 0 0 0,-1-1 0 0 0,1 1 0 0 0,-1-1 1 0 0,1 1-1 0 0,-1-1 0 0 0,0 1 0 0 0,0 0 0 0 0,0 0 0 0 0,0 0 0 0 0,0 0 0 0 0,0 0 0 0 0,0 0 1 0 0,0 1-1 0 0,-3-2 0 0 0,-8-1 49 0 0,-1 0 0 0 0,1 1 0 0 0,0 1 0 0 0,-1 0 0 0 0,1 1 1 0 0,0 0-1 0 0,-21 3 0 0 0,27-2-22 0 0,0 0 0 0 0,1 1 0 0 0,-1-1 0 0 0,0 1 0 0 0,1 0 0 0 0,-1 1 0 0 0,1 0-1 0 0,0 0 1 0 0,0 0 0 0 0,0 1 0 0 0,0 0 0 0 0,1 0 0 0 0,-1 0 0 0 0,1 1 0 0 0,0 0 0 0 0,-6 8 0 0 0,9-10-28 0 0,-1 1-1 0 0,1-1 1 0 0,0 1-1 0 0,0 0 1 0 0,1 0-1 0 0,-1 0 1 0 0,1 0-1 0 0,0 0 1 0 0,0 0-1 0 0,0 1 1 0 0,1-1-1 0 0,-1 0 1 0 0,1 1-1 0 0,0-1 1 0 0,0 0-1 0 0,2 8 1 0 0,-1-6 5 0 0,1 0 1 0 0,0 0-1 0 0,1 0 1 0 0,-1 0-1 0 0,1-1 0 0 0,0 1 1 0 0,0-1-1 0 0,1 1 1 0 0,0-1-1 0 0,7 7 1 0 0,-4-4-47 0 0,1-1 1 0 0,-1-1 0 0 0,1 1-1 0 0,1-1 1 0 0,-1-1-1 0 0,1 1 1 0 0,0-1 0 0 0,1-1-1 0 0,-1 0 1 0 0,1 0 0 0 0,0-1-1 0 0,0 0 1 0 0,18 2 0 0 0,-15-4-422 0 0,0-1 0 0 0,0-1 0 0 0,-1 0 0 0 0,1-1 0 0 0,0 0 0 0 0,-1-1-1 0 0,0 0 1 0 0,20-9 0 0 0,-4-1-1845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2:01.7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 0 17180 0 0,'-2'1'187'0'0,"-1"0"0"0"0,0 0 0 0 0,1 0 0 0 0,-1 0 0 0 0,1 0 0 0 0,-1 0 0 0 0,1 1 0 0 0,0-1 0 0 0,0 1 0 0 0,0 0 1 0 0,0 0-1 0 0,0 0 0 0 0,0 0 0 0 0,0 0 0 0 0,0 0 0 0 0,1 0 0 0 0,-1 0 0 0 0,1 1 0 0 0,-3 4 0 0 0,4-4-54 0 0,-1 1 0 0 0,0-1-1 0 0,1 1 1 0 0,0 0 0 0 0,0-1 0 0 0,0 1-1 0 0,0-1 1 0 0,1 1 0 0 0,-1-1 0 0 0,1 1-1 0 0,0-1 1 0 0,0 1 0 0 0,0-1-1 0 0,1 1 1 0 0,1 3 0 0 0,3 5 34 0 0,1 0 0 0 0,0 0 0 0 0,1-1 0 0 0,1 0 0 0 0,0 0 0 0 0,0-1 0 0 0,1 0 0 0 0,18 15 0 0 0,10 3-64 0 0,50 27 1 0 0,-81-50-87 0 0,-3-3-16 0 0,-1 0 0 0 0,1 0-1 0 0,0 0 1 0 0,0 0 0 0 0,0-1 0 0 0,0 0 0 0 0,0 0 0 0 0,0 0-1 0 0,0 0 1 0 0,7 0 0 0 0,-9-1-8 0 0,0 0-1 0 0,0 0 1 0 0,-1-1 0 0 0,1 1-1 0 0,0-1 1 0 0,-1 1-1 0 0,1-1 1 0 0,-1 0 0 0 0,1 1-1 0 0,-1-1 1 0 0,1 0 0 0 0,-1 0-1 0 0,1 0 1 0 0,-1 0-1 0 0,0-1 1 0 0,1 1 0 0 0,-1 0-1 0 0,0 0 1 0 0,0-1 0 0 0,0 1-1 0 0,0-1 1 0 0,0 1-1 0 0,0-1 1 0 0,-1 1 0 0 0,1-1-1 0 0,0 0 1 0 0,0-2 0 0 0,1-7-55 0 0,1 0 1 0 0,-2 0 0 0 0,1 0 0 0 0,-1-1 0 0 0,-1 1 0 0 0,-2-21 0 0 0,1 16 56 0 0,1-1 0 0 0,2-21 1 0 0,-2 33 8 0 0,1 0 1 0 0,0 0-1 0 0,1 1 0 0 0,-1-1 1 0 0,1 0-1 0 0,0 1 1 0 0,0-1-1 0 0,0 1 1 0 0,0 0-1 0 0,1 0 1 0 0,0 0-1 0 0,3-4 1 0 0,-4 6 8 0 0,0 0 1 0 0,0 0 0 0 0,0 0 0 0 0,0 1 0 0 0,1-1 0 0 0,-1 1 0 0 0,0-1 0 0 0,1 1 0 0 0,-1 0 0 0 0,1 0 0 0 0,-1 0 0 0 0,1 0 0 0 0,-1 1 0 0 0,1-1 0 0 0,4 0 0 0 0,-1 1 31 0 0,-1 0-1 0 0,0 0 1 0 0,0 1-1 0 0,0 0 1 0 0,0 0-1 0 0,0 0 1 0 0,8 4-1 0 0,4 2 109 0 0,-1 1 0 0 0,-1 1 0 0 0,24 17-1 0 0,-26-17-90 0 0,0 1-1 0 0,-1 1 0 0 0,0 1 0 0 0,-1-1 0 0 0,0 2 1 0 0,13 19-1 0 0,-6-3-141 0 0,-2-1 0 0 0,15 38-1 0 0,-31-65 45 0 0,11 20-596 0 0,-10-21 533 0 0,-1 1 0 0 0,1 0 0 0 0,-1-1 0 0 0,1 1 0 0 0,-1-1 0 0 0,1 1 0 0 0,-1-1 0 0 0,1 1 0 0 0,-1-1 0 0 0,1 1 0 0 0,0-1 0 0 0,-1 0 0 0 0,1 1 0 0 0,0-1 0 0 0,-1 0 0 0 0,1 0 0 0 0,0 0 0 0 0,0 1 0 0 0,-1-1 0 0 0,1 0 0 0 0,0 0 0 0 0,-1 0 0 0 0,1 0 0 0 0,0 0 0 0 0,0 0 0 0 0,-1 0 0 0 0,1 0 0 0 0,1-1 0 0 0,5-3-2271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2:02.1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67 8 16644 0 0,'-10'-2'1176'0'0,"0"-3"-744"0"0,0 5-360 0 0,0 0 888 0 0,0 0-728 0 0,5 0-72 0 0,0 0-56 0 0,2 3-48 0 0,0 2-80 0 0,14 4-2552 0 0,-2-6 727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2:02.7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0 18212 0 0,'-1'1'115'0'0,"-1"0"1"0"0,1 0-1 0 0,0 0 0 0 0,0 0 1 0 0,-1 0-1 0 0,1 0 0 0 0,0 0 1 0 0,0 0-1 0 0,0 1 0 0 0,0-1 1 0 0,1 0-1 0 0,-1 1 1 0 0,0-1-1 0 0,0 0 0 0 0,1 1 1 0 0,-1-1-1 0 0,1 1 0 0 0,-1-1 1 0 0,1 1-1 0 0,0-1 0 0 0,0 1 1 0 0,-1 0-1 0 0,1-1 0 0 0,0 1 1 0 0,1 2-1 0 0,1 43 1075 0 0,6 1-338 0 0,3-1-1 0 0,28 75 1 0 0,-25-81-799 0 0,-1-1-1 0 0,-2 2 0 0 0,11 82 0 0 0,-20-105-49 0 0,-2-8-234 0 0,-4-29 26 0 0,1 0 163 0 0,1 0 0 0 0,0 0-1 0 0,1 0 1 0 0,2 0 0 0 0,-1 0 0 0 0,2 0 0 0 0,1 0-1 0 0,0 0 1 0 0,1 0 0 0 0,11-30 0 0 0,-13 43 34 0 0,1 0-1 0 0,-1-1 1 0 0,1 1 0 0 0,0 0 0 0 0,1 1 0 0 0,-1-1-1 0 0,1 0 1 0 0,0 1 0 0 0,0 0 0 0 0,0 0-1 0 0,1 0 1 0 0,-1 1 0 0 0,1-1 0 0 0,0 1 0 0 0,0 0-1 0 0,7-3 1 0 0,-8 5 7 0 0,1-1 0 0 0,-1 1 1 0 0,0 0-1 0 0,0 0 0 0 0,0 1 0 0 0,1-1 0 0 0,-1 1 0 0 0,0 0 0 0 0,1 0 1 0 0,-1 1-1 0 0,0-1 0 0 0,0 1 0 0 0,1 0 0 0 0,-1 0 0 0 0,0 0 1 0 0,0 1-1 0 0,0-1 0 0 0,0 1 0 0 0,0 0 0 0 0,-1 0 0 0 0,1 1 1 0 0,0-1-1 0 0,3 4 0 0 0,9 10 48 0 0,0 0 0 0 0,-1 1 0 0 0,-1 1 1 0 0,0 0-1 0 0,-2 1 0 0 0,14 26 0 0 0,-13-21-25 0 0,2 0-1 0 0,0-1 0 0 0,35 39 1 0 0,-48-60-20 0 0,-1-1 0 0 0,1 1 0 0 0,0 0 0 0 0,-1-1-1 0 0,1 0 1 0 0,0 1 0 0 0,0-1 0 0 0,0 0 0 0 0,0 0 0 0 0,0 0 0 0 0,1 0 0 0 0,-1 0 0 0 0,0 0 0 0 0,0-1 0 0 0,1 1-1 0 0,-1-1 1 0 0,0 0 0 0 0,0 0 0 0 0,1 1 0 0 0,-1-2 0 0 0,0 1 0 0 0,1 0 0 0 0,-1 0 0 0 0,0-1 0 0 0,3 0 0 0 0,0-1 2 0 0,-1 0 0 0 0,0-1-1 0 0,1 1 1 0 0,-1-1 0 0 0,0 0 0 0 0,-1 0 0 0 0,1 0 0 0 0,-1 0 0 0 0,1-1 0 0 0,-1 0 0 0 0,4-5 0 0 0,-2 1 2 0 0,1-1-1 0 0,-2 0 0 0 0,1 1 0 0 0,-1-2 1 0 0,-1 1-1 0 0,0 0 0 0 0,0-1 1 0 0,3-19-1 0 0,-4 11 6 0 0,0 0 1 0 0,-1 0 0 0 0,-1 0-1 0 0,-3-20 1 0 0,-3 9 86 0 0,6 29-97 0 0,0-1 1 0 0,0 1-1 0 0,0 0 1 0 0,0 0-1 0 0,0 0 1 0 0,0 0 0 0 0,0 0-1 0 0,0 0 1 0 0,0 0-1 0 0,0 0 1 0 0,0 0-1 0 0,0 0 1 0 0,0-1-1 0 0,0 1 1 0 0,0 0-1 0 0,0 0 1 0 0,0 0-1 0 0,0 0 1 0 0,0 0 0 0 0,0 0-1 0 0,0 0 1 0 0,0 0-1 0 0,0 0 1 0 0,0 0-1 0 0,-1 0 1 0 0,1-1-1 0 0,0 1 1 0 0,0 0-1 0 0,0 0 1 0 0,0 0-1 0 0,0 0 1 0 0,0 0-1 0 0,0 0 1 0 0,0 0 0 0 0,0 0-1 0 0,0 0 1 0 0,0 0-1 0 0,0 0 1 0 0,0 0-1 0 0,-1 0 1 0 0,1 0-1 0 0,0 0 1 0 0,0 0-1 0 0,0 0 1 0 0,0 0-1 0 0,0 0 1 0 0,0 0 0 0 0,0 0-1 0 0,0 0 1 0 0,0 0-1 0 0,0 0 1 0 0,-1 0-1 0 0,1 0 1 0 0,0 0-1 0 0,0 0 1 0 0,0 0-1 0 0,0 0 1 0 0,0 0-1 0 0,0 0 1 0 0,0 0 0 0 0,0 0-1 0 0,0 0 1 0 0,0 0-1 0 0,0 0 1 0 0,-1 0-1 0 0,1 0 1 0 0,0 0-1 0 0,-1 17 59 0 0,5 74 204 0 0,17 97 0 0 0,1 5 25 0 0,-20-155-274 0 0,7 135 125 0 0,-8-132-109 0 0,-3-1 0 0 0,-8 52 0 0 0,9-86-25 0 0,0-1 1 0 0,0 1-1 0 0,-1-1 1 0 0,0 0 0 0 0,0 0-1 0 0,0 1 1 0 0,0-1-1 0 0,-1 0 1 0 0,-6 8 0 0 0,7-10-3 0 0,0-1 0 0 0,0 0 0 0 0,0 0 1 0 0,-1-1-1 0 0,1 1 0 0 0,-1 0 1 0 0,0-1-1 0 0,1 1 0 0 0,-1-1 1 0 0,0 0-1 0 0,0 0 0 0 0,0 0 1 0 0,0 0-1 0 0,0-1 0 0 0,0 1 0 0 0,0-1 1 0 0,0 0-1 0 0,0 0 0 0 0,-5 0 1 0 0,-8-2 45 0 0,1-1 1 0 0,-1-1-1 0 0,1 0 1 0 0,0-1-1 0 0,0 0 1 0 0,1-1-1 0 0,-1-1 1 0 0,1 0-1 0 0,1-1 1 0 0,-1-1-1 0 0,2 0 1 0 0,-1 0-1 0 0,1-2 1 0 0,-19-20-1 0 0,24 22 12 0 0,0-1 0 0 0,1 0 1 0 0,0 0-1 0 0,0-1 0 0 0,2 1 0 0 0,-1-1 0 0 0,-4-19 0 0 0,7 25-51 0 0,1-1 0 0 0,0 0 0 0 0,0 0 0 0 0,0 1 0 0 0,1-1 0 0 0,-1 0 0 0 0,1 0 0 0 0,1 0 0 0 0,-1 0 0 0 0,1 0-1 0 0,0 0 1 0 0,1 1 0 0 0,-1-1 0 0 0,1 0 0 0 0,0 1 0 0 0,6-10 0 0 0,-5 10-11 0 0,1 1 0 0 0,0 0 0 0 0,0 0 0 0 0,1 1 0 0 0,-1-1 0 0 0,1 1 0 0 0,-1 0 1 0 0,1 0-1 0 0,0 0 0 0 0,9-2 0 0 0,55-19-55 0 0,-65 23 50 0 0,55-13-1163 0 0,0 3-1 0 0,97-5 0 0 0,-112 13-2356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2:14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52 150 11066 0 0,'0'-9'2503'0'0,"3"3"-323"0"0,-1 2-1017 0 0,-2 4-863 0 0,0-1-128 0 0,0 0 77 0 0,0 0 56 0 0,1-2 136 0 0,1 3 227 0 0,2 6-73 0 0,8 22 402 0 0,11 35 415 0 0,2 32-75 0 0,22 187-1 0 0,-16-72-840 0 0,-18-155-384 0 0,-12-54-69 0 0,-1-2-42 0 0,1 0 0 0 0,-1-1 0 0 0,0 1 0 0 0,1 0 0 0 0,-1 0 0 0 0,0-1 0 0 0,0 1 0 0 0,0 0 0 0 0,0 0 0 0 0,0-1 0 0 0,0 1 1 0 0,0 0-1 0 0,0 0 0 0 0,-1-3 0 0 0,-11-33-32 0 0,-1 0 1 0 0,-1 2-1 0 0,-37-64 1 0 0,-2-7 22 0 0,39 74 6 0 0,2 1-1 0 0,1-2 0 0 0,1 1 1 0 0,2-2-1 0 0,1 1 0 0 0,2-1 1 0 0,1 0-1 0 0,2-63 0 0 0,2 91 2 0 0,0 0 0 0 0,1 1-1 0 0,0-1 1 0 0,0 0-1 0 0,1 0 1 0 0,2-7-1 0 0,-4 12 2 0 0,1 0-1 0 0,-1 0 1 0 0,1 0-1 0 0,-1 0 1 0 0,1 0-1 0 0,-1 0 1 0 0,1 1-1 0 0,0-1 0 0 0,-1 0 1 0 0,1 0-1 0 0,0 0 1 0 0,0 1-1 0 0,0-1 1 0 0,-1 0-1 0 0,1 1 1 0 0,0-1-1 0 0,0 0 0 0 0,0 1 1 0 0,0 0-1 0 0,0-1 1 0 0,0 1-1 0 0,0-1 1 0 0,0 1-1 0 0,1 0 1 0 0,-1 0-1 0 0,0 0 1 0 0,0 0-1 0 0,0 0 0 0 0,0 0 1 0 0,0 0-1 0 0,0 0 1 0 0,0 0-1 0 0,0 0 1 0 0,1 0-1 0 0,-1 1 1 0 0,0-1-1 0 0,0 0 0 0 0,0 1 1 0 0,2 0-1 0 0,10 5 4 0 0,1 0 0 0 0,0-2 0 0 0,0 0 0 0 0,1 0 0 0 0,-1-1 0 0 0,1-1 0 0 0,-1 0 0 0 0,1-1 0 0 0,0-1 0 0 0,0-1 0 0 0,-1 0 0 0 0,1 0 0 0 0,0-1 0 0 0,-1-1 0 0 0,0-1 0 0 0,1 0-1 0 0,-1-1 1 0 0,16-8 0 0 0,-2 2 1 0 0,0-2-1 0 0,-1 0 0 0 0,-1-2 0 0 0,48-36 0 0 0,-74 51 0 0 0,0 0-1 0 0,0-1 1 0 0,1 1-1 0 0,-1 0 1 0 0,0 0-1 0 0,0 0 1 0 0,0 0-1 0 0,0 0 1 0 0,0 0-1 0 0,0-1 1 0 0,1 1-1 0 0,-1 0 1 0 0,0 0 0 0 0,0 0-1 0 0,0 0 1 0 0,0 0-1 0 0,1 0 1 0 0,-1 0-1 0 0,0 0 1 0 0,0 0-1 0 0,0 0 1 0 0,0 0-1 0 0,1 0 1 0 0,-1 0-1 0 0,0 0 1 0 0,0 0-1 0 0,0 0 1 0 0,1 0-1 0 0,-1 0 1 0 0,0 0-1 0 0,0 0 1 0 0,0 0-1 0 0,0 0 1 0 0,1 0-1 0 0,-1 0 1 0 0,0 0-1 0 0,0 0 1 0 0,0 0-1 0 0,0 1 1 0 0,0-1-1 0 0,1 0 1 0 0,-1 0-1 0 0,2 11 49 0 0,-4 21-8 0 0,1-23-9 0 0,-2 83 475 0 0,11 113-1 0 0,-2-91-104 0 0,1-41-59 0 0,2 0 1 0 0,4-1-1 0 0,42 134 0 0 0,-51-190-159 0 0,0-1-829 0 0,-1-5-5981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2:14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 11210 0 0,'0'0'1794'0'0,"2"-4"20"0"0,2 1-1384 0 0,0 0 1 0 0,0 0 0 0 0,0 1-1 0 0,0-1 1 0 0,0 1-1 0 0,0 0 1 0 0,1 0-1 0 0,-1 0 1 0 0,1 1 0 0 0,-1 0-1 0 0,1 0 1 0 0,0 0-1 0 0,8-1 1 0 0,14 0 995 0 0,32 2 0 0 0,-35 0-1104 0 0,14 0-63 0 0,0 2 1 0 0,55 9 0 0 0,-98-1-6407 0 0,-1-4 2978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2:15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81 17252 0 0,'3'-3'154'0'0,"0"1"0"0"0,0 0 0 0 0,0 0 0 0 0,0 0 0 0 0,0 1 0 0 0,0-1 0 0 0,1 1 0 0 0,-1 0 0 0 0,1 0 0 0 0,-1 0 0 0 0,5-1 0 0 0,4-1 154 0 0,42-13 949 0 0,88-15 0 0 0,-104 26-1855 0 0,57 0 0 0 0,-71 5-172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2:19.0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75 15347 0 0,'0'-2'138'0'0,"-1"0"65"0"0,1 0 0 0 0,0 0 0 0 0,0 0 0 0 0,0 0 1 0 0,0 0-1 0 0,0 0 0 0 0,0 0 0 0 0,0 0 1 0 0,1 1-1 0 0,-1-1 0 0 0,1 0 0 0 0,0 0 1 0 0,-1 0-1 0 0,1 0 0 0 0,0 1 0 0 0,0-1 0 0 0,0 0 1 0 0,0 1-1 0 0,0-1 0 0 0,0 1 0 0 0,1-1 1 0 0,-1 1-1 0 0,0-1 0 0 0,1 1 0 0 0,1-1 0 0 0,-2 1-171 0 0,2-1 129 0 0,-2-2-59 0 0,-1 0-43 0 0,1-11 274 0 0,2 14-41 0 0,3 11 102 0 0,-3-4-182 0 0,-1 1 0 0 0,0-1 1 0 0,0 1-1 0 0,-1-1 1 0 0,0 1-1 0 0,0 0 0 0 0,0 10 1 0 0,1 8 166 0 0,48 333 1450 0 0,-44-323-3431 0 0,19 69 0 0 0,-24-103 307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2:19.5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147 249 16892 0 0,'-5'-5'267'0'0,"1"0"0"0"0,0 0 0 0 0,1 0 0 0 0,-1 0 0 0 0,1-1 0 0 0,0 1 0 0 0,1-1 0 0 0,-1 0 0 0 0,-3-12 0 0 0,6 16-178 0 0,-1-1 0 0 0,1-1 0 0 0,0 1 0 0 0,0 0 1 0 0,0 0-1 0 0,0 0 0 0 0,0 0 0 0 0,1 0 0 0 0,-1 0 0 0 0,1 0 0 0 0,0 0 0 0 0,0 1 0 0 0,0-1 0 0 0,0 0 1 0 0,0 0-1 0 0,1 1 0 0 0,-1-1 0 0 0,1 0 0 0 0,0 1 0 0 0,0 0 0 0 0,0-1 0 0 0,3-2 0 0 0,6-4 167 0 0,0 0 0 0 0,0 1 0 0 0,0 1 1 0 0,1 0-1 0 0,1 1 0 0 0,-1 0 0 0 0,1 0 0 0 0,17-4 0 0 0,14-2 221 0 0,51-6-1 0 0,-45 10-301 0 0,-1 2-1 0 0,1 3 1 0 0,60 3-1 0 0,-82 2-150 0 0,1 1-1 0 0,-1 2 1 0 0,0 0-1 0 0,0 2 1 0 0,0 1 0 0 0,52 23-1 0 0,-74-27-19 0 0,1-1-1 0 0,0 1 0 0 0,-1 1 1 0 0,0-1-1 0 0,0 1 0 0 0,0 0 1 0 0,-1 0-1 0 0,0 1 0 0 0,0 0 1 0 0,0 0-1 0 0,0 0 1 0 0,-1 0-1 0 0,4 8 0 0 0,-6-10 1 0 0,-1 0-1 0 0,1 0 1 0 0,-1 0-1 0 0,0 0 1 0 0,0 0-1 0 0,0 0 1 0 0,-1 1-1 0 0,1-1 1 0 0,-1 0-1 0 0,0 0 0 0 0,0 0 1 0 0,0 1-1 0 0,-1-1 1 0 0,0 0-1 0 0,1 0 1 0 0,-2 0-1 0 0,1 0 1 0 0,0 0-1 0 0,-1 0 1 0 0,0 0-1 0 0,0 0 1 0 0,0 0-1 0 0,0-1 1 0 0,0 1-1 0 0,-4 3 1 0 0,-6 6 10 0 0,0-1 0 0 0,-1 0 1 0 0,0-1-1 0 0,-1 0 0 0 0,0-1 1 0 0,-28 15-1 0 0,-102 40 45 0 0,113-52-44 0 0,-37 14 27 0 0,-1-2 1 0 0,-106 23-1 0 0,171-46-47 0 0,11-1 4 0 0,10-1-1 0 0,51-2 10 0 0,97 9-1 0 0,-130-3-3 0 0,0 2 0 0 0,-1 1 0 0 0,0 1 0 0 0,56 22 0 0 0,-82-26-4 0 0,1 0 0 0 0,-1 0 1 0 0,1 1-1 0 0,-1 0 0 0 0,0 0 1 0 0,-1 1-1 0 0,1 0 1 0 0,8 9-1 0 0,-14-12 0 0 0,0 0 1 0 0,1 0-1 0 0,-1 0 0 0 0,-1 0 0 0 0,1 1 1 0 0,0-1-1 0 0,-1 0 0 0 0,1 1 1 0 0,-1-1-1 0 0,0 1 0 0 0,0 0 0 0 0,-1-1 1 0 0,1 1-1 0 0,-1 0 0 0 0,1-1 1 0 0,-1 1-1 0 0,0 0 0 0 0,-1-1 1 0 0,1 1-1 0 0,-1 0 0 0 0,1-1 0 0 0,-1 1 1 0 0,0-1-1 0 0,-2 5 0 0 0,-1 0 7 0 0,0-1 0 0 0,0 0 0 0 0,-1 0 0 0 0,1 0 0 0 0,-1 0 0 0 0,-1-1 0 0 0,0 0-1 0 0,1 0 1 0 0,-2-1 0 0 0,1 1 0 0 0,-1-1 0 0 0,1-1 0 0 0,-1 1 0 0 0,-12 5 0 0 0,-11 3 36 0 0,0 0 1 0 0,-41 11 0 0 0,68-24-41 0 0,-70 20 83 0 0,-1-3 0 0 0,-1-3 0 0 0,-77 4 0 0 0,103-15-17 0 0,-58-3 0 0 0,89-1-138 0 0,1-1 0 0 0,-1-1 1 0 0,0 0-1 0 0,1-1 0 0 0,0-1 1 0 0,-28-12-1 0 0,43 16-58 0 0,-1 0 1 0 0,0-1-1 0 0,0 0 0 0 0,1 1 0 0 0,-1-1 1 0 0,1 0-1 0 0,-4-4 0 0 0,5 5-85 0 0,0 0 0 0 0,1 0 0 0 0,-1 0 0 0 0,1 0-1 0 0,-1 0 1 0 0,1 1 0 0 0,-1-1 0 0 0,1 0 0 0 0,0 0-1 0 0,-1 0 1 0 0,1 0 0 0 0,0 0 0 0 0,0 0 0 0 0,0 0-1 0 0,0 0 1 0 0,0 0 0 0 0,0-1 0 0 0,0 1 0 0 0,0 0 0 0 0,0 0-1 0 0,0 0 1 0 0,1 0 0 0 0,-1 0 0 0 0,0 0 0 0 0,1 0-1 0 0,0-1 1 0 0,3-6-3233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2:24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1 219 7370 0 0,'0'0'4309'0'0,"0"-7"-1466"0"0,0-4-503 0 0,0 3-1681 0 0,4-16-584 0 0,-4 23-43 0 0,0 0 1 0 0,1 0 0 0 0,-1 1-1 0 0,1-1 1 0 0,-1 0 0 0 0,1 1-1 0 0,0-1 1 0 0,-1 0 0 0 0,1 1-1 0 0,0-1 1 0 0,-1 1 0 0 0,1-1-1 0 0,0 1 1 0 0,0 0 0 0 0,0-1-1 0 0,-1 1 1 0 0,1 0 0 0 0,0-1-1 0 0,0 1 1 0 0,0 0 0 0 0,0 0-1 0 0,0 0 1 0 0,1-1-1 0 0,23 1 420 0 0,-18 1-320 0 0,322-16 950 0 0,-98 3-835 0 0,952-38 328 0 0,-750 39-86 0 0,-48 2-295 0 0,-294 5-163 0 0,503-29 127 0 0,-375 25-65 0 0,-84 5-2 0 0,-87 2-66 0 0,-26 2-4 0 0,-1-2 1 0 0,36-4 0 0 0,-51 2-147 0 0,-17 1-266 0 0,-20 1-1180 0 0,19 1 113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2:25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1 348 11530 0 0,'0'0'1041'0'0,"4"-1"514"0"0,11-4-988 0 0,1 1 1 0 0,26-4 0 0 0,-30 7-412 0 0,0-1 0 0 0,0 0-1 0 0,0-1 1 0 0,0-1 0 0 0,-1 0 0 0 0,1 0 0 0 0,12-8 0 0 0,-13 5-39 0 0,0-1 1 0 0,-1 0-1 0 0,0 0 1 0 0,0-1-1 0 0,-1 0 1 0 0,-1-1-1 0 0,1 0 1 0 0,-1 0-1 0 0,9-18 1 0 0,-12 20-40 0 0,-1 0 0 0 0,-1-1 0 0 0,1 1 0 0 0,-1-1 0 0 0,-1 0 0 0 0,1 1 0 0 0,-1-1 0 0 0,-1-1 0 0 0,0 1 0 0 0,0 0 0 0 0,-1 0 0 0 0,0 0 0 0 0,-1 0 0 0 0,-1-12 0 0 0,1 19-49 0 0,1 0-1 0 0,0 0 0 0 0,-1 0 1 0 0,1 0-1 0 0,-1-1 0 0 0,1 1 0 0 0,-1 0 1 0 0,0 0-1 0 0,0 1 0 0 0,0-1 0 0 0,0 0 1 0 0,0 0-1 0 0,0 0 0 0 0,-1 1 0 0 0,1-1 1 0 0,-1 0-1 0 0,1 1 0 0 0,-1 0 0 0 0,1-1 1 0 0,-1 1-1 0 0,0 0 0 0 0,0 0 0 0 0,0 0 1 0 0,0 0-1 0 0,0 0 0 0 0,1 0 0 0 0,-2 0 1 0 0,1 1-1 0 0,0-1 0 0 0,0 1 0 0 0,0-1 1 0 0,0 1-1 0 0,0 0 0 0 0,-3 0 0 0 0,0 1 50 0 0,0 0 0 0 0,0 0 0 0 0,0 0 0 0 0,1 1 0 0 0,-1-1 0 0 0,0 1-1 0 0,0 1 1 0 0,1-1 0 0 0,-1 1 0 0 0,1-1 0 0 0,0 1 0 0 0,0 0 0 0 0,-5 6 0 0 0,-6 5 167 0 0,1 1 0 0 0,0 1 0 0 0,1 0 0 0 0,1 1 1 0 0,1 1-1 0 0,-19 36 0 0 0,26-46-136 0 0,1 1 0 0 0,-1 0 0 0 0,2 0 0 0 0,-1 0 0 0 0,1 0 0 0 0,0 1 0 0 0,1-1 1 0 0,0 1-1 0 0,1-1 0 0 0,0 0 0 0 0,0 1 0 0 0,1-1 0 0 0,0 1 0 0 0,1-1 0 0 0,0 0 0 0 0,0 0 0 0 0,6 14 0 0 0,-4-17-35 0 0,-1 1 0 0 0,2-1-1 0 0,-1 0 1 0 0,1 0 0 0 0,0 0 0 0 0,0-1 0 0 0,0 1-1 0 0,1-1 1 0 0,0 0 0 0 0,0-1 0 0 0,0 0-1 0 0,1 0 1 0 0,-1 0 0 0 0,1-1 0 0 0,0 0 0 0 0,0 0-1 0 0,0 0 1 0 0,1-1 0 0 0,12 2 0 0 0,10 1 103 0 0,0-1 1 0 0,0-2-1 0 0,46-2 1 0 0,-15-4-48 0 0,0-3-1 0 0,0-2 1 0 0,109-32 0 0 0,-151 35-490 0 0,1 0-1 0 0,-1-2 1 0 0,0 0 0 0 0,0-1 0 0 0,19-14 0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2:28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2 431 10946 0 0,'-1'0'106'0'0,"1"-1"0"0"0,0 1 0 0 0,0 0-1 0 0,0-1 1 0 0,0 1 0 0 0,0 0-1 0 0,0-1 1 0 0,0 1 0 0 0,0 0 0 0 0,0-1-1 0 0,0 1 1 0 0,0 0 0 0 0,0-1 0 0 0,0 1-1 0 0,0 0 1 0 0,0-1 0 0 0,0 1 0 0 0,0 0-1 0 0,0-1 1 0 0,1 1 0 0 0,-1 0-1 0 0,0-1 1 0 0,0 1 0 0 0,0 0 0 0 0,0-1-1 0 0,1 1 1 0 0,-1 0 0 0 0,0 0 0 0 0,0-1-1 0 0,1 1 1 0 0,-1 0 0 0 0,0 0 0 0 0,1 0-1 0 0,-1-1 1 0 0,0 1 0 0 0,1 0-1 0 0,-1 0 1 0 0,0 0 0 0 0,1 0 0 0 0,-1 0-1 0 0,0 0 1 0 0,1-1 0 0 0,6-3-66 0 0,-4-6 135 0 0,0 2 249 0 0,3 7-51 0 0,2 1-74 0 0,8 1 18 0 0,0-1 1 0 0,-1 0 0 0 0,1-1-1 0 0,0-1 1 0 0,-1 0 0 0 0,1-1-1 0 0,-1-1 1 0 0,1 0 0 0 0,23-11-1 0 0,-29 10-280 0 0,47-19 130 0 0,60-37 0 0 0,-101 52-156 0 0,-2 0 1 0 0,0-2 0 0 0,0 1 0 0 0,0-2 0 0 0,-2 0-1 0 0,1 0 1 0 0,-2-1 0 0 0,0 0 0 0 0,10-16-1 0 0,-17 22-2 0 0,0 0-1 0 0,-1 0 0 0 0,0-1 1 0 0,0 1-1 0 0,-1-1 1 0 0,0 0-1 0 0,0 1 0 0 0,0-1 1 0 0,-1 0-1 0 0,0-12 0 0 0,-1 18-3 0 0,-1 0-1 0 0,1-1 1 0 0,0 1-1 0 0,-1 0 1 0 0,1-1-1 0 0,-1 1 1 0 0,0 0-1 0 0,1 0 1 0 0,-1 0-1 0 0,0 0 1 0 0,-1 0-1 0 0,1 0 1 0 0,0 0-1 0 0,0 0 1 0 0,-1 0-1 0 0,-2-2 1 0 0,2 2 0 0 0,0 1 1 0 0,0 0 0 0 0,-1-1 0 0 0,1 1 0 0 0,-1 0-1 0 0,1 0 1 0 0,-1 0 0 0 0,1 1 0 0 0,-1-1-1 0 0,0 0 1 0 0,1 1 0 0 0,-1 0 0 0 0,0 0-1 0 0,0 0 1 0 0,1 0 0 0 0,-1 0 0 0 0,-3 1-1 0 0,-10 2 82 0 0,0 0 0 0 0,1 1 0 0 0,-1 1-1 0 0,1 0 1 0 0,0 1 0 0 0,0 1 0 0 0,1 0-1 0 0,0 1 1 0 0,-21 16 0 0 0,13-7 231 0 0,0 1 1 0 0,1 2-1 0 0,1 0 0 0 0,-29 36 1 0 0,42-47-175 0 0,1 1 1 0 0,-1 0 0 0 0,2 0-1 0 0,-1 1 1 0 0,1-1 0 0 0,1 1-1 0 0,0 0 1 0 0,-4 17 0 0 0,7-22-76 0 0,0 0 0 0 0,0-1 0 0 0,1 1 1 0 0,0 0-1 0 0,0-1 0 0 0,0 1 0 0 0,1 0 1 0 0,0-1-1 0 0,0 1 0 0 0,0-1 0 0 0,1 1 1 0 0,0-1-1 0 0,0 1 0 0 0,0-1 1 0 0,1 0-1 0 0,-1 0 0 0 0,1 0 0 0 0,0-1 1 0 0,6 7-1 0 0,-2-3 22 0 0,0-1 0 0 0,0 0-1 0 0,1-1 1 0 0,0 0 0 0 0,1 0 0 0 0,-1 0 0 0 0,1-1 0 0 0,0 0-1 0 0,10 3 1 0 0,-3-3 12 0 0,-1 0 0 0 0,1-1 0 0 0,0 0 0 0 0,33 2-1 0 0,-5-5 0 0 0,1-2-1 0 0,-1-2 1 0 0,51-10-1 0 0,180-47-1205 0 0,-257 55 625 0 0,-7 1-203 0 0,7 0-4142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2:31.4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321 351 10402 0 0,'-2'-24'2826'0'0,"2"10"-1294"0"0,-1 2-897 0 0,-2-14-24 0 0,1 2 1154 0 0,-7-7-116 0 0,8 28-1582 0 0,0 1 1 0 0,0 0-1 0 0,-1 0 0 0 0,1 0 1 0 0,0 1-1 0 0,-1-1 0 0 0,0 0 1 0 0,1 1-1 0 0,-1-1 0 0 0,0 1 1 0 0,0-1-1 0 0,0 1 0 0 0,0 0 1 0 0,0 0-1 0 0,0-1 0 0 0,0 2 1 0 0,-1-1-1 0 0,1 0 0 0 0,0 0 0 0 0,-3 0 1 0 0,-4 0-30 0 0,0 0 0 0 0,0 0 0 0 0,-1 1 0 0 0,1 0 0 0 0,0 1 0 0 0,0 0 0 0 0,0 0 0 0 0,0 1 0 0 0,0 0 0 0 0,0 1 0 0 0,1 0 0 0 0,-1 0 0 0 0,1 1 0 0 0,-1 0 0 0 0,1 1 0 0 0,-11 8 0 0 0,10-8-13 0 0,1 1 0 0 0,0 1 0 0 0,1-1 0 0 0,-1 1 0 0 0,2 1 0 0 0,-1-1 0 0 0,1 1 0 0 0,0 1 0 0 0,0-1 0 0 0,1 1 0 0 0,0 0 0 0 0,1 0 0 0 0,0 0 0 0 0,-6 18 0 0 0,9-23-3 0 0,0 0 0 0 0,1 0 0 0 0,-1 0 0 0 0,1 0 0 0 0,0 0 0 0 0,0 0 0 0 0,0 1 0 0 0,0-1 0 0 0,1 0 0 0 0,-1 0-1 0 0,1 0 1 0 0,0 0 0 0 0,1 0 0 0 0,-1-1 0 0 0,1 1 0 0 0,-1 0 0 0 0,1 0 0 0 0,0-1 0 0 0,1 1 0 0 0,-1-1 0 0 0,0 0 0 0 0,1 0-1 0 0,0 0 1 0 0,0 0 0 0 0,0 0 0 0 0,0 0 0 0 0,0-1 0 0 0,0 1 0 0 0,1-1 0 0 0,-1 0 0 0 0,1 0 0 0 0,0-1 0 0 0,0 1 0 0 0,-1-1 0 0 0,1 1-1 0 0,0-1 1 0 0,0 0 0 0 0,7 0 0 0 0,-2-1-1 0 0,0 0 1 0 0,-1 0-1 0 0,1-1 0 0 0,-1 0 0 0 0,1 0 1 0 0,-1-1-1 0 0,0-1 0 0 0,1 1 0 0 0,-1-1 1 0 0,-1 0-1 0 0,1-1 0 0 0,0 0 0 0 0,-1 0 1 0 0,0-1-1 0 0,1 0 0 0 0,-2 0 0 0 0,1-1 1 0 0,-1 0-1 0 0,0 0 0 0 0,10-13 0 0 0,-7 7 0 0 0,-2 0 0 0 0,1 0 0 0 0,-2-1 0 0 0,0 1 0 0 0,0-2-1 0 0,-1 1 1 0 0,-1-1 0 0 0,0 1 0 0 0,-1-1 0 0 0,-1 0 0 0 0,2-28-1 0 0,-3 9 134 0 0,-3 0 0 0 0,0 0 0 0 0,-2 0 0 0 0,-13-50 0 0 0,16 82 138 0 0,-12 21-211 0 0,11-4-20 0 0,0-1 0 0 0,2 1 0 0 0,-1 0-1 0 0,4 24 1 0 0,15 65 529 0 0,-4-20-43 0 0,-9-46-346 0 0,-2-9-48 0 0,8 34 1 0 0,-7-52-1536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2:42.5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256 313 9946 0 0,'-1'-21'1615'0'0,"5"-33"0"0"0,-1 3 581 0 0,-4 14-687 0 0,0 20-1198 0 0,-1-15 545 0 0,1 18-132 0 0,0 4-57 0 0,1 9-615 0 0,0 1-1 0 0,0-1 1 0 0,-1 0 0 0 0,1 0 0 0 0,0 0-1 0 0,0 0 1 0 0,0 0 0 0 0,-1 0 0 0 0,1 0-1 0 0,0 0 1 0 0,-1 0 0 0 0,1 0 0 0 0,-1 0-1 0 0,1 1 1 0 0,-1-1 0 0 0,1 0 0 0 0,-1 0 0 0 0,0 1-1 0 0,1-1 1 0 0,-1 0 0 0 0,0 1 0 0 0,0-1-1 0 0,1 0 1 0 0,-1 1 0 0 0,0-1 0 0 0,0 1-1 0 0,0 0 1 0 0,-1-1 0 0 0,-1 0-16 0 0,1 1 0 0 0,0 0-1 0 0,0 0 1 0 0,-1 1 0 0 0,1-1 0 0 0,0 0 0 0 0,0 1 0 0 0,0 0 0 0 0,-1-1-1 0 0,1 1 1 0 0,0 0 0 0 0,-2 1 0 0 0,-7 4-12 0 0,0 1 0 0 0,0 0 0 0 0,-13 12 0 0 0,8-5 36 0 0,0 1 0 0 0,1 0 0 0 0,1 1 0 0 0,1 1 0 0 0,-15 21 0 0 0,21-26-28 0 0,1 0 1 0 0,0 0 0 0 0,0 0 0 0 0,1 1-1 0 0,1-1 1 0 0,0 1 0 0 0,1 0-1 0 0,0 0 1 0 0,-1 21 0 0 0,3-32-27 0 0,1-1 0 0 0,0 1 0 0 0,0 0 1 0 0,0 0-1 0 0,0-1 0 0 0,0 1 0 0 0,0 0 0 0 0,1 0 1 0 0,-1-1-1 0 0,1 1 0 0 0,-1 0 0 0 0,1-1 0 0 0,-1 1 1 0 0,1 0-1 0 0,0-1 0 0 0,0 1 0 0 0,0-1 0 0 0,0 1 1 0 0,0-1-1 0 0,0 0 0 0 0,0 1 0 0 0,1-1 0 0 0,-1 0 1 0 0,2 2-1 0 0,-1-2 2 0 0,0-1 0 0 0,0 1 0 0 0,0-1 1 0 0,0 1-1 0 0,1-1 0 0 0,-1 0 0 0 0,0 0 0 0 0,0 0 0 0 0,0 0 1 0 0,0 0-1 0 0,0 0 0 0 0,0-1 0 0 0,0 1 0 0 0,0-1 0 0 0,0 0 1 0 0,0 1-1 0 0,0-1 0 0 0,0 0 0 0 0,0 0 0 0 0,3-2 0 0 0,4-3 3 0 0,-1 0 0 0 0,1 0 0 0 0,-1-1 0 0 0,-1 0 0 0 0,1-1 0 0 0,-1 1 0 0 0,-1-1 0 0 0,1-1 0 0 0,-2 1-1 0 0,1-1 1 0 0,4-10 0 0 0,7-16 12 0 0,19-60-1 0 0,-24 60 5 0 0,-6 19-7 0 0,-3 11 16 0 0,0-1-1 0 0,-1-1 1 0 0,0 1 0 0 0,0 0-1 0 0,-1 0 1 0 0,2-14 0 0 0,-17 43 53 0 0,1 5 41 0 0,-18 51 0 0 0,27-67-102 0 0,1 1 0 0 0,0-1 1 0 0,1 1-1 0 0,0-1 1 0 0,1 1-1 0 0,0-1 0 0 0,2 16 1 0 0,-1-25-23 0 0,0 0 0 0 0,1-1 1 0 0,-1 1-1 0 0,1 0 0 0 0,0 0 1 0 0,-1-1-1 0 0,1 1 1 0 0,1 0-1 0 0,-1-1 0 0 0,0 1 1 0 0,0-1-1 0 0,1 0 0 0 0,-1 1 1 0 0,1-1-1 0 0,0 0 0 0 0,0 0 1 0 0,0 0-1 0 0,0 0 1 0 0,0 0-1 0 0,0-1 0 0 0,1 1 1 0 0,-1-1-1 0 0,0 1 0 0 0,1-1 1 0 0,-1 0-1 0 0,1 0 0 0 0,3 1 1 0 0,-2-1 1 0 0,1 0 1 0 0,-1-1-1 0 0,0 0 1 0 0,1 0-1 0 0,-1 0 1 0 0,0 0-1 0 0,0-1 1 0 0,1 0-1 0 0,-1 0 1 0 0,0 0-1 0 0,0 0 1 0 0,0-1-1 0 0,0 1 1 0 0,0-1-1 0 0,0 0 0 0 0,0 0 1 0 0,3-3-1 0 0,11-8 4 0 0,0 0 0 0 0,-1-1 0 0 0,0-1 0 0 0,-1 0-1 0 0,-1-1 1 0 0,0-1 0 0 0,-1-1 0 0 0,-1 0-1 0 0,-1 0 1 0 0,-1-1 0 0 0,17-38 0 0 0,-27 54-11 0 0,1 0 0 0 0,-1 0 0 0 0,0-1 0 0 0,0 1 0 0 0,0 0 0 0 0,-1-1 0 0 0,1 1 0 0 0,-1-1 1 0 0,0 1-1 0 0,0 0 0 0 0,0-1 0 0 0,0 1 0 0 0,-1-1 0 0 0,1 1 0 0 0,-1 0 0 0 0,0-1 0 0 0,0 1 0 0 0,0 0 0 0 0,0 0 0 0 0,-1-1 1 0 0,1 1-1 0 0,-1 0 0 0 0,0 0 0 0 0,0 1 0 0 0,0-1 0 0 0,0 0 0 0 0,0 1 0 0 0,-1-1 0 0 0,1 1 0 0 0,-1 0 0 0 0,0 0 0 0 0,0 0 1 0 0,1 0-1 0 0,-1 0 0 0 0,-1 1 0 0 0,1-1 0 0 0,0 1 0 0 0,0 0 0 0 0,0 0 0 0 0,-1 0 0 0 0,1 0 0 0 0,0 0 0 0 0,-1 1 0 0 0,1-1 0 0 0,-1 1 1 0 0,1 0-1 0 0,0 0 0 0 0,-1 1 0 0 0,1-1 0 0 0,-1 1 0 0 0,1 0 0 0 0,-4 1 0 0 0,-2 1 0 0 0,1 0 0 0 0,0 1 0 0 0,0 0 0 0 0,0 0 0 0 0,1 1 0 0 0,-1 0 0 0 0,1 0 0 0 0,0 1 0 0 0,1-1 0 0 0,-1 2 0 0 0,-9 11 0 0 0,8-7 3 0 0,-1 0 1 0 0,2 1-1 0 0,-1 0 0 0 0,2 0 0 0 0,-1 1 0 0 0,-7 23 0 0 0,12-30-1 0 0,0 0-1 0 0,1 0 0 0 0,0 0 0 0 0,0 1 0 0 0,0-1 1 0 0,1 0-1 0 0,0 0 0 0 0,0 0 0 0 0,2 11 0 0 0,-1-14 0 0 0,0 0-1 0 0,0 0 1 0 0,0 0 0 0 0,0 0-1 0 0,0 0 1 0 0,1-1-1 0 0,-1 1 1 0 0,1-1-1 0 0,0 1 1 0 0,0-1-1 0 0,0 1 1 0 0,0-1 0 0 0,0 0-1 0 0,1 0 1 0 0,-1 0-1 0 0,1 0 1 0 0,-1-1-1 0 0,1 1 1 0 0,0-1-1 0 0,-1 1 1 0 0,5 0 0 0 0,49 14 36 0 0,-45-14-32 0 0,1 1-1 0 0,-1 0 1 0 0,1 1 0 0 0,-1 0 0 0 0,19 11-1 0 0,-27-14-5 0 0,0 2 0 0 0,0-1 0 0 0,-1 0 0 0 0,1 0 0 0 0,-1 1 0 0 0,0-1 0 0 0,0 1 0 0 0,0 0 0 0 0,0 0-1 0 0,0-1 1 0 0,-1 1 0 0 0,1 0 0 0 0,-1 1 0 0 0,0-1 0 0 0,0 0 0 0 0,0 0 0 0 0,0 0 0 0 0,0 1 0 0 0,-1-1 0 0 0,1 1 0 0 0,-1-1-1 0 0,0 0 1 0 0,0 1 0 0 0,0-1 0 0 0,-2 5 0 0 0,1 1 2 0 0,-2-1-1 0 0,1 1 0 0 0,-1-1 1 0 0,0 0-1 0 0,-1 0 1 0 0,0 0-1 0 0,0 0 0 0 0,0-1 1 0 0,-1 0-1 0 0,-1 0 1 0 0,1 0-1 0 0,-1 0 1 0 0,0-1-1 0 0,0 0 0 0 0,-11 8 1 0 0,-10 6 1 0 0,-1-1 1 0 0,-47 25 0 0 0,60-36-3 0 0,-12 7 14 0 0,-34 13 0 0 0,54-25-12 0 0,0 0-1 0 0,-1-1 0 0 0,1 0 1 0 0,-1 0-1 0 0,0-1 0 0 0,0 0 0 0 0,0 0 1 0 0,1-1-1 0 0,-17-1 0 0 0,24 1-2 0 0,-1 0 0 0 0,1 0 0 0 0,-1-1 0 0 0,0 1 0 0 0,1 0 0 0 0,-1 0 0 0 0,1 0 0 0 0,-1 0 0 0 0,1-1 0 0 0,-1 1 0 0 0,1 0 0 0 0,-1 0 0 0 0,1-1 0 0 0,-1 1 0 0 0,1 0 0 0 0,-1-1 0 0 0,1 1-1 0 0,-1-1 1 0 0,1 1 0 0 0,0 0 0 0 0,-1-1 0 0 0,1 1 0 0 0,0-1 0 0 0,-1 1 0 0 0,1-1 0 0 0,0 1 0 0 0,0-1 0 0 0,0 0 0 0 0,-1 0 0 0 0,1 0 0 0 0,0-1 0 0 0,0 1-1 0 0,0 0 1 0 0,1-1 0 0 0,-1 1 0 0 0,0 0-1 0 0,1-1 1 0 0,-1 1 0 0 0,1 0 0 0 0,-1-1 0 0 0,1 1-1 0 0,1-1 1 0 0,2-4-1 0 0,0 0 0 0 0,0 0 0 0 0,10-9 0 0 0,32-22-9 0 0,2 1 0 0 0,100-58-1 0 0,-114 75 10 0 0,70-40 16 0 0,-50 31-6 0 0,-1-3-1 0 0,49-38 0 0 0,-89 59-3 0 0,-1-1 1 0 0,-1 0-1 0 0,1-1 0 0 0,-2 0 0 0 0,0-1 0 0 0,0 0 1 0 0,8-15-1 0 0,-15 22 0 0 0,-1 1-1 0 0,1 0 1 0 0,-1-1 0 0 0,0 1-1 0 0,-1-1 1 0 0,0 0 0 0 0,1 0 0 0 0,-2 0-1 0 0,1-11 1 0 0,-1 13 0 0 0,-1 0 1 0 0,1 0-1 0 0,-1 0 0 0 0,0-1 1 0 0,0 1-1 0 0,-1 1 1 0 0,1-1-1 0 0,-1 0 0 0 0,0 0 1 0 0,0 0-1 0 0,0 1 0 0 0,-1-1 1 0 0,1 1-1 0 0,-1 0 1 0 0,-4-5-1 0 0,5 6-2 0 0,0 0 0 0 0,0 0 1 0 0,-1 0-1 0 0,1 1 0 0 0,0-1 1 0 0,-1 0-1 0 0,1 1 0 0 0,-1 0 1 0 0,0 0-1 0 0,0-1 0 0 0,1 2 0 0 0,-1-1 1 0 0,0 0-1 0 0,0 0 0 0 0,0 1 1 0 0,0 0-1 0 0,-5-1 0 0 0,4 2 11 0 0,-1 0 0 0 0,1-1-1 0 0,-1 2 1 0 0,1-1 0 0 0,0 0-1 0 0,-1 1 1 0 0,1 0 0 0 0,0 0 0 0 0,0 0-1 0 0,-5 4 1 0 0,-2 3 45 0 0,0 0 0 0 0,1 0-1 0 0,0 1 1 0 0,1 0 0 0 0,0 0 0 0 0,-13 21-1 0 0,19-25-13 0 0,0-1-1 0 0,0 1 1 0 0,0 0-1 0 0,0 0 0 0 0,1 0 1 0 0,0 0-1 0 0,0 0 1 0 0,1 1-1 0 0,0-1 1 0 0,-1 8-1 0 0,2-11-7 0 0,0 1 0 0 0,1-1 0 0 0,-1 1 1 0 0,1-1-1 0 0,-1 1 0 0 0,1-1 0 0 0,0 0 0 0 0,0 1 0 0 0,0-1 0 0 0,1 0 0 0 0,-1 0 1 0 0,1 0-1 0 0,0 0 0 0 0,0 0 0 0 0,0 0 0 0 0,0 0 0 0 0,0-1 0 0 0,1 1 0 0 0,-1-1 1 0 0,4 3-1 0 0,1 1 18 0 0,1-1 1 0 0,0 0 0 0 0,1-1 0 0 0,-1 0 0 0 0,1 0 0 0 0,0-1-1 0 0,0 1 1 0 0,0-2 0 0 0,0 0 0 0 0,0 0 0 0 0,0 0 0 0 0,1-1-1 0 0,-1-1 1 0 0,1 0 0 0 0,-1 0 0 0 0,0 0 0 0 0,15-4 0 0 0,-6 1-339 0 0,-1-1 0 0 0,0-1 1 0 0,21-9-1 0 0,-15 4-2067 0 0,36-21 1 0 0,-40 19-116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2:46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459 119 13019 0 0,'5'-7'1039'0'0,"0"0"0"0"0,0 1-1 0 0,1-1 1 0 0,11-10 0 0 0,-12 12-777 0 0,-3-2-108 0 0,-2-4 18 0 0,2-8 130 0 0,6 5 566 0 0,-8 14-793 0 0,1 0 0 0 0,-1 0 1 0 0,0-1-1 0 0,1 1 0 0 0,-1 0 0 0 0,0-1 0 0 0,1 1 1 0 0,-1 0-1 0 0,0-1 0 0 0,0 1 0 0 0,1-1 0 0 0,-1 1 1 0 0,0 0-1 0 0,0-1 0 0 0,0 1 0 0 0,0-1 0 0 0,0 1 1 0 0,1-1-1 0 0,-1 1 0 0 0,0 0 0 0 0,0-1 1 0 0,0 1-1 0 0,0-1 0 0 0,0 1 0 0 0,0-1 0 0 0,0 1 1 0 0,-1-1-1 0 0,1 1 0 0 0,0 0 0 0 0,0-1 0 0 0,0 1 1 0 0,0-1-1 0 0,-1 1 0 0 0,1 0 0 0 0,0-1 0 0 0,0 1 1 0 0,0-1-1 0 0,-1 1 0 0 0,1 0 0 0 0,0 0 0 0 0,-1-1 1 0 0,1 1-1 0 0,0 0 0 0 0,-1-1 0 0 0,1 1 1 0 0,-1 0-1 0 0,1 0 0 0 0,0 0 0 0 0,-1-1 0 0 0,1 1 1 0 0,-1 0-1 0 0,0 0-56 0 0,0-1 0 0 0,0 1-1 0 0,0 0 1 0 0,0 0 0 0 0,0 0 0 0 0,0 0 0 0 0,0 0 0 0 0,0 0 0 0 0,0 0 0 0 0,0 1 0 0 0,0-1 0 0 0,0 0-1 0 0,0 0 1 0 0,0 1 0 0 0,0-1 0 0 0,1 1 0 0 0,-1-1 0 0 0,0 1 0 0 0,0-1 0 0 0,0 1 0 0 0,1-1 0 0 0,-1 1-1 0 0,0 0 1 0 0,0-1 0 0 0,0 2 0 0 0,-11 18 316 0 0,1 0 0 0 0,-15 37 0 0 0,2-3 121 0 0,-117 249 1607 0 0,27-55-1123 0 0,98-215-962 0 0,5-7-119 0 0,-1 0 0 0 0,-2-1 0 0 0,-1-1 0 0 0,-31 40 0 0 0,10-32-6752 0 0,28-26 3184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2:55.7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88 446 10338 0 0,'14'-4'3357'0'0,"-1"1"-1565"0"0,-9-1-1304 0 0,-4-15-84 0 0,1 16-480 0 0,2 0 1583 0 0,5-2 762 0 0,6-9-1409 0 0,24-20 0 0 0,-23 22-636 0 0,-1 0-1 0 0,-1-1 0 0 0,15-18 1 0 0,-17 16-159 0 0,0 0-1 0 0,-1-1 1 0 0,-1 0 0 0 0,11-29-1 0 0,-16 36-46 0 0,-2 1-1 0 0,1-1 0 0 0,-1 0 0 0 0,-1 1 0 0 0,0-1 0 0 0,0 0 0 0 0,0 0 0 0 0,-1 0 0 0 0,-1 0 0 0 0,0 0 0 0 0,-3-16 0 0 0,3 22-18 0 0,1 0 0 0 0,-2-1 1 0 0,1 1-1 0 0,0 0 0 0 0,-1 0 1 0 0,1-1-1 0 0,-1 1 0 0 0,0 1 0 0 0,0-1 1 0 0,0 0-1 0 0,0 0 0 0 0,-1 1 0 0 0,1-1 1 0 0,-1 1-1 0 0,1 0 0 0 0,-1 0 0 0 0,-4-3 1 0 0,4 4-5 0 0,0 0 0 0 0,0 0 1 0 0,1 0-1 0 0,-1 0 0 0 0,0 0 0 0 0,0 1 1 0 0,0-1-1 0 0,0 1 0 0 0,0 0 1 0 0,0 0-1 0 0,0 0 0 0 0,0 1 1 0 0,0-1-1 0 0,0 1 0 0 0,0-1 0 0 0,0 1 1 0 0,1 0-1 0 0,-1 0 0 0 0,0 0 1 0 0,-4 3-1 0 0,-7 4 37 0 0,1 1 1 0 0,1 0-1 0 0,0 1 0 0 0,0 1 1 0 0,1 0-1 0 0,0 0 0 0 0,0 1 1 0 0,2 0-1 0 0,-12 19 0 0 0,5-5 57 0 0,2 0 0 0 0,0 1 0 0 0,2 0 0 0 0,-9 30 0 0 0,17-40-172 0 0,0 0 0 0 0,0 1 0 0 0,2 0 0 0 0,0-1 0 0 0,2 1 0 0 0,-1 0 0 0 0,2 0 0 0 0,5 30 0 0 0,-4-41-849 0 0,0 0-1 0 0,1 0 0 0 0,-1 0 0 0 0,8 12 1 0 0,-6-14-747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2:56.0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114 260 11610 0 0,'0'-3'499'0'0,"-1"0"-1"0"0,1-1 1 0 0,0 0 0 0 0,-1 1-1 0 0,1-1 1 0 0,1 1-1 0 0,-1-1 1 0 0,1 1-1 0 0,1-7 1392 0 0,-12 11-524 0 0,6 1-1309 0 0,1 0-1 0 0,0 0 1 0 0,0 0-1 0 0,0 0 1 0 0,0 0-1 0 0,0 1 1 0 0,1 0-1 0 0,-1-1 1 0 0,1 1-1 0 0,0 0 1 0 0,-1 0-1 0 0,1 0 1 0 0,1 0-1 0 0,-1 1 1 0 0,0-1-1 0 0,1 0 1 0 0,0 1-1 0 0,-1-1 1 0 0,0 7-1 0 0,1-4-15 0 0,1-1 1 0 0,-1 1-1 0 0,1-1 1 0 0,0 1-1 0 0,0-1 0 0 0,1 1 1 0 0,0-1-1 0 0,0 1 1 0 0,0-1-1 0 0,0 1 1 0 0,1-1-1 0 0,0 0 0 0 0,0 0 1 0 0,1 0-1 0 0,-1 0 1 0 0,1 0-1 0 0,0 0 0 0 0,0-1 1 0 0,1 1-1 0 0,-1-1 1 0 0,1 0-1 0 0,0 0 0 0 0,7 5 1 0 0,-6-5-12 0 0,-1-1 1 0 0,0 0 0 0 0,1 0-1 0 0,0-1 1 0 0,0 1 0 0 0,0-1-1 0 0,0 0 1 0 0,0-1 0 0 0,0 1-1 0 0,0-1 1 0 0,0 0 0 0 0,1 0-1 0 0,-1 0 1 0 0,0-1 0 0 0,1 0-1 0 0,-1 0 1 0 0,0-1 0 0 0,1 1-1 0 0,-1-1 1 0 0,0 0 0 0 0,0 0-1 0 0,1-1 1 0 0,-1 0 0 0 0,8-3-1 0 0,-6 1-6 0 0,-1 0 0 0 0,1-1 0 0 0,-1 0 0 0 0,0 0 0 0 0,0 0 0 0 0,-1 0 0 0 0,1-1 0 0 0,-1 0 0 0 0,-1 0-1 0 0,1-1 1 0 0,-1 1 0 0 0,0-1 0 0 0,0 0 0 0 0,-1 0 0 0 0,3-7 0 0 0,-5 9-17 0 0,1 1-1 0 0,-1 0 1 0 0,0-1 0 0 0,-1 1-1 0 0,1-1 1 0 0,-1 1 0 0 0,0 0-1 0 0,0-1 1 0 0,0 1 0 0 0,0-1-1 0 0,-1 1 1 0 0,0-1 0 0 0,0 1-1 0 0,0 0 1 0 0,0-1 0 0 0,-1 1-1 0 0,0 0 1 0 0,0 0 0 0 0,0 0-1 0 0,0 0 1 0 0,-1 0 0 0 0,1 1-1 0 0,-1-1 1 0 0,0 1 0 0 0,0 0-1 0 0,0-1 1 0 0,-4-2 0 0 0,1 2-5 0 0,0 0 0 0 0,-1 0 0 0 0,1 0 0 0 0,-1 1 1 0 0,0 0-1 0 0,0 1 0 0 0,0-1 0 0 0,0 1 0 0 0,0 0 0 0 0,-1 1 0 0 0,1 0 1 0 0,-1 0-1 0 0,1 1 0 0 0,0-1 0 0 0,-1 2 0 0 0,1-1 0 0 0,-9 2 0 0 0,3 1-11 0 0,0 0 0 0 0,-1 0 0 0 0,2 1 0 0 0,-1 1 0 0 0,0 0 0 0 0,1 1 0 0 0,0 0 0 0 0,-18 13 0 0 0,28-18-61 0 0,0 1-1 0 0,-1 0 0 0 0,1 0 1 0 0,1 0-1 0 0,-1 0 0 0 0,0 0 1 0 0,0 0-1 0 0,1 1 0 0 0,-1-1 1 0 0,1 0-1 0 0,0 1 0 0 0,0 0 1 0 0,-2 4-1 0 0,3-6-75 0 0,-1 1 0 0 0,1-1-1 0 0,0 0 1 0 0,0 1 0 0 0,0-1 0 0 0,0 1-1 0 0,0-1 1 0 0,0 0 0 0 0,0 1 0 0 0,0-1-1 0 0,1 0 1 0 0,-1 1 0 0 0,0-1 0 0 0,1 0-1 0 0,-1 1 1 0 0,1-1 0 0 0,0 0 0 0 0,-1 0-1 0 0,1 0 1 0 0,0 1 0 0 0,0-1 0 0 0,0 0-1 0 0,-1 0 1 0 0,1 0 0 0 0,0 0 0 0 0,1 0-1 0 0,-1-1 1 0 0,1 2 0 0 0,8 3-1751 0 0</inkml:trace>
  <inkml:trace contextRef="#ctx0" brushRef="#br0" timeOffset="1">389 194 12211 0 0,'1'0'97'0'0,"-1"-1"0"0"0,0 1 0 0 0,0 0 0 0 0,0 0 1 0 0,0-1-1 0 0,0 1 0 0 0,-1 0 0 0 0,1-1 0 0 0,0 1 0 0 0,0 0 1 0 0,0 0-1 0 0,0 0 0 0 0,0-1 0 0 0,0 1 0 0 0,0 0 1 0 0,0 0-1 0 0,0-1 0 0 0,-1 1 0 0 0,1 0 0 0 0,0 0 1 0 0,0 0-1 0 0,0-1 0 0 0,-1 1 0 0 0,1 0 0 0 0,0 0 0 0 0,0 0 1 0 0,0 0-1 0 0,-1 0 0 0 0,1-1 0 0 0,0 1 0 0 0,0 0 1 0 0,-1 0-1 0 0,1 0 0 0 0,0 0 0 0 0,0 0 0 0 0,-1 0 1 0 0,1 0-1 0 0,0 0 0 0 0,0 0 0 0 0,-1 0 0 0 0,1 0 0 0 0,0 0 1 0 0,0 0-1 0 0,-1 0 0 0 0,1 0 0 0 0,0 0 0 0 0,0 0 1 0 0,-1 0-1 0 0,1 0 0 0 0,0 1 0 0 0,0-1 0 0 0,0 0 1 0 0,-1 0-1 0 0,1 0 0 0 0,0 0 0 0 0,0 0 0 0 0,0 1 0 0 0,-1-1 1 0 0,1 0-1 0 0,0 0 0 0 0,0 0 0 0 0,0 1 0 0 0,0-1 1 0 0,-1 0-1 0 0,1 0 0 0 0,0 0 0 0 0,0 1 0 0 0,0-1 1 0 0,-2 2-564 0 0,0 1 547 0 0,0-1 1 0 0,1 0 0 0 0,-1 1-1 0 0,1-1 1 0 0,-1 1 0 0 0,1 0-1 0 0,0-1 1 0 0,0 1 0 0 0,0 0-1 0 0,0 0 1 0 0,1 0 0 0 0,-1 3-1 0 0,-1 37 477 0 0,2-36-486 0 0,-1 0-24 0 0,1 1 0 0 0,1 0 1 0 0,-1-1-1 0 0,1 1 1 0 0,1-1-1 0 0,-1 1 1 0 0,1-1-1 0 0,0 1 0 0 0,1-1 1 0 0,0 0-1 0 0,0 0 1 0 0,8 12-1 0 0,-11-19-42 0 0,0 1 0 0 0,0-1 0 0 0,1 0 1 0 0,-1 0-1 0 0,0 1 0 0 0,0-1 0 0 0,1 0 0 0 0,-1 1 0 0 0,0-1 0 0 0,1 0 0 0 0,-1 0 1 0 0,0 1-1 0 0,0-1 0 0 0,1 0 0 0 0,-1 0 0 0 0,1 0 0 0 0,-1 0 0 0 0,0 1 0 0 0,1-1 0 0 0,-1 0 1 0 0,0 0-1 0 0,1 0 0 0 0,-1 0 0 0 0,1 0 0 0 0,-1 0 0 0 0,0 0 0 0 0,1 0 0 0 0,-1 0 1 0 0,0 0-1 0 0,1 0 0 0 0,-1 0 0 0 0,1 0 0 0 0,-1 0 0 0 0,0-1 0 0 0,1 1 0 0 0,-1 0 1 0 0,0 0-1 0 0,1 0 0 0 0,-1-1 0 0 0,0 1 0 0 0,1 0 0 0 0,-1 0 0 0 0,0-1 0 0 0,1 1 0 0 0,-1 0 1 0 0,0 0-1 0 0,0-1 0 0 0,0 1 0 0 0,1 0 0 0 0,-1-1 0 0 0,0 1 0 0 0,0 0 0 0 0,0-1 1 0 0,0 1-1 0 0,1-1 0 0 0,-1 1 0 0 0,0 0 0 0 0,0-1 0 0 0,0 1 0 0 0,0-1 0 0 0,5-25 55 0 0,-10-34-16 0 0,2 42-31 0 0,1-1 1 0 0,1-33 0 0 0,2 48-12 0 0,-1-1 0 0 0,1 0 0 0 0,0 1 0 0 0,0-1 0 0 0,0 1 0 0 0,0-1 0 0 0,1 1 0 0 0,0 0 0 0 0,0-1 0 0 0,0 1 0 0 0,0 0 0 0 0,1 0 0 0 0,0 1 0 0 0,0-1 0 0 0,6-6 0 0 0,-7 9 0 0 0,-1-1 0 0 0,1 1 0 0 0,0 0 1 0 0,0 0-1 0 0,0 0 0 0 0,0 0 0 0 0,0 0 0 0 0,0 0 0 0 0,0 1 1 0 0,0-1-1 0 0,0 1 0 0 0,0 0 0 0 0,0-1 0 0 0,1 1 0 0 0,-1 0 1 0 0,0 0-1 0 0,0 0 0 0 0,0 0 0 0 0,0 1 0 0 0,1-1 0 0 0,-1 1 1 0 0,0-1-1 0 0,0 1 0 0 0,0 0 0 0 0,0 0 0 0 0,0-1 0 0 0,3 3 1 0 0,0 0 2 0 0,0 0 1 0 0,-1 1 0 0 0,1-1 0 0 0,-1 1 0 0 0,1 0 0 0 0,-1 0 0 0 0,0 1 0 0 0,-1-1-1 0 0,5 6 1 0 0,-3 0 5 0 0,0 0-1 0 0,0 1 0 0 0,-1 0 0 0 0,5 20 1 0 0,-6-20-3 0 0,1 1 1 0 0,0-1 0 0 0,0 0 0 0 0,8 14 0 0 0,-10-23-6 0 0,0 1 0 0 0,0 0 0 0 0,0 0 0 0 0,0-1 0 0 0,1 0 0 0 0,-1 1 0 0 0,1-1 1 0 0,-1 0-1 0 0,1 0 0 0 0,0 0 0 0 0,0 0 0 0 0,0-1 0 0 0,5 3 0 0 0,-5-3 4 0 0,-1-1 0 0 0,0 1 0 0 0,0-1-1 0 0,0 1 1 0 0,1-1 0 0 0,-1 0 0 0 0,0 0 0 0 0,1 0-1 0 0,-1 0 1 0 0,0-1 0 0 0,0 1 0 0 0,1-1 0 0 0,-1 1-1 0 0,0-1 1 0 0,0 0 0 0 0,0 1 0 0 0,0-1 0 0 0,0 0-1 0 0,0-1 1 0 0,4-1 0 0 0,18-16 73 0 0,36-35 0 0 0,-52 45-71 0 0,1-1 0 0 0,-1 0 1 0 0,-1 0-1 0 0,1-1 1 0 0,-2 1-1 0 0,9-20 1 0 0,-14 28-10 0 0,0 0 1 0 0,0 1-1 0 0,0-1 0 0 0,-1 0 1 0 0,1 1-1 0 0,-1-1 1 0 0,0 0-1 0 0,1 0 1 0 0,-1 0-1 0 0,0 1 0 0 0,0-1 1 0 0,0 0-1 0 0,0 0 1 0 0,0 0-1 0 0,-1 0 1 0 0,1 1-1 0 0,0-1 0 0 0,-1 0 1 0 0,1 0-1 0 0,-1 1 1 0 0,-1-3-1 0 0,1 3 2 0 0,0 0 1 0 0,0 0-1 0 0,-1-1 0 0 0,1 1 1 0 0,0 0-1 0 0,-1 1 0 0 0,1-1 1 0 0,-1 0-1 0 0,1 0 0 0 0,-1 0 0 0 0,0 1 1 0 0,1-1-1 0 0,-1 1 0 0 0,0 0 1 0 0,1-1-1 0 0,-1 1 0 0 0,-3 0 1 0 0,-2 0 23 0 0,0 0-1 0 0,0 0 1 0 0,-1 1 0 0 0,1 1 0 0 0,1-1 0 0 0,-1 1 0 0 0,0 0 0 0 0,0 0 0 0 0,-9 5 0 0 0,8-2 21 0 0,-1 0 1 0 0,1 0-1 0 0,1 1 1 0 0,-1 0-1 0 0,1 0 1 0 0,0 1-1 0 0,0 0 1 0 0,-6 9-1 0 0,10-12-33 0 0,0 0 0 0 0,1 0 0 0 0,0 1 0 0 0,0-1 0 0 0,0 0 0 0 0,0 1 0 0 0,1-1 0 0 0,0 1 0 0 0,0 0 0 0 0,0-1 0 0 0,0 1-1 0 0,1 0 1 0 0,0-1 0 0 0,0 1 0 0 0,0 0 0 0 0,0 0 0 0 0,1-1 0 0 0,1 9 0 0 0,10 25 94 0 0,26 56 1 0 0,-21-56-27 0 0,14 51 0 0 0,-25-67-47 0 0,-1 0 0 0 0,-1 0 0 0 0,-1 0 0 0 0,0 0 0 0 0,-3 45 0 0 0,0-63-25 0 0,-1 0 0 0 0,1 1 0 0 0,-1-1 0 0 0,0 0 0 0 0,0 0-1 0 0,-1 0 1 0 0,1 0 0 0 0,-1 0 0 0 0,0 0 0 0 0,0-1 0 0 0,0 1-1 0 0,-1-1 1 0 0,1 1 0 0 0,-1-1 0 0 0,-5 6 0 0 0,3-6-8 0 0,0 1 0 0 0,0-1 1 0 0,0 0-1 0 0,0 0 1 0 0,-1 0-1 0 0,1 0 0 0 0,-1-1 1 0 0,1 0-1 0 0,-1-1 1 0 0,-8 3-1 0 0,4-3-31 0 0,1 0 1 0 0,0 0 0 0 0,-1-1-1 0 0,0 0 1 0 0,1 0-1 0 0,-1-1 1 0 0,1 0-1 0 0,0-1 1 0 0,-1 0-1 0 0,1-1 1 0 0,0 0-1 0 0,0 0 1 0 0,0-1-1 0 0,-9-5 1 0 0,15 7-77 0 0,-1 0 0 0 0,1 0 0 0 0,-1-1 0 0 0,1 1 0 0 0,0-1 0 0 0,0 0-1 0 0,0 0 1 0 0,0 0 0 0 0,0 0 0 0 0,1-1 0 0 0,0 1 0 0 0,-1-1 0 0 0,1 1 0 0 0,1-1 0 0 0,-1 0 0 0 0,0 0 0 0 0,1 0 0 0 0,0 0-1 0 0,0 0 1 0 0,0 0 0 0 0,0 0 0 0 0,1 0 0 0 0,-1 0 0 0 0,1-1 0 0 0,0 1 0 0 0,1 0 0 0 0,-1 0 0 0 0,1 0 0 0 0,-1 0 0 0 0,1 0 0 0 0,0 0-1 0 0,1 0 1 0 0,-1 0 0 0 0,4-6 0 0 0,1-2-405 0 0,1 1 1 0 0,0 0-1 0 0,0 1 0 0 0,1-1 0 0 0,1 1 0 0 0,-1 1 0 0 0,2 0 1 0 0,-1 0-1 0 0,21-14 0 0 0,15-4 580 0 0,1 2 1 0 0,2 2-1 0 0,50-17 1 0 0,63-31 3621 0 0,-150 66-3392 0 0,-1-1 0 0 0,0 0 0 0 0,0-1-1 0 0,0 0 1 0 0,-1-1 0 0 0,0 0-1 0 0,9-10 1 0 0,-16 15-215 0 0,1-1-1 0 0,0 1 0 0 0,-1-1 1 0 0,0 0-1 0 0,0 0 1 0 0,0 0-1 0 0,0 0 0 0 0,0 0 1 0 0,-1 0-1 0 0,0-1 1 0 0,0 1-1 0 0,0 0 0 0 0,0-1 1 0 0,-1 1-1 0 0,0-1 1 0 0,0 1-1 0 0,0-1 1 0 0,0 1-1 0 0,-1 0 0 0 0,1-1 1 0 0,-1 1-1 0 0,-2-6 1 0 0,2 8-69 0 0,1 0 0 0 0,-1 0 0 0 0,0 0 0 0 0,1 1 0 0 0,-1-1 0 0 0,0 0 1 0 0,0 0-1 0 0,0 1 0 0 0,-1-1 0 0 0,1 0 0 0 0,0 1 0 0 0,-1-1 0 0 0,1 1 1 0 0,-1 0-1 0 0,1-1 0 0 0,-1 1 0 0 0,0 0 0 0 0,1 0 0 0 0,-1 0 0 0 0,0 0 0 0 0,0 0 1 0 0,0 1-1 0 0,1-1 0 0 0,-1 0 0 0 0,0 1 0 0 0,0-1 0 0 0,0 1 0 0 0,0 0 1 0 0,0 0-1 0 0,0 0 0 0 0,0 0 0 0 0,0 0 0 0 0,0 0 0 0 0,0 0 0 0 0,0 1 1 0 0,0-1-1 0 0,0 1 0 0 0,0-1 0 0 0,-3 2 0 0 0,-1 1 7 0 0,0-1 0 0 0,0 1 0 0 0,1 1 1 0 0,-1-1-1 0 0,1 1 0 0 0,0-1 0 0 0,0 2 0 0 0,0-1 0 0 0,0 0 0 0 0,1 1 0 0 0,-5 6 0 0 0,7-7 10 0 0,0 1 0 0 0,0-1-1 0 0,0 1 1 0 0,0 0 0 0 0,1 0-1 0 0,0 0 1 0 0,0 0 0 0 0,0 0-1 0 0,1 0 1 0 0,0 0 0 0 0,0 0-1 0 0,0 0 1 0 0,0 0 0 0 0,1 0-1 0 0,0 0 1 0 0,0 0 0 0 0,0 0-1 0 0,1-1 1 0 0,-1 1 0 0 0,1 0-1 0 0,0-1 1 0 0,4 6 0 0 0,-4-6-138 0 0,0 0 0 0 0,1-1 0 0 0,-1 1 0 0 0,1-1 0 0 0,0 0 0 0 0,0 1 0 0 0,0-1 0 0 0,0 0 0 0 0,1-1 0 0 0,-1 1 0 0 0,7 3 0 0 0,-7-5-229 0 0,0 0-1 0 0,0 0 1 0 0,-1 0 0 0 0,1 0 0 0 0,0 0-1 0 0,0-1 1 0 0,0 1 0 0 0,0-1 0 0 0,0 0-1 0 0,0 0 1 0 0,0 0 0 0 0,0 0 0 0 0,0-1-1 0 0,0 1 1 0 0,0-1 0 0 0,0 0 0 0 0,6-2-1 0 0,-2 0-1973 0 0</inkml:trace>
  <inkml:trace contextRef="#ctx0" brushRef="#br0" timeOffset="2">1143 177 15147 0 0,'0'0'2900'0'0,"1"2"-2592"0"0,7 16 312 0 0,-2 0 1 0 0,9 36 0 0 0,-9-31-331 0 0,14 39 1 0 0,-16-52-214 0 0,10 22 80 0 0,-13-31-153 0 0,-1 0 0 0 0,1 0 0 0 0,-1 0 0 0 0,1 0 0 0 0,0-1 0 0 0,-1 1 0 0 0,1 0 0 0 0,0 0 0 0 0,0-1 0 0 0,-1 1 0 0 0,1 0 0 0 0,0-1 0 0 0,0 1 0 0 0,0-1 0 0 0,0 1 0 0 0,0-1 0 0 0,0 1 0 0 0,0-1 0 0 0,0 0 0 0 0,0 1 0 0 0,0-1 0 0 0,0 0 0 0 0,0 0 0 0 0,0 0 0 0 0,0 0 0 0 0,2 0 1 0 0,-2 0-11 0 0,0-1 1 0 0,0 0-1 0 0,-1 1 1 0 0,1-1-1 0 0,0 0 1 0 0,0 1-1 0 0,0-1 1 0 0,0 0 0 0 0,-1 0-1 0 0,1 0 1 0 0,0 0-1 0 0,-1 0 1 0 0,1 0-1 0 0,-1 0 1 0 0,1 0-1 0 0,-1 0 1 0 0,1 0 0 0 0,-1 0-1 0 0,1-2 1 0 0,6-27-116 0 0,-5 21 93 0 0,6-38-48 0 0,-4 24 67 0 0,8-32 1 0 0,-10 50 23 0 0,0-1 1 0 0,0 1-1 0 0,1-1 1 0 0,-1 1-1 0 0,1 0 1 0 0,0 0-1 0 0,1 0 1 0 0,-1 0-1 0 0,1 1 1 0 0,7-8-1 0 0,-10 12 5 0 0,0-1-1 0 0,0 0 0 0 0,0 1 1 0 0,1-1-1 0 0,-1 1 0 0 0,0-1 1 0 0,0 1-1 0 0,1 0 0 0 0,-1-1 0 0 0,0 1 1 0 0,1 0-1 0 0,-1 0 0 0 0,0 0 1 0 0,1 0-1 0 0,-1 0 0 0 0,0 0 1 0 0,1 1-1 0 0,-1-1 0 0 0,0 0 0 0 0,1 1 1 0 0,-1-1-1 0 0,0 0 0 0 0,0 1 1 0 0,0 0-1 0 0,1-1 0 0 0,-1 1 0 0 0,0 0 1 0 0,0 0-1 0 0,0-1 0 0 0,0 1 1 0 0,0 0-1 0 0,0 0 0 0 0,0 0 1 0 0,0 0-1 0 0,0 2 0 0 0,4 2 91 0 0,-1 0 0 0 0,0 1 0 0 0,0-1-1 0 0,0 1 1 0 0,3 8 0 0 0,25 74 566 0 0,-16-41-642 0 0,3-7-1755 0 0</inkml:trace>
  <inkml:trace contextRef="#ctx0" brushRef="#br0" timeOffset="3">1491 42 15235 0 0,'-18'-8'1080'0'0,"3"3"-503"0"0,5 0-449 0 0,0 0 1320 0 0,-2 0-1152 0 0,6 3-120 0 0,-1 0 0 0 0,2 1-8 0 0,2-1-144 0 0,1 2-280 0 0,9-7-3617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2:56.4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67 1 12563 0 0,'-1'0'203'0'0,"-1"0"1"0"0,0 0 0 0 0,1 1 0 0 0,-1-1 0 0 0,1 1-1 0 0,-1-1 1 0 0,1 1 0 0 0,-1 0 0 0 0,1 0-1 0 0,-1-1 1 0 0,1 1 0 0 0,0 0 0 0 0,-1 0-1 0 0,1 0 1 0 0,0 1 0 0 0,0-1 0 0 0,0 0 0 0 0,0 0-1 0 0,0 1 1 0 0,0-1 0 0 0,0 0 0 0 0,0 1-1 0 0,0-1 1 0 0,1 1 0 0 0,-1-1 0 0 0,0 4-1 0 0,-3 6 116 0 0,2-1 0 0 0,-1 1-1 0 0,0 12 1 0 0,-1-4 324 0 0,-3 19-52 0 0,2 0 0 0 0,1 0 0 0 0,2 59 1 0 0,6-35-291 0 0,16 86 1 0 0,0-37-439 0 0,-18-126-507 0 0,1 1 0 0 0,8-20 0 0 0,1-10 507 0 0,-4 10 79 0 0,-4 13-1 0 0,11-30 1 0 0,-14 46 37 0 0,2-1 0 0 0,-1 1-1 0 0,1 0 1 0 0,0 0 0 0 0,0 0 0 0 0,0 0 0 0 0,0 0 0 0 0,1 1 0 0 0,0-1-1 0 0,5-4 1 0 0,-8 8 11 0 0,0 0 0 0 0,1 0 0 0 0,-1 0-1 0 0,0 0 1 0 0,0 0 0 0 0,1 1 0 0 0,-1-1 0 0 0,0 0-1 0 0,1 1 1 0 0,-1-1 0 0 0,1 1 0 0 0,-1-1 0 0 0,1 1-1 0 0,-1 0 1 0 0,1-1 0 0 0,0 1 0 0 0,-1 0-1 0 0,1 0 1 0 0,1 0 0 0 0,-2 1 10 0 0,0-1 0 0 0,0 1 0 0 0,1-1 0 0 0,-1 1-1 0 0,0 0 1 0 0,0-1 0 0 0,0 1 0 0 0,0 0 0 0 0,0 0 0 0 0,0 0 0 0 0,0 0 0 0 0,-1 0 0 0 0,1 0-1 0 0,0 0 1 0 0,0 0 0 0 0,-1 0 0 0 0,1 0 0 0 0,0 2 0 0 0,3 7 53 0 0,-1 0-1 0 0,-1-1 1 0 0,1 2-1 0 0,0 17 1 0 0,0-11 20 0 0,-3-13-52 0 0,1 0 0 0 0,0 1 0 0 0,1-1 0 0 0,-1 1 1 0 0,1-1-1 0 0,-1 0 0 0 0,1 0 0 0 0,1 0 0 0 0,-1 0 0 0 0,1 0 1 0 0,-1-1-1 0 0,1 1 0 0 0,0-1 0 0 0,0 1 0 0 0,0-1 0 0 0,8 5 1 0 0,-8-6-11 0 0,0 0 0 0 0,0-1 0 0 0,0 0 0 0 0,1 1 0 0 0,-1-1 0 0 0,0-1 0 0 0,1 1 0 0 0,-1 0 0 0 0,1-1 0 0 0,-1 0 0 0 0,1 1 0 0 0,-1-1 0 0 0,1-1 0 0 0,-1 1 0 0 0,1 0 0 0 0,-1-1 0 0 0,0 0 0 0 0,1 0 0 0 0,-1 0 0 0 0,0 0 0 0 0,1-1 0 0 0,3-2 0 0 0,0 1 0 0 0,0-2 1 0 0,-1 1-1 0 0,0-1 0 0 0,0 0 0 0 0,0 0 1 0 0,-1 0-1 0 0,1-1 0 0 0,-1 0 0 0 0,-1 0 1 0 0,9-13-1 0 0,-5 3 43 0 0,0 0 1 0 0,0-1-1 0 0,7-26 1 0 0,-13 12 297 0 0,-2 30-43 0 0,-2 3-186 0 0,-1 1-78 0 0,1 0 0 0 0,-1 0 0 0 0,1 0 0 0 0,0 0 0 0 0,0 1 1 0 0,0-1-1 0 0,0 1 0 0 0,1-1 0 0 0,0 1 0 0 0,-1 0 0 0 0,1-1 0 0 0,0 1 0 0 0,0 5 1 0 0,-7 58 532 0 0,8-62-533 0 0,4 255 1678 0 0,2-35-834 0 0,-7-192-816 0 0,-2 1 1 0 0,-1-1-1 0 0,-2 0 0 0 0,-15 51 0 0 0,17-74-43 0 0,1-1 1 0 0,-1 0-1 0 0,-1 0 1 0 0,0 0 0 0 0,0 0-1 0 0,0-1 1 0 0,-1 0-1 0 0,-1 0 1 0 0,1 0 0 0 0,-1-1-1 0 0,-1 0 1 0 0,-14 11 0 0 0,17-14-21 0 0,0-1 1 0 0,0 0-1 0 0,-1-1 1 0 0,0 1-1 0 0,1-1 1 0 0,-1 0-1 0 0,0 0 1 0 0,0-1-1 0 0,0 0 1 0 0,0 0-1 0 0,0 0 1 0 0,-1-1-1 0 0,1 0 1 0 0,0 0-1 0 0,0 0 1 0 0,0-1-1 0 0,0 0 1 0 0,0 0 0 0 0,0-1-1 0 0,0 1 1 0 0,-11-6-1 0 0,5 1-459 0 0,-1-1 0 0 0,1 0 0 0 0,0-1 0 0 0,1 0 0 0 0,0-1 0 0 0,1-1 0 0 0,-1 1 0 0 0,2-2 0 0 0,-11-12 0 0 0,8 6-1836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3:02.7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192 501 11146 0 0,'-4'-11'461'0'0,"-7"-21"2194"0"0,3 5-1223 0 0,6 22-1388 0 0,-9-22 429 0 0,1 16-3 0 0,2 5-15 0 0,5 4-362 0 0,-1 0 0 0 0,1 0 1 0 0,0 0-1 0 0,-1 1 1 0 0,1 0-1 0 0,-1 0 0 0 0,0 0 1 0 0,1 0-1 0 0,-1 0 0 0 0,0 1 1 0 0,1-1-1 0 0,-6 1 0 0 0,7 0-47 0 0,-1 1-1 0 0,0 0 1 0 0,1-1-1 0 0,-1 1 0 0 0,1 0 1 0 0,-1 0-1 0 0,1 0 1 0 0,-1 1-1 0 0,1-1 0 0 0,0 0 1 0 0,0 1-1 0 0,-1 0 1 0 0,1-1-1 0 0,0 1 0 0 0,1 0 1 0 0,-1 0-1 0 0,0 0 1 0 0,-2 4-1 0 0,-2 3 91 0 0,1 0 0 0 0,0 0 1 0 0,0 0-1 0 0,1 1 0 0 0,1 0 0 0 0,-1 0 0 0 0,2 0 0 0 0,-1 0 1 0 0,1 0-1 0 0,1 0 0 0 0,0 1 0 0 0,0-1 0 0 0,1 0 0 0 0,1 1 1 0 0,-1-1-1 0 0,2 0 0 0 0,-1 1 0 0 0,7 17 0 0 0,-8-27 166 0 0,15-6 9 0 0,-13 4-296 0 0,0 1 0 0 0,-1-1-1 0 0,1 1 1 0 0,0-1-1 0 0,0 0 1 0 0,-1 0 0 0 0,1 0-1 0 0,-1 0 1 0 0,1 0-1 0 0,-1 0 1 0 0,1 0 0 0 0,-1 0-1 0 0,3-4 1 0 0,13-13 68 0 0,-1 0 0 0 0,-1-2 0 0 0,-1 0 0 0 0,-1 0 0 0 0,-1-1 0 0 0,0-1-1 0 0,-2 0 1 0 0,0-1 0 0 0,6-25 0 0 0,-1-1 260 0 0,-7 26-123 0 0,-1-1 0 0 0,-2 0 1 0 0,0 0-1 0 0,3-47 1 0 0,-1-64 348 0 0,-7 206-48 0 0,4 1-1 0 0,22 121 1 0 0,18-23 386 0 0,-20-82-603 0 0,-22-80-411 0 0,0-1-48 0 0,-1 0 0 0 0,1 0 0 0 0,1 0 0 0 0,-1 0 1 0 0,1 0-1 0 0,0-1 0 0 0,0 1 0 0 0,1-1 1 0 0,0 0-1 0 0,5 6 0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3:29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287 314 7986 0 0,'-22'-62'1996'0'0,"10"26"-266"0"0,2 8-263 0 0,8 21-1300 0 0,-13-32 1257 0 0,7 22-26 0 0,1 7-56 0 0,7 9-1287 0 0,0 0-1 0 0,0 1 1 0 0,0-1-1 0 0,-1 1 0 0 0,1-1 1 0 0,0 1-1 0 0,-1-1 1 0 0,1 1-1 0 0,0-1 1 0 0,-1 1-1 0 0,1 0 0 0 0,0-1 1 0 0,-1 1-1 0 0,1 0 1 0 0,-1-1-1 0 0,1 1 0 0 0,-1 0 1 0 0,1-1-1 0 0,-1 1 1 0 0,1 0-1 0 0,-1 0 0 0 0,1-1 1 0 0,-1 1-1 0 0,0 0 1 0 0,1 0-1 0 0,-1 0 1 0 0,1 0-1 0 0,-1 0 0 0 0,1 0 1 0 0,-1 0-1 0 0,0 0 1 0 0,0 1-4 0 0,0-1 1 0 0,0 1 0 0 0,0 0 0 0 0,0 0 0 0 0,0 0 0 0 0,0 0 0 0 0,1-1-1 0 0,-1 1 1 0 0,0 0 0 0 0,1 0 0 0 0,-1 0 0 0 0,1 1 0 0 0,-1-1 0 0 0,0 1-1 0 0,-10 40 488 0 0,11-41-509 0 0,-6 46 450 0 0,3 0 1 0 0,1 0-1 0 0,10 90 1 0 0,-1 24 39 0 0,-7-134-451 0 0,-2 0 0 0 0,0-1 1 0 0,-14 52-1 0 0,16-76-65 0 0,-15 42 82 0 0,14-41-70 0 0,0 0 0 0 0,0-1 0 0 0,0 1 0 0 0,0-1 1 0 0,-1 1-1 0 0,1-1 0 0 0,-1 1 0 0 0,0-1 0 0 0,0 0 0 0 0,0 0 1 0 0,0 0-1 0 0,0 0 0 0 0,-4 3 0 0 0,5-5-8 0 0,0 0 0 0 0,0 0 0 0 0,0 0 0 0 0,0 0 0 0 0,1 0 0 0 0,-1 0 0 0 0,0 0 0 0 0,0 0 0 0 0,0 0 0 0 0,0 0 0 0 0,0 0 0 0 0,0-1 0 0 0,0 1 0 0 0,0 0 0 0 0,1-1 0 0 0,-1 1 0 0 0,0 0 0 0 0,0-1 0 0 0,0 1-1 0 0,1-1 1 0 0,-1 0 0 0 0,0 1 0 0 0,1-1 0 0 0,-1 1 0 0 0,0-1 0 0 0,1 0 0 0 0,-1 0 0 0 0,1 1 0 0 0,-1-1 0 0 0,1 0 0 0 0,-1 0 0 0 0,1 0 0 0 0,-1 0 0 0 0,-13-33 100 0 0,13 30-100 0 0,-17-50 20 0 0,3-1 0 0 0,2 0 0 0 0,2-1 0 0 0,3 0 0 0 0,-2-99 0 0 0,11 138-27 0 0,0 0 0 0 0,1 0 0 0 0,1 0 0 0 0,1 0 0 0 0,8-26 0 0 0,-9 35-4 0 0,0 1 1 0 0,1-1-1 0 0,0 1 1 0 0,0-1-1 0 0,0 1 1 0 0,1 0-1 0 0,0 1 1 0 0,0-1-1 0 0,1 1 1 0 0,0 0-1 0 0,0 0 1 0 0,0 1-1 0 0,11-7 0 0 0,24-12 16 0 0,1 3 0 0 0,85-31 0 0 0,-101 44-7 0 0,-1 1-1 0 0,1 1 1 0 0,1 1 0 0 0,-1 1 0 0 0,0 2-1 0 0,46 1 1 0 0,-69 1 4 0 0,1 1 0 0 0,-1-1 0 0 0,1 1-1 0 0,-1 0 1 0 0,0 0 0 0 0,1 0 0 0 0,-1 0 0 0 0,0 1-1 0 0,0-1 1 0 0,0 1 0 0 0,0 0 0 0 0,0 0 0 0 0,0 0-1 0 0,-1 0 1 0 0,1 0 0 0 0,-1 1 0 0 0,1-1 0 0 0,-1 1-1 0 0,0 0 1 0 0,0-1 0 0 0,0 1 0 0 0,0 0 0 0 0,0 0-1 0 0,-1 0 1 0 0,0 1 0 0 0,1-1 0 0 0,-1 0 0 0 0,1 5-1 0 0,2 10 77 0 0,-1-1-1 0 0,-1 1 1 0 0,-1 0-1 0 0,0 24 1 0 0,-1-14-28 0 0,1 170 816 0 0,-2-78-385 0 0,23 190 1 0 0,-19-292-533 0 0,9 31 0 0 0,-10-42-317 0 0,1-1-1 0 0,-1 0 0 0 0,1 0 1 0 0,0 0-1 0 0,0 0 1 0 0,1-1-1 0 0,0 1 1 0 0,5 6-1 0 0,0-4-1147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3:32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103 158 11747 0 0,'0'0'125'0'0,"-1"0"0"0"0,1-1 0 0 0,0 1 0 0 0,0 0 0 0 0,0 0 0 0 0,0-1 0 0 0,0 1 0 0 0,0 0 1 0 0,-1 0-1 0 0,1 0 0 0 0,0-1 0 0 0,0 1 0 0 0,0 0 0 0 0,0 0 0 0 0,-1 0 0 0 0,1 0 0 0 0,0 0 1 0 0,0-1-1 0 0,0 1 0 0 0,-1 0 0 0 0,1 0 0 0 0,0 0 0 0 0,0 0 0 0 0,-1 0 0 0 0,1 0 0 0 0,0 0 1 0 0,0 0-1 0 0,-1 0 0 0 0,1 0 0 0 0,0 0 0 0 0,0 0 0 0 0,-1 0 0 0 0,1 0 0 0 0,0 0 0 0 0,0 0 1 0 0,-1 0-1 0 0,1 0 0 0 0,0 0 0 0 0,0 0 0 0 0,-1 0 0 0 0,1 0 0 0 0,0 1 0 0 0,0-1 0 0 0,0 0 1 0 0,-1 0-1 0 0,1 0 0 0 0,0 0 0 0 0,0 0 0 0 0,0 1 0 0 0,0-1 0 0 0,-1 0 0 0 0,0 19 1340 0 0,9 26-954 0 0,17 64 645 0 0,-23-93-1097 0 0,0 0-1 0 0,-1-1 0 0 0,-1 1 0 0 0,-1 0 0 0 0,-2 17 0 0 0,3-31-54 0 0,0-1 1 0 0,0 0-1 0 0,0 0 1 0 0,0 1-1 0 0,-1-1 1 0 0,1 0-1 0 0,0 0 1 0 0,-1 0 0 0 0,1 0-1 0 0,-1 0 1 0 0,1 1-1 0 0,-1-1 1 0 0,0 0-1 0 0,1 0 1 0 0,-2 1-1 0 0,1-2 0 0 0,1 0 0 0 0,0 0 0 0 0,-1 0 0 0 0,1 0 0 0 0,-1 0 0 0 0,1 0 0 0 0,0 0-1 0 0,-1 0 1 0 0,1-1 0 0 0,0 1 0 0 0,-1 0 0 0 0,1 0 0 0 0,0 0 0 0 0,-1 0 0 0 0,1-1 0 0 0,0 1 0 0 0,-1 0-1 0 0,1 0 1 0 0,0-1 0 0 0,0 1 0 0 0,-1 0 0 0 0,1-1 0 0 0,0 1 0 0 0,0 0 0 0 0,0-1 0 0 0,-1 1-1 0 0,1 0 1 0 0,0-1 0 0 0,0 1 0 0 0,0-1 0 0 0,-14-38 99 0 0,9 22-92 0 0,2 1 1 0 0,0-1 0 0 0,1 0 0 0 0,1 0-1 0 0,1 0 1 0 0,0 0 0 0 0,1 0 0 0 0,1 0-1 0 0,7-30 1 0 0,-6 37 0 0 0,0 0 0 0 0,1 1-1 0 0,0 0 1 0 0,0 0 0 0 0,1 0 0 0 0,1 0 0 0 0,-1 1-1 0 0,1 0 1 0 0,1 0 0 0 0,-1 0 0 0 0,1 1-1 0 0,0 0 1 0 0,1 0 0 0 0,0 1 0 0 0,0 0 0 0 0,1 1-1 0 0,16-9 1 0 0,4 0 32 0 0,0 1 0 0 0,1 2 0 0 0,35-8-1 0 0,-53 16-39 0 0,0 0-1 0 0,1 1 1 0 0,-1 1-1 0 0,1 0 1 0 0,-1 1-1 0 0,1 0 1 0 0,-1 1-1 0 0,1 1 1 0 0,-1 0-1 0 0,23 6 0 0 0,-33-7-3 0 0,0-1 0 0 0,0 1 0 0 0,0-1 0 0 0,0 1-1 0 0,0 0 1 0 0,-1 0 0 0 0,1 0 0 0 0,0 0-1 0 0,-1 0 1 0 0,1 0 0 0 0,-1 0 0 0 0,1 0 0 0 0,-1 1-1 0 0,1-1 1 0 0,-1 1 0 0 0,0-1 0 0 0,0 1-1 0 0,0-1 1 0 0,1 1 0 0 0,-2 0 0 0 0,1 0 0 0 0,0-1-1 0 0,0 1 1 0 0,-1 0 0 0 0,1 0 0 0 0,-1 0-1 0 0,1 0 1 0 0,-1 0 0 0 0,0 0 0 0 0,0 0-1 0 0,0 0 1 0 0,0 0 0 0 0,0 0 0 0 0,0 0 0 0 0,0-1-1 0 0,-1 1 1 0 0,1 0 0 0 0,-1 0 0 0 0,1 0-1 0 0,-1 0 1 0 0,0 0 0 0 0,0-1 0 0 0,-1 3 0 0 0,-2 4 9 0 0,-1-1 0 0 0,1 0 0 0 0,-1 0 1 0 0,-1 0-1 0 0,1-1 0 0 0,-1 0 0 0 0,-1 0 1 0 0,-11 9-1 0 0,-15 6 38 0 0,0-2-1 0 0,-2-1 1 0 0,0-1 0 0 0,-1-2-1 0 0,0-2 1 0 0,-62 14 0 0 0,97-27-38 0 0,2 2-7 0 0,1-1 0 0 0,0 0 0 0 0,-1 0 0 0 0,1 0 0 0 0,0 0 0 0 0,0-1 0 0 0,0 1 0 0 0,0 0 0 0 0,0-1 0 0 0,0 1 0 0 0,0-1 0 0 0,0 0 0 0 0,4 0 0 0 0,-5 0 1 0 0,66 6 27 0 0,-46-5-24 0 0,-1 0 1 0 0,0 1-1 0 0,1 1 0 0 0,-1 1 0 0 0,0 1 0 0 0,36 14 0 0 0,-55-19-4 0 0,1 1 0 0 0,-1-1 0 0 0,1 1 0 0 0,-1 0 0 0 0,1 0 0 0 0,-1 0 0 0 0,0 0 0 0 0,1 0 0 0 0,-1 0-1 0 0,0 0 1 0 0,0 0 0 0 0,0 0 0 0 0,0 0 0 0 0,0 1 0 0 0,0-1 0 0 0,0 1 0 0 0,0-1 0 0 0,-1 0 0 0 0,1 1 0 0 0,0-1 0 0 0,-1 1 0 0 0,1-1 0 0 0,-1 1 0 0 0,0 0 0 0 0,1-1 0 0 0,-1 1 0 0 0,0-1 0 0 0,0 1 0 0 0,0 0 0 0 0,0-1 0 0 0,0 1 0 0 0,-1 0 0 0 0,1-1-1 0 0,0 1 1 0 0,-1-1 0 0 0,1 1 0 0 0,-1-1 0 0 0,1 1 0 0 0,-1-1 0 0 0,0 1 0 0 0,0-1 0 0 0,0 1 0 0 0,-1 0 0 0 0,-5 8 60 0 0,0-1-1 0 0,-1 0 1 0 0,0-1-1 0 0,-16 14 1 0 0,19-18-31 0 0,-24 20 119 0 0,-2-2-1 0 0,0-1 0 0 0,-59 29 0 0 0,-110 33-31 0 0,156-71-1095 0 0,43-12 423 0 0,3-4-2081 0 0,0 1 2177 0 0,-1 1 0 0 0,1 0 0 0 0,-1 0 1 0 0,1 0-1 0 0,0 0 0 0 0,3-2 0 0 0,10-4-2049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3:32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0 14251 0 0,'-5'1'268'0'0,"-1"-1"-1"0"0,1 2 1 0 0,-1-1 0 0 0,1 0 0 0 0,-1 1-1 0 0,1 0 1 0 0,0 0 0 0 0,0 1-1 0 0,0 0 1 0 0,0-1 0 0 0,0 2 0 0 0,1-1-1 0 0,-1 0 1 0 0,-6 8 0 0 0,5-4-22 0 0,1 0 0 0 0,-1 0 0 0 0,1 0 1 0 0,1 1-1 0 0,0 0 0 0 0,0 0 0 0 0,0 0 1 0 0,-3 14-1 0 0,0 6-49 0 0,2 1 1 0 0,0 0-1 0 0,2 0 1 0 0,1 47-1 0 0,2-72-222 0 0,0-2-109 0 0,0 0 0 0 0,0 0 0 0 0,0 0 0 0 0,0 0 0 0 0,0 0 0 0 0,1 0 0 0 0,-1 0 0 0 0,1 0 0 0 0,-1 0 0 0 0,1 0 1 0 0,1 2-1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3:33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54 17508 0 0,'-7'-14'1248'0'0,"7"4"-1000"0"0,4 4-192 0 0,-4-3 520 0 0,5 3-432 0 0,0 2-72 0 0,0 3-8 0 0,1-3-32 0 0,-4 4-264 0 0,0 0 80 0 0,19 14-664 0 0,-16-9-200 0 0,2-2-56 0 0,1 2-777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3:33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12 14827 0 0,'-4'-1'90'0'0,"0"1"0"0"0,0 0 0 0 0,0 0 0 0 0,1 0 0 0 0,-1 0 0 0 0,0 1 0 0 0,0-1 0 0 0,0 1 0 0 0,0 0 0 0 0,1 1 1 0 0,-1-1-1 0 0,0 0 0 0 0,1 1 0 0 0,-1 0 0 0 0,1 0 0 0 0,0 0 0 0 0,0 0 0 0 0,0 1 0 0 0,0-1 0 0 0,0 1 0 0 0,0-1 0 0 0,0 1 0 0 0,1 0 0 0 0,-1 0 0 0 0,-1 4 0 0 0,-2 1 36 0 0,1 1 0 0 0,0 0 0 0 0,1 0 0 0 0,0 0 0 0 0,0 0 0 0 0,0 1 0 0 0,2 0 1 0 0,-4 15-1 0 0,4-10-24 0 0,1-1 1 0 0,0 1 0 0 0,1 0-1 0 0,0 0 1 0 0,1-1 0 0 0,1 1-1 0 0,0 0 1 0 0,2-1 0 0 0,-1 0-1 0 0,2 0 1 0 0,6 16 0 0 0,-8-23-68 0 0,0-1 0 0 0,1 0 0 0 0,0 1 1 0 0,0-1-1 0 0,0-1 0 0 0,1 1 0 0 0,0-1 1 0 0,0 1-1 0 0,0-1 0 0 0,1-1 1 0 0,0 1-1 0 0,0-1 0 0 0,0 0 0 0 0,0 0 1 0 0,0-1-1 0 0,1 0 0 0 0,0 0 0 0 0,0-1 1 0 0,0 1-1 0 0,0-1 0 0 0,0-1 1 0 0,0 1-1 0 0,0-1 0 0 0,11 0 0 0 0,-10-1-15 0 0,0 0 0 0 0,1-1 0 0 0,-1 0-1 0 0,0 0 1 0 0,0-1 0 0 0,0 0 0 0 0,0 0 0 0 0,0-1-1 0 0,0 0 1 0 0,0 0 0 0 0,-1-1 0 0 0,0 0-1 0 0,1 0 1 0 0,-1-1 0 0 0,7-6 0 0 0,-6 4-2 0 0,-1-1 0 0 0,1 0 0 0 0,-2 0 1 0 0,1 0-1 0 0,-1-1 0 0 0,0 1 0 0 0,-1-2 0 0 0,0 1 1 0 0,-1 0-1 0 0,0-1 0 0 0,4-13 0 0 0,-5 13-6 0 0,-1 0 0 0 0,0 0 0 0 0,-1 0 0 0 0,0 0 0 0 0,0-1 0 0 0,-1 1 0 0 0,0 0 0 0 0,-1-1 0 0 0,0 1 0 0 0,-1 0 0 0 0,-4-15 0 0 0,3 17-6 0 0,0 0-1 0 0,0 1 1 0 0,-1-1 0 0 0,0 1 0 0 0,0 0-1 0 0,-1 0 1 0 0,1 0 0 0 0,-2 1 0 0 0,1 0 0 0 0,-1 0-1 0 0,0 0 1 0 0,0 0 0 0 0,0 1 0 0 0,-1 0-1 0 0,-10-5 1 0 0,5 4-8 0 0,1 1 1 0 0,-1 0-1 0 0,0 1 0 0 0,0 1 1 0 0,-1-1-1 0 0,1 2 0 0 0,-1 0 1 0 0,1 1-1 0 0,-1 0 0 0 0,-14 1 0 0 0,16 0-90 0 0,0 1 0 0 0,0 0-1 0 0,0 1 1 0 0,1 0 0 0 0,-1 0 0 0 0,1 1-1 0 0,-1 1 1 0 0,1 0 0 0 0,0 0-1 0 0,0 1 1 0 0,1 0 0 0 0,-11 8-1 0 0,8-2-1040 0 0,3 1-458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3:33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11827 0 0,'0'0'4402'0'0,"2"0"-3885"0"0,11-2-198 0 0,-1 1-1 0 0,1 1 0 0 0,-1 0 0 0 0,1 1 1 0 0,-1 0-1 0 0,16 4 0 0 0,-8-1-626 0 0,31 0 1 0 0,-15-5-1042 0 0,24 1-4692 0 0,-52 1 4066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3:34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0 7754 0 0,'-9'2'323'0'0,"-62"20"2919"0"0,62-19-2456 0 0,0 1 1 0 0,1-1-1 0 0,-1 2 1 0 0,1-1-1 0 0,-12 10 1 0 0,19-14-734 0 0,1 0 1 0 0,0 0-1 0 0,-1 1 1 0 0,1-1-1 0 0,0 0 0 0 0,0 0 1 0 0,-1 0-1 0 0,1 1 0 0 0,0-1 1 0 0,0 0-1 0 0,-1 0 0 0 0,1 0 1 0 0,0 1-1 0 0,0-1 0 0 0,0 0 1 0 0,-1 1-1 0 0,1-1 0 0 0,0 0 1 0 0,0 1-1 0 0,0-1 0 0 0,0 0 1 0 0,0 1-1 0 0,-1-1 1 0 0,1 0-1 0 0,0 1 0 0 0,0-1 1 0 0,0 0-1 0 0,0 1 0 0 0,0-1 1 0 0,0 0-1 0 0,0 1 0 0 0,0-1 1 0 0,1 0-1 0 0,-1 1 0 0 0,0-1 1 0 0,0 0-1 0 0,0 1 0 0 0,0-1 1 0 0,1 1-1 0 0,14 5 764 0 0,22-5-417 0 0,181-14-2316 0 0,-185 10 350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3:38.5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159 100 12067 0 0,'10'-20'2497'0'0,"-5"15"-1421"0"0,-3 5-761 0 0,-7-12-226 0 0,2 12 62 0 0,3 6 3 0 0,-1 9 116 0 0,-2 27 335 0 0,-40 227 1581 0 0,18-101-1508 0 0,11-95-387 0 0,-41 130 0 0 0,54-199-261 0 0,0 0 1 0 0,0-1 0 0 0,-1 1-1 0 0,0-1 1 0 0,0 1 0 0 0,0-1-1 0 0,0 0 1 0 0,-3 4 0 0 0,5-7-24 0 0,-1 0 1 0 0,1 0-1 0 0,0 0 1 0 0,-1 0-1 0 0,1 0 1 0 0,0-1-1 0 0,0 1 0 0 0,-1 0 1 0 0,1 0-1 0 0,0 0 1 0 0,-1 0-1 0 0,1-1 1 0 0,0 1-1 0 0,0 0 1 0 0,-1 0-1 0 0,1 0 1 0 0,0-1-1 0 0,0 1 0 0 0,0 0 1 0 0,-1 0-1 0 0,1-1 1 0 0,0 1-1 0 0,0 0 1 0 0,0-1-1 0 0,0 1 1 0 0,0 0-1 0 0,0 0 1 0 0,0-1-1 0 0,-1 1 0 0 0,1 0 1 0 0,0-1-1 0 0,0 1 1 0 0,0 0-1 0 0,0-1 1 0 0,0 1-1 0 0,0 0 1 0 0,0-1-1 0 0,1 1 1 0 0,-1 0-1 0 0,0-1 0 0 0,-2-16 140 0 0,2-56 364 0 0,3-1-1 0 0,19-111 1 0 0,-6 64-160 0 0,-16 118-343 0 0,24-162 207 0 0,-19 142-203 0 0,1 0 0 0 0,1 1 0 0 0,1 0 0 0 0,1 0 0 0 0,12-22 0 0 0,-17 37-12 0 0,1 1 0 0 0,0 0 1 0 0,0-1-1 0 0,0 1 1 0 0,1 1-1 0 0,0-1 0 0 0,0 1 1 0 0,11-7-1 0 0,-16 11-2 0 0,0 0-1 0 0,1 0 1 0 0,-1 0-1 0 0,1 0 1 0 0,0 0-1 0 0,-1 0 1 0 0,1 1-1 0 0,0-1 1 0 0,-1 1-1 0 0,1-1 1 0 0,0 1-1 0 0,0-1 1 0 0,-1 1-1 0 0,1 0 1 0 0,0 0-1 0 0,0 0 1 0 0,0 0-1 0 0,-1 0 1 0 0,1 1-1 0 0,0-1 1 0 0,0 0-1 0 0,0 1 1 0 0,-1-1-1 0 0,1 1 1 0 0,0 0-1 0 0,-1-1 1 0 0,1 1-1 0 0,-1 0 1 0 0,1 0-1 0 0,-1 0 1 0 0,1 0-1 0 0,-1 1 1 0 0,0-1-1 0 0,1 0 1 0 0,-1 0-1 0 0,0 1 1 0 0,0-1-1 0 0,0 1 1 0 0,0-1-1 0 0,0 1 1 0 0,0-1-1 0 0,1 4 1 0 0,13 35 60 0 0,-1 1 1 0 0,-2 0 0 0 0,8 49 0 0 0,-2-11 24 0 0,11 60 37 0 0,-15-67-327 0 0,36 109 0 0 0,-45-169-235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3:38.9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39 16700 0 0,'-1'0'86'0'0,"1"-1"0"0"0,-1 1 0 0 0,0-1 0 0 0,1 1 0 0 0,-1-1 0 0 0,0 1 1 0 0,1-1-1 0 0,-1 0 0 0 0,1 1 0 0 0,-1-1 0 0 0,1 0 0 0 0,-1 0 0 0 0,1 1 1 0 0,-1-1-1 0 0,1 0 0 0 0,0 0 0 0 0,0 1 0 0 0,-1-1 0 0 0,1 0 0 0 0,0 0 1 0 0,0-1-1 0 0,0 1-46 0 0,0 1 1 0 0,1-1-1 0 0,-1 0 1 0 0,0 1-1 0 0,1-1 1 0 0,-1 1 0 0 0,0-1-1 0 0,1 1 1 0 0,-1-1-1 0 0,1 1 1 0 0,-1-1-1 0 0,1 1 1 0 0,-1-1-1 0 0,1 1 1 0 0,0 0-1 0 0,-1-1 1 0 0,1 1 0 0 0,-1 0-1 0 0,1-1 1 0 0,1 1-1 0 0,4-2 12 0 0,0 1 0 0 0,0-1 0 0 0,0 1 0 0 0,10 0 0 0 0,126 5-96 0 0,-105-1-1157 0 0,1-1 0 0 0,-1-2 0 0 0,66-9 0 0 0,-76 4-230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3:39.3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80 10666 0 0,'-9'-57'7130'0'0,"3"75"-6127"0"0,13 174 941 0 0,-1-134-1646 0 0,2 1 0 0 0,30 106 0 0 0,-34-152-270 0 0,-3-9-10 0 0,0 0 0 0 0,0 1 0 0 0,0-1 0 0 0,1 0 0 0 0,-1 0 0 0 0,1 0 0 0 0,0-1 0 0 0,1 1 0 0 0,4 6 0 0 0,-6-9 187 0 0,-1-1-198 0 0,0 0-1 0 0,1-1 1 0 0,-1 1 0 0 0,0 0 0 0 0,0 0-1 0 0,1 0 1 0 0,-1-1 0 0 0,0 1-1 0 0,0 0 1 0 0,1-1 0 0 0,-1 1-1 0 0,0 0 1 0 0,0 0 0 0 0,0-1 0 0 0,0 1-1 0 0,0 0 1 0 0,1-1 0 0 0,-1 1-1 0 0,0 0 1 0 0,0-1 0 0 0,0 1-1 0 0,0 0 1 0 0,0-1 0 0 0,0 1 0 0 0,0 0-1 0 0,0-1 1 0 0,0 1 0 0 0,0-1-1 0 0,0 1 1 0 0,-1 0 0 0 0,1-1-1 0 0,0 1 1 0 0,0-1 0 0 0,-3-12 65 0 0,-13-30 28 0 0,-34-106 94 0 0,41 117-143 0 0,2 0 0 0 0,-6-60 0 0 0,11 65-11 0 0,-2-61 118 0 0,4 80-124 0 0,1 0-1 0 0,0 0 1 0 0,0 0 0 0 0,0 0 0 0 0,1 1-1 0 0,0-1 1 0 0,1 0 0 0 0,5-10-1 0 0,-8 18-30 0 0,0-1-1 0 0,0 1 0 0 0,1-1 1 0 0,-1 1-1 0 0,0 0 1 0 0,0-1-1 0 0,1 1 0 0 0,-1 0 1 0 0,0-1-1 0 0,0 1 1 0 0,1 0-1 0 0,-1 0 0 0 0,0-1 1 0 0,1 1-1 0 0,-1 0 1 0 0,0 0-1 0 0,1-1 0 0 0,-1 1 1 0 0,1 0-1 0 0,-1 0 1 0 0,0 0-1 0 0,1 0 0 0 0,-1 0 1 0 0,1 0-1 0 0,-1 0 0 0 0,0-1 1 0 0,1 1-1 0 0,-1 0 1 0 0,1 1-1 0 0,0-1 0 0 0,11 9 23 0 0,9 22-28 0 0,-19-28 6 0 0,43 77-5 0 0,-20-33 31 0 0,2-1 1 0 0,62 80 0 0 0,-62-95-3 0 0,1-1 1 0 0,48 38-1 0 0,-62-58-6 0 0,-1 0 0 0 0,1-1 0 0 0,0 0 0 0 0,1-1 0 0 0,0-1 0 0 0,0-1 0 0 0,1 0 0 0 0,-1-1 0 0 0,18 4 0 0 0,-29-8-8 0 0,1 0-1 0 0,-1-1 1 0 0,1 0 0 0 0,-1 1 0 0 0,1-1 0 0 0,-1-1 0 0 0,0 1 0 0 0,1-1-1 0 0,-1 0 1 0 0,1 0 0 0 0,-1 0 0 0 0,0 0 0 0 0,7-4 0 0 0,-8 4-2 0 0,-1-1 1 0 0,0 0-1 0 0,1 0 0 0 0,-1 0 1 0 0,0 0-1 0 0,0 0 1 0 0,-1 0-1 0 0,1 0 1 0 0,0-1-1 0 0,-1 1 0 0 0,1-1 1 0 0,-1 1-1 0 0,0-1 1 0 0,0 1-1 0 0,0-1 1 0 0,0 0-1 0 0,0 0 0 0 0,0 1 1 0 0,-1-1-1 0 0,0 0 1 0 0,1 0-1 0 0,-1-4 1 0 0,-1-4 28 0 0,1 0 0 0 0,-1-1 1 0 0,-1 1-1 0 0,0 0 0 0 0,-1 0 1 0 0,0 0-1 0 0,-1 0 0 0 0,-9-19 1 0 0,-6-6 57 0 0,-25-38 1 0 0,32 56-74 0 0,-8-14-414 0 0,-1 1-1 0 0,-2 2 1 0 0,-1 0-1 0 0,-42-40 1 0 0,61 65-1885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3:39.7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12 197 16299 0 0,'0'0'49'0'0,"0"0"-1"0"0,-1 0 0 0 0,1 0 0 0 0,0 0 0 0 0,0 0 0 0 0,-1 0 0 0 0,1 0 0 0 0,0 0 0 0 0,0 0 0 0 0,0 0 0 0 0,-1 0 0 0 0,1 0 0 0 0,0 0 1 0 0,0 0-1 0 0,-1 0 0 0 0,1 0 0 0 0,0 0 0 0 0,0 0 0 0 0,0 0 0 0 0,-1 1 0 0 0,1-1 0 0 0,0 0 0 0 0,0 0 0 0 0,0 0 0 0 0,-1 0 0 0 0,1 0 1 0 0,0 1-1 0 0,0-1 0 0 0,0 0 0 0 0,0 0 0 0 0,0 0 0 0 0,-1 0 0 0 0,1 1 0 0 0,0-1 0 0 0,0 0 0 0 0,-1 12 669 0 0,10 22-659 0 0,-5-17 237 0 0,9 53 241 0 0,26 119 140 0 0,-29-155-627 0 0,0 0 0 0 0,2-1 0 0 0,24 46 0 0 0,-35-78-57 0 0,-1 1 0 0 0,1-1 0 0 0,0 0 0 0 0,0 1 0 0 0,0-1 0 0 0,-1 0 0 0 0,1 0-1 0 0,0 0 1 0 0,0 0 0 0 0,1 0 0 0 0,-1 0 0 0 0,0 0 0 0 0,0 0 0 0 0,0 0 0 0 0,1-1 0 0 0,2 2-1 0 0,-4-2-3 0 0,0 0 0 0 0,0 0 0 0 0,1 0-1 0 0,-1 0 1 0 0,0 0 0 0 0,1 0 0 0 0,-1 0-1 0 0,0 0 1 0 0,1 0 0 0 0,-1 0-1 0 0,0 0 1 0 0,0 0 0 0 0,1-1 0 0 0,-1 1-1 0 0,0 0 1 0 0,1 0 0 0 0,-1 0 0 0 0,0-1-1 0 0,0 1 1 0 0,1 0 0 0 0,-1 0-1 0 0,0 0 1 0 0,0-1 0 0 0,0 1 0 0 0,0 0-1 0 0,1 0 1 0 0,-1-1 0 0 0,3-16-540 0 0,-3 8 336 0 0,-1 1 1 0 0,-1-1-1 0 0,1 1 1 0 0,-1 0-1 0 0,0-1 1 0 0,-6-11-1 0 0,-25-50-368 0 0,10 24 544 0 0,1-4 238 0 0,-24-86 0 0 0,39 107 17 0 0,0 0 0 0 0,2 0-1 0 0,1-1 1 0 0,1-48 0 0 0,2 73-162 0 0,1 0 1 0 0,0 0-1 0 0,1 0 1 0 0,0 0-1 0 0,-1 0 0 0 0,1 0 1 0 0,1 0-1 0 0,-1 0 1 0 0,1 0-1 0 0,0 0 0 0 0,0 1 1 0 0,0-1-1 0 0,1 1 0 0 0,-1 0 1 0 0,1-1-1 0 0,0 1 1 0 0,1 1-1 0 0,-1-1 0 0 0,1 0 1 0 0,-1 1-1 0 0,1-1 1 0 0,0 1-1 0 0,0 0 0 0 0,1 1 1 0 0,-1-1-1 0 0,0 1 0 0 0,1 0 1 0 0,0 0-1 0 0,-1 0 1 0 0,1 0-1 0 0,7 0 0 0 0,0-1 14 0 0,1 0 0 0 0,-1 2-1 0 0,1-1 1 0 0,0 2 0 0 0,-1 0-1 0 0,1 0 1 0 0,0 1 0 0 0,-1 1-1 0 0,1 0 1 0 0,-1 1 0 0 0,0 0-1 0 0,0 1 1 0 0,0 0 0 0 0,19 10-1 0 0,-24-11-51 0 0,0 1 0 0 0,0 0-1 0 0,-1 1 1 0 0,0 0 0 0 0,0 0-1 0 0,0 0 1 0 0,0 1-1 0 0,-1-1 1 0 0,0 1 0 0 0,0 1-1 0 0,-1-1 1 0 0,0 1 0 0 0,0-1-1 0 0,0 1 1 0 0,-1 1-1 0 0,0-1 1 0 0,0 0 0 0 0,-1 1-1 0 0,0-1 1 0 0,0 1 0 0 0,-1 0-1 0 0,0-1 1 0 0,0 1-1 0 0,-1 13 1 0 0,0-15-7 0 0,-1 0-1 0 0,0-1 1 0 0,0 1 0 0 0,0 0 0 0 0,-1 0-1 0 0,1-1 1 0 0,-1 1 0 0 0,-1-1 0 0 0,1 1-1 0 0,-1-1 1 0 0,0 0 0 0 0,0 0-1 0 0,-7 8 1 0 0,4-7 28 0 0,-1 1 0 0 0,0-1 0 0 0,0 0 0 0 0,0-1-1 0 0,0 0 1 0 0,-1 0 0 0 0,0-1 0 0 0,-10 5 0 0 0,-4-1-516 0 0,1-1-1 0 0,-2-1 1 0 0,1-1 0 0 0,0-1-1 0 0,-1 0 1 0 0,-29-1 0 0 0,29-1-959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3:40.2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5 168 12923 0 0,'2'-3'280'0'0,"0"0"1"0"0,0 1 0 0 0,0-1-1 0 0,0 1 1 0 0,1 0 0 0 0,-1-1 0 0 0,1 1-1 0 0,0 0 1 0 0,3-2 0 0 0,-5 4-233 0 0,-1-1 1 0 0,1 1-1 0 0,-1-1 1 0 0,1 1-1 0 0,0-1 1 0 0,-1 1 0 0 0,1 0-1 0 0,0-1 1 0 0,-1 1-1 0 0,1 0 1 0 0,0 0-1 0 0,-1-1 1 0 0,1 1 0 0 0,0 0-1 0 0,-1 0 1 0 0,1 0-1 0 0,0 0 1 0 0,0 0 0 0 0,-1 0-1 0 0,1 0 1 0 0,0 0-1 0 0,-1 0 1 0 0,1 0-1 0 0,0 1 1 0 0,0-1 0 0 0,-1 0-1 0 0,1 0 1 0 0,0 1-1 0 0,-1-1 1 0 0,1 0-1 0 0,-1 1 1 0 0,1-1 0 0 0,0 1-1 0 0,-1-1 1 0 0,1 1-1 0 0,-1-1 1 0 0,1 1-1 0 0,-1-1 1 0 0,1 1 0 0 0,-1-1-1 0 0,0 1 1 0 0,1 0-1 0 0,-1-1 1 0 0,0 1-1 0 0,1-1 1 0 0,-1 1 0 0 0,1 1-1 0 0,1 15 308 0 0,0 0-1 0 0,-1 1 1 0 0,0-1-1 0 0,-4 28 1 0 0,2-9-103 0 0,-2 23 61 0 0,2 83 74 0 0,2-125-364 0 0,1 0 0 0 0,1 0 0 0 0,0 0 1 0 0,1-1-1 0 0,1 1 0 0 0,9 19 0 0 0,14 24 63 0 0,-52-111-93 0 0,1-2 1 0 0,-19-69 0 0 0,33 92 4 0 0,2-1 0 0 0,2 0 0 0 0,0 0 0 0 0,2 0 0 0 0,3-56 0 0 0,0 77 15 0 0,1 0-1 0 0,1 0 0 0 0,0 0 0 0 0,0 0 0 0 0,1 0 0 0 0,0 0 0 0 0,1 0 0 0 0,0 1 0 0 0,0 0 0 0 0,1 0 0 0 0,1 0 0 0 0,-1 0 0 0 0,1 1 0 0 0,1 0 1 0 0,-1 0-1 0 0,2 1 0 0 0,-1 0 0 0 0,1 0 0 0 0,0 0 0 0 0,0 1 0 0 0,0 0 0 0 0,1 1 0 0 0,0 0 0 0 0,0 1 0 0 0,1-1 0 0 0,-1 2 0 0 0,1-1 0 0 0,0 1 1 0 0,11-1-1 0 0,-7 1 26 0 0,0 0 1 0 0,0 2 0 0 0,0 0 0 0 0,1 0 0 0 0,-1 1 0 0 0,0 1 0 0 0,0 0 0 0 0,0 1 0 0 0,0 1 0 0 0,18 5 0 0 0,-25-5-32 0 0,-1 0 1 0 0,1-1 0 0 0,-1 2-1 0 0,0-1 1 0 0,0 1 0 0 0,0 0-1 0 0,0 0 1 0 0,0 1 0 0 0,-1 0 0 0 0,0 0-1 0 0,0 0 1 0 0,-1 0 0 0 0,1 1-1 0 0,-1 0 1 0 0,0 0 0 0 0,-1 0-1 0 0,1 0 1 0 0,-1 0 0 0 0,0 1-1 0 0,-1 0 1 0 0,0-1 0 0 0,3 11-1 0 0,-4-9 16 0 0,1-1 0 0 0,-1 1 0 0 0,-1-1 0 0 0,1 1 0 0 0,-1 0 0 0 0,0-1 0 0 0,-1 1 0 0 0,0-1 0 0 0,0 1 0 0 0,-1-1 0 0 0,0 1 0 0 0,0-1 0 0 0,-1 0 0 0 0,0 0 0 0 0,0 0 0 0 0,0 0 0 0 0,-1 0 0 0 0,0-1 0 0 0,0 1 0 0 0,-1-1 0 0 0,0 0 1 0 0,0-1-1 0 0,0 1 0 0 0,-1-1 0 0 0,0 0 0 0 0,0 0 0 0 0,0-1 0 0 0,-11 6 0 0 0,-19 8-85 0 0,0-2 1 0 0,-62 19 0 0 0,39-16-2136 0 0,45-14 869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3:40.7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1 246 15675 0 0,'0'-1'85'0'0,"0"0"-1"0"0,0 1 0 0 0,0-1 0 0 0,0 0 1 0 0,0 0-1 0 0,0 1 0 0 0,0-1 0 0 0,0 0 1 0 0,1 1-1 0 0,-1-1 0 0 0,0 0 0 0 0,0 1 1 0 0,1-1-1 0 0,-1 0 0 0 0,0 1 1 0 0,1-1-1 0 0,-1 0 0 0 0,1 1 0 0 0,-1-1 1 0 0,1 1-1 0 0,-1-1 0 0 0,1 1 0 0 0,-1-1 1 0 0,1 1-1 0 0,-1 0 0 0 0,1-1 0 0 0,0 1 1 0 0,-1-1-1 0 0,1 1 0 0 0,0 0 0 0 0,-1 0 1 0 0,1-1-1 0 0,0 1 0 0 0,-1 0 0 0 0,1 0 1 0 0,0 0-1 0 0,0 0 0 0 0,-1 0 1 0 0,1 0-1 0 0,1 0 0 0 0,0 0-9 0 0,-1 0 0 0 0,1 1-1 0 0,0-1 1 0 0,-1 1 0 0 0,1-1 0 0 0,0 1 0 0 0,-1-1-1 0 0,1 1 1 0 0,-1 0 0 0 0,1 0 0 0 0,-1 0 0 0 0,1 0-1 0 0,-1 0 1 0 0,0 0 0 0 0,1 0 0 0 0,0 2 0 0 0,7 10 166 0 0,-1 0 0 0 0,-1 1-1 0 0,7 18 1 0 0,2 4-60 0 0,-4-10-91 0 0,-8-16-60 0 0,0-1 0 0 0,1 0-1 0 0,-1 0 1 0 0,2 0-1 0 0,12 15 1 0 0,-18-23 25 0 0,9-17 11 0 0,-9-5-36 0 0,-1-1 0 0 0,-3-25 0 0 0,-1-12-9 0 0,4 40-12 0 0,0-9 4 0 0,1 0 0 0 0,5-33 0 0 0,-4 52-6 0 0,1 0 1 0 0,0 0-1 0 0,0 0 0 0 0,1 0 0 0 0,1 1 1 0 0,-1-1-1 0 0,1 1 0 0 0,1 0 1 0 0,-1 0-1 0 0,11-13 0 0 0,-11 16 6 0 0,0 1 0 0 0,0-1-1 0 0,0 1 1 0 0,1 0 0 0 0,0 0-1 0 0,5-3 1 0 0,-9 7-7 0 0,0-1 1 0 0,0 0-1 0 0,0 1 1 0 0,0-1-1 0 0,0 1 0 0 0,0 0 1 0 0,0-1-1 0 0,1 1 0 0 0,-1 0 1 0 0,0 0-1 0 0,0 0 0 0 0,0 0 1 0 0,1 0-1 0 0,-1 0 1 0 0,0 0-1 0 0,0 0 0 0 0,0 0 1 0 0,0 0-1 0 0,1 1 0 0 0,-1-1 1 0 0,0 1-1 0 0,0-1 0 0 0,0 0 1 0 0,0 1-1 0 0,0 0 1 0 0,0-1-1 0 0,0 1 0 0 0,0 0 1 0 0,0 0-1 0 0,0-1 0 0 0,0 1 1 0 0,0 0-1 0 0,-1 0 0 0 0,1 0 1 0 0,0 0-1 0 0,-1 0 0 0 0,2 1 1 0 0,2 6 59 0 0,1 0 0 0 0,-1 1-1 0 0,0-1 1 0 0,-1 1 0 0 0,0 0 0 0 0,-1 0 0 0 0,1 0 0 0 0,0 16 0 0 0,0 8 109 0 0,-3 39 1 0 0,0-45-125 0 0,0 1-1 0 0,5 31 1 0 0,-5-57-61 0 0,5 22-50 0 0,9 34 1 0 0,-12-52-146 0 0,0-1 1 0 0,0 1-1 0 0,0 0 0 0 0,1-1 0 0 0,0 1 0 0 0,0-1 0 0 0,0 0 0 0 0,1 0 0 0 0,0 0 1 0 0,0-1-1 0 0,7 7 0 0 0,-10-10 21 0 0,0 0 0 0 0,1 0 0 0 0,-1 0 0 0 0,0-1 0 0 0,1 1 0 0 0,-1 0 0 0 0,0-1 0 0 0,1 1-1 0 0,-1-1 1 0 0,1 1 0 0 0,-1-1 0 0 0,3 1 0 0 0,9-1-1393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3:41.2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128 48 13571 0 0,'0'-33'2262'0'0,"0"18"1084"0"0,-2 15-3264 0 0,1 0 0 0 0,0 0 0 0 0,0 0 0 0 0,0 0 0 0 0,0 1 0 0 0,0-1 0 0 0,0 0 1 0 0,0 1-1 0 0,0-1 0 0 0,0 0 0 0 0,0 1 0 0 0,1-1 0 0 0,-1 1 0 0 0,0 0 0 0 0,-1 0 0 0 0,-7 12 144 0 0,0 1-1 0 0,1-1 0 0 0,1 1 0 0 0,0 1 1 0 0,1-1-1 0 0,0 1 0 0 0,-5 24 0 0 0,-16 113 272 0 0,23-126-427 0 0,2-10-50 0 0,-5 29-34 0 0,0 55 0 0 0,7-99-38 0 0,1-1-115 0 0,0-1 148 0 0,0 0-1 0 0,-1 1 1 0 0,1-1 0 0 0,0 0 0 0 0,0 0 0 0 0,-1 0 0 0 0,1 0 0 0 0,0 0-1 0 0,-1 0 1 0 0,1 0 0 0 0,-1 0 0 0 0,1-1 0 0 0,11-97-300 0 0,9-54 198 0 0,-17 135 128 0 0,1 1-1 0 0,0 0 1 0 0,1 0 0 0 0,1 1-1 0 0,1-1 1 0 0,14-22-1 0 0,-18 33 24 0 0,1 0 0 0 0,-1 0 0 0 0,2 0 0 0 0,-1 0 0 0 0,0 1 0 0 0,10-7 0 0 0,-13 11-14 0 0,-1 0 0 0 0,0 0-1 0 0,1 0 1 0 0,-1 0 0 0 0,1 0-1 0 0,0 0 1 0 0,-1 1-1 0 0,1-1 1 0 0,0 0 0 0 0,-1 1-1 0 0,1 0 1 0 0,0-1-1 0 0,-1 1 1 0 0,1 0 0 0 0,0 0-1 0 0,0 0 1 0 0,0 0 0 0 0,-1 0-1 0 0,1 0 1 0 0,0 1-1 0 0,-1-1 1 0 0,1 1 0 0 0,0-1-1 0 0,0 1 1 0 0,-1-1 0 0 0,1 1-1 0 0,-1 0 1 0 0,1 0-1 0 0,-1 0 1 0 0,1 0 0 0 0,-1 0-1 0 0,3 2 1 0 0,2 4 31 0 0,-1 0 0 0 0,0 0 1 0 0,0 0-1 0 0,0 0 0 0 0,-1 1 1 0 0,0 0-1 0 0,5 12 0 0 0,16 65 88 0 0,-15-46-97 0 0,53 194-1355 0 0,-59-215-1023 0 0,-1-11 565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3:41.5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59 189 17468 0 0,'-13'-5'988'0'0,"9"3"-682"0"0,-1 1 0 0 0,0-1-1 0 0,1-1 1 0 0,-1 1 0 0 0,1-1-1 0 0,0 0 1 0 0,0 0 0 0 0,-6-5-1 0 0,10 7 499 0 0,2 0-723 0 0,0 0-1 0 0,1 0 0 0 0,0 1 0 0 0,-1-1 0 0 0,1 1 0 0 0,0-1 1 0 0,-1 1-1 0 0,5 0 0 0 0,21 2 80 0 0,0 0 0 0 0,29 8 0 0 0,31 2-347 0 0,-73-10-27 0 0,155 5-4186 0 0,-132-9 1695 0 0</inkml:trace>
  <inkml:trace contextRef="#ctx0" brushRef="#br0" timeOffset="1">924 9 14811 0 0,'0'0'166'0'0,"-1"-1"0"0"0,1 0 1 0 0,-1 1-1 0 0,1-1 0 0 0,-1 1 0 0 0,1-1 0 0 0,-1 1 0 0 0,0-1 0 0 0,1 1 1 0 0,-1-1-1 0 0,0 1 0 0 0,1 0 0 0 0,-1-1 0 0 0,0 1 0 0 0,1 0 0 0 0,-1-1 0 0 0,0 1 1 0 0,0 0-1 0 0,1 0 0 0 0,-1 0 0 0 0,0 0 0 0 0,0 0 0 0 0,1 0 0 0 0,-1 0 1 0 0,0 0-1 0 0,-1 0 0 0 0,0 1 48 0 0,-1-1 0 0 0,1 1 0 0 0,-1 0 0 0 0,1 0 0 0 0,0 1 0 0 0,0-1 0 0 0,-1 0 0 0 0,-2 3 0 0 0,-5 5 192 0 0,0 0-1 0 0,-12 16 1 0 0,20-22-222 0 0,-42 50 416 0 0,2 3 1 0 0,-52 92-1 0 0,49-59-3256 0 0,41-84 1341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3:41.9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42 14699 0 0,'3'-4'431'0'0,"0"0"-1"0"0,0 1 1 0 0,0-1 0 0 0,0 1-1 0 0,1 0 1 0 0,-1 0-1 0 0,1 0 1 0 0,0 0 0 0 0,0 0-1 0 0,7-3 1 0 0,-9 6-319 0 0,0-1 1 0 0,1 1-1 0 0,-1-1 0 0 0,0 1 0 0 0,0 0 1 0 0,0 0-1 0 0,1 0 0 0 0,-1 0 1 0 0,0 0-1 0 0,0 0 0 0 0,0 0 0 0 0,1 1 1 0 0,-1-1-1 0 0,0 1 0 0 0,0 0 1 0 0,0 0-1 0 0,0 0 0 0 0,0 0 0 0 0,0 0 1 0 0,0 0-1 0 0,0 0 0 0 0,-1 0 1 0 0,1 1-1 0 0,0-1 0 0 0,1 3 0 0 0,12 10 180 0 0,-2 1-1 0 0,1 1 0 0 0,20 33 0 0 0,26 58 308 0 0,-42-71-1427 0 0,2 0 0 0 0,40 53 0 0 0,-49-77-957 0 0,-1-2-1029 0 0</inkml:trace>
  <inkml:trace contextRef="#ctx0" brushRef="#br0" timeOffset="1">491 138 18540 0 0,'8'32'4036'0'0,"3"34"-3277"0"0,0 0-1512 0 0,-5-26-954 0 0,-2-22 348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3:42.2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20 23061 0 0,'-4'-10'496'0'0,"3"5"-128"0"0,-1 0-8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3:46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133 171 14563 0 0,'1'-12'484'0'0,"1"1"0"0"0,0-1 0 0 0,1 0-1 0 0,0 1 1 0 0,1-1 0 0 0,1 1 0 0 0,-1 0 0 0 0,8-11-1 0 0,-5 5-377 0 0,-8-4 16 0 0,1 11-28 0 0,2 3 94 0 0,-2 7-176 0 0,1 0-1 0 0,-1-1 1 0 0,0 1-1 0 0,0 0 0 0 0,0 0 1 0 0,0 0-1 0 0,1 0 0 0 0,-1 0 1 0 0,0 0-1 0 0,0 0 1 0 0,1 0-1 0 0,-1 0 0 0 0,0 0 1 0 0,0 0-1 0 0,0 0 0 0 0,1 0 1 0 0,-1 0-1 0 0,0 0 1 0 0,0 0-1 0 0,0 0 0 0 0,1 0 1 0 0,-1 0-1 0 0,0 0 0 0 0,0 0 1 0 0,0 1-1 0 0,1-1 1 0 0,-1 0-1 0 0,0 0 0 0 0,0 0 1 0 0,0 0-1 0 0,1 0 0 0 0,-1 1 1 0 0,0-1-1 0 0,1 1 39 0 0,-1-1 0 0 0,1 1 0 0 0,0 0 0 0 0,-1 0 0 0 0,1-1 0 0 0,0 1 0 0 0,-1 0 0 0 0,1 0 0 0 0,-1 0-1 0 0,1 0 1 0 0,-1 0 0 0 0,0 0 0 0 0,0 0 0 0 0,1 1 0 0 0,-3 17 200 0 0,0 0 0 0 0,-2-1 0 0 0,0 1 0 0 0,-1-1 0 0 0,-1 0 0 0 0,-12 25 0 0 0,2-9-217 0 0,-2-2 0 0 0,-2 0-1 0 0,-30 39 1 0 0,13-21-1388 0 0,28-34-258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3:46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23 20476 0 0,'0'0'72'0'0,"-1"-1"-1"0"0,1 0 1 0 0,0 1 0 0 0,0-1-1 0 0,0 0 1 0 0,0 0-1 0 0,0 1 1 0 0,0-1-1 0 0,0 0 1 0 0,0 0-1 0 0,0 1 1 0 0,0-1 0 0 0,0 0-1 0 0,0 0 1 0 0,0 1-1 0 0,1-1 1 0 0,-1 0-1 0 0,0 1 1 0 0,1-1-1 0 0,-1 0 1 0 0,0 1 0 0 0,1-1-1 0 0,-1 0 1 0 0,1 1-1 0 0,-1-1 1 0 0,1 1-1 0 0,-1-1 1 0 0,1 1-1 0 0,0-1 1 0 0,1 0 1 0 0,-1 1 0 0 0,1-1 1 0 0,0 1-1 0 0,-1 0 0 0 0,1-1 0 0 0,0 1 1 0 0,-1 0-1 0 0,1 0 0 0 0,0 0 0 0 0,-1 0 0 0 0,1 0 1 0 0,2 1-1 0 0,5 1 106 0 0,1 1 1 0 0,-1 0 0 0 0,14 7-1 0 0,22 13 111 0 0,-1 2 0 0 0,0 2 0 0 0,-2 2 0 0 0,-2 1-1 0 0,69 67 1 0 0,-70-52-1598 0 0,-21-23-275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3:48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80 349 4025 0 0,'-21'-16'1119'0'0,"21"15"-969"0"0,0 1-59 0 0,-1-1 3 0 0,-3-6 193 0 0,2 3-162 0 0,-1-1 8 0 0,-2-2-16 0 0,-1-1-41 0 0,3 4-11 0 0,0 1 10 0 0,0 0 409 0 0,0-1 1 0 0,0 0-1 0 0,-1 1 0 0 0,1-1 0 0 0,-8-4 0 0 0,6 5 1890 0 0,7-8 1193 0 0,0 10-3470 0 0,0 0 0 0 0,0-1 0 0 0,0 1 0 0 0,0 0 0 0 0,0 0 0 0 0,0 0 0 0 0,0 0 0 0 0,0 0 0 0 0,0 0 0 0 0,0 1 0 0 0,1-1 0 0 0,-1 1 0 0 0,0-1 0 0 0,3 1 0 0 0,44-1 764 0 0,-14 0-331 0 0,154-20 946 0 0,179-16-363 0 0,118-14-625 0 0,-230 20-345 0 0,-65 7-37 0 0,-161 18-84 0 0,9 0 50 0 0,-21 14-56 0 0,-9-5-10 0 0,1 1 1 0 0,-1-2 0 0 0,1 1-1 0 0,-1-1 1 0 0,1-1 0 0 0,0 0-1 0 0,0 0 1 0 0,-1-1 0 0 0,1 0-1 0 0,11-2 1 0 0,257-52 62 0 0,-268 52-68 0 0,50-9 7 0 0,112-5 1 0 0,-164 14-2611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3:56.7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93 246 16363 0 0,'-2'-5'4213'0'0,"9"5"-3876"0"0,-1 0-827 0 0,-3-1 730 0 0,-3-5-256 0 0,2-2 1 0 0,1 9 10 0 0,1 4 2 0 0,-1 1 65 0 0,1 0 0 0 0,-1 0 0 0 0,-1 1 0 0 0,1-1 0 0 0,-1 1 0 0 0,0-1 0 0 0,-1 1 0 0 0,2 9 0 0 0,1 59 485 0 0,-3-23-330 0 0,3 5-97 0 0,-4-30-44 0 0,8 41 0 0 0,-8-66-51 0 0,-3-15-17 0 0,-26-63-109 0 0,-21-64 25 0 0,43 116 93 0 0,1 0-1 0 0,1 0 1 0 0,-3-49 0 0 0,8 66-3 0 0,0 0 0 0 0,1 0 1 0 0,-1 0-1 0 0,1 0 0 0 0,1 0 1 0 0,0 0-1 0 0,-1 0 1 0 0,2 0-1 0 0,-1 1 0 0 0,1-1 1 0 0,0 1-1 0 0,1 0 0 0 0,-1-1 1 0 0,7-6-1 0 0,-4 6 20 0 0,1 0 0 0 0,0 0 0 0 0,0 0 0 0 0,1 1-1 0 0,0 0 1 0 0,0 0 0 0 0,1 1 0 0 0,-1 0 0 0 0,14-5 0 0 0,-4 3 18 0 0,0 1 0 0 0,0 1 1 0 0,0 1-1 0 0,1 0 0 0 0,0 2 0 0 0,0 0 0 0 0,-1 1 0 0 0,1 1 1 0 0,0 0-1 0 0,26 5 0 0 0,-34-3-45 0 0,-1 0 1 0 0,0 1-1 0 0,0 1 0 0 0,0 0 0 0 0,0 0 1 0 0,-1 0-1 0 0,0 2 0 0 0,0-1 0 0 0,13 11 1 0 0,-19-14-7 0 0,0 0 1 0 0,-1 0 0 0 0,1 1 0 0 0,-1-1-1 0 0,1 1 1 0 0,-1 0 0 0 0,0-1-1 0 0,0 1 1 0 0,0 0 0 0 0,0 1-1 0 0,-1-1 1 0 0,1 0 0 0 0,-1 0-1 0 0,0 1 1 0 0,0-1 0 0 0,0 0-1 0 0,0 1 1 0 0,-1-1 0 0 0,0 1-1 0 0,1-1 1 0 0,-1 1 0 0 0,0 0 0 0 0,-1-1-1 0 0,1 1 1 0 0,0-1 0 0 0,-1 1-1 0 0,0-1 1 0 0,0 0 0 0 0,0 1-1 0 0,0-1 1 0 0,-3 6 0 0 0,-3 1 12 0 0,0 1-1 0 0,0-1 1 0 0,-1-1 0 0 0,0 1 0 0 0,0-1 0 0 0,-15 11 0 0 0,-62 44 63 0 0,75-57-67 0 0,10-7-10 0 0,-24 17 32 0 0,-43 39 0 0 0,63-52-30 0 0,4-3 5 0 0,10 9 7 0 0,-9-9-13 0 0,-1 0 0 0 0,1 0 0 0 0,0 0 0 0 0,0 0 0 0 0,0 0-1 0 0,0 0 1 0 0,0-1 0 0 0,0 1 0 0 0,0 0 0 0 0,0 0 0 0 0,0-1 0 0 0,2 2-1 0 0,49 18 40 0 0,-24-10-29 0 0,47 25 0 0 0,-67-31-11 0 0,0 1 0 0 0,-1 0 1 0 0,0 0-1 0 0,0 1 0 0 0,0 0 0 0 0,-1 0 0 0 0,0 0 0 0 0,0 1 0 0 0,-1 0 0 0 0,8 11 0 0 0,-11-15 1 0 0,-1 0 0 0 0,0 0 0 0 0,1 0 1 0 0,-1 0-1 0 0,0 0 0 0 0,-1 0 0 0 0,1 0 0 0 0,0 0 0 0 0,-1 1 0 0 0,0-1 0 0 0,0 0 1 0 0,0 0-1 0 0,0 1 0 0 0,0-1 0 0 0,-1 0 0 0 0,1 0 0 0 0,-2 5 0 0 0,0-3 4 0 0,-1 1-1 0 0,1-1 1 0 0,-1 1-1 0 0,0-1 1 0 0,-1 0-1 0 0,1 0 1 0 0,-1 0 0 0 0,-7 7-1 0 0,-5 2 21 0 0,-1-1 0 0 0,0 0 0 0 0,0-1 0 0 0,-24 12-1 0 0,-51 22 184 0 0,-133 46 0 0 0,162-68-337 0 0,40-19-1063 0 0,26-13-2961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3:57.2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64 15291 0 0,'1'-15'1949'0'0,"3"21"-19"0"0,2 25-716 0 0,0 17-918 0 0,2-1 0 0 0,2 1 1 0 0,3-1-1 0 0,1-1 0 0 0,25 56 0 0 0,-36-96-303 0 0,2 5 61 0 0,-3-12-23 0 0,0-5-19 0 0,-2-4-6 0 0,0 0-1 0 0,0 0 0 0 0,0 0 0 0 0,-4-18 1 0 0,-1-6 1 0 0,3-10 12 0 0,3-56 0 0 0,1 79-6 0 0,0-1 0 0 0,2 1-1 0 0,1 0 1 0 0,11-34-1 0 0,-15 52 12 0 0,0-1-1 0 0,1 1 1 0 0,-1 0 0 0 0,1 0-1 0 0,0 0 1 0 0,0 0-1 0 0,0 0 1 0 0,0 1 0 0 0,1-1-1 0 0,-1 1 1 0 0,1-1 0 0 0,4-3-1 0 0,-5 5-4 0 0,0 0 0 0 0,0 0-1 0 0,0 1 1 0 0,-1-1 0 0 0,1 0-1 0 0,0 1 1 0 0,1-1 0 0 0,-1 1 0 0 0,0 0-1 0 0,0 0 1 0 0,0 0 0 0 0,0 0-1 0 0,0 0 1 0 0,0 0 0 0 0,0 0 0 0 0,0 1-1 0 0,0-1 1 0 0,0 1 0 0 0,0-1-1 0 0,0 1 1 0 0,0 0 0 0 0,2 1 0 0 0,9 6 30 0 0,0-1 1 0 0,-1 2 0 0 0,-1 0-1 0 0,1 0 1 0 0,-1 1 0 0 0,-1 0 0 0 0,0 1-1 0 0,17 23 1 0 0,2 9 15 0 0,27 58 1 0 0,-10-19-27 0 0,-45-79-103 0 0,5 5-223 0 0,-1 1-1 0 0,0 0 1 0 0,0 0-1 0 0,-1 0 1 0 0,0 0-1 0 0,-1 1 1 0 0,0-1-1 0 0,3 14 1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3:57.6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94 16 15643 0 0,'0'-14'1942'0'0,"0"14"-1906"0"0,0 0 1 0 0,0-1-1 0 0,0 1 1 0 0,0 0-1 0 0,0 0 1 0 0,0 0-1 0 0,0 0 1 0 0,0 0-1 0 0,0 0 1 0 0,0 0-1 0 0,0 0 1 0 0,1 0-1 0 0,-1 0 1 0 0,0 0-1 0 0,0 0 1 0 0,0 0-1 0 0,0 0 1 0 0,0 0-1 0 0,0 0 1 0 0,0 0-1 0 0,0 0 1 0 0,1 0-1 0 0,-1 0 1 0 0,0 0-1 0 0,0 0 1 0 0,0 0-1 0 0,0 0 1 0 0,0 0-1 0 0,0 0 1 0 0,0 0-1 0 0,0 0 1 0 0,0 0-1 0 0,1 0 1 0 0,-1 0-1 0 0,0 0 1 0 0,0 0-1 0 0,0 0 1 0 0,0 1-1 0 0,0-1 1 0 0,0 0-1 0 0,0 0 1 0 0,0 0-1 0 0,0 0 1 0 0,0 0-1 0 0,0 0 1 0 0,0 0-1 0 0,0 0 1 0 0,0 0-1 0 0,0 0 1 0 0,0 1-1 0 0,0-1 1 0 0,0 0-1 0 0,0 0 1 0 0,0 0-1 0 0,0 0 1 0 0,0 0-1 0 0,0 0 1 0 0,2 3 113 0 0,-1-1 1 0 0,0 1 0 0 0,0-1 0 0 0,0 1 0 0 0,0 0 0 0 0,-1-1-1 0 0,1 1 1 0 0,0 3 0 0 0,-2 59 617 0 0,-2-1-1 0 0,-21 111 1 0 0,17-127-686 0 0,-36 148-1788 0 0,40-182 976 0 0,2-13-123 0 0,-1-2-684 0 0,1 1 1396 0 0,1 0-1 0 0,-1-1 0 0 0,0 1 0 0 0,1-1 0 0 0,-1 1 0 0 0,1 0 0 0 0,-1-1 0 0 0,1 1 0 0 0,-1-1 1 0 0,1 1-1 0 0,-1-1 0 0 0,1 0 0 0 0,-1 1 0 0 0,1-1 0 0 0,0 0 0 0 0,-1 1 0 0 0,1-1 1 0 0,0 0-1 0 0,-1 1 0 0 0,1-1 0 0 0,0 0 0 0 0,0 1 0 0 0,0-1 0 0 0,0-1 0 0 0,-4-25-1302 0 0,3 20 1087 0 0,-3-35 12 0 0,2-71 1 0 0,4 72 1647 0 0,2 0 0 0 0,2 1 0 0 0,19-67 0 0 0,-23 98-909 0 0,1 0 0 0 0,1 1 0 0 0,0-1 0 0 0,0 1 0 0 0,1 0 1 0 0,0 0-1 0 0,6-7 0 0 0,-10 13-343 0 0,0 1 0 0 0,0-1 0 0 0,0 1 0 0 0,0 0 0 0 0,0 0-1 0 0,1 0 1 0 0,-1-1 0 0 0,0 1 0 0 0,1 0 0 0 0,-1 1 0 0 0,1-1 0 0 0,-1 0 0 0 0,1 0 0 0 0,-1 1 0 0 0,1-1 0 0 0,-1 1 0 0 0,1-1 0 0 0,0 1 0 0 0,-1-1 0 0 0,1 1 0 0 0,0 0 0 0 0,-1 0 0 0 0,1 0 0 0 0,0 0 0 0 0,-1 0 0 0 0,1 0 0 0 0,0 1 0 0 0,-1-1 0 0 0,1 1 0 0 0,0-1 0 0 0,-1 1 0 0 0,1-1 0 0 0,-1 1 0 0 0,1 0 0 0 0,-1 0 0 0 0,1 0 0 0 0,-1 0 0 0 0,0 0 0 0 0,1 0 0 0 0,-1 0-1 0 0,0 0 1 0 0,0 0 0 0 0,0 1 0 0 0,0-1 0 0 0,1 2 0 0 0,7 10-1 0 0,-1 0-1 0 0,0 0 1 0 0,-1 1-1 0 0,0 0 1 0 0,-2 0-1 0 0,1 1 0 0 0,3 20 1 0 0,9 20 10 0 0,1-4-399 0 0,3-2-1 0 0,51 89 1 0 0,-61-126-1606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3:58.0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 9 18084 0 0,'-22'-5'2337'0'0,"23"2"-1233"0"0,14 3-1052 0 0,175 11 1045 0 0,24 1-4551 0 0,-182-14 1934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3:58.3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258 8 16315 0 0,'-1'-1'99'0'0,"0"1"-1"0"0,-1 0 0 0 0,1 0 0 0 0,0 0 0 0 0,0 0 0 0 0,0 0 0 0 0,0 0 0 0 0,0 0 0 0 0,0 0 0 0 0,0 0 0 0 0,0 1 0 0 0,-1-1 0 0 0,1 0 0 0 0,0 1 0 0 0,0-1 0 0 0,0 1 0 0 0,0-1 0 0 0,1 1 0 0 0,-1-1 0 0 0,0 1 0 0 0,0 0 0 0 0,0-1 0 0 0,0 1 0 0 0,0 0 0 0 0,1 0 0 0 0,-1 0 0 0 0,0 0 0 0 0,0 1 0 0 0,-23 32 800 0 0,19-25-508 0 0,2-3-245 0 0,-11 14 353 0 0,2 1-1 0 0,-13 31 0 0 0,-31 71 60 0 0,47-105-1251 0 0,-2-1 0 0 0,0 0 0 0 0,-1-1 0 0 0,-22 25-1 0 0,28-36-604 0 0,3-3-360 0 0</inkml:trace>
  <inkml:trace contextRef="#ctx0" brushRef="#br0" timeOffset="1">1 44 15235 0 0,'0'-2'187'0'0,"1"0"-1"0"0,0-1 1 0 0,0 1-1 0 0,0 0 1 0 0,0 0-1 0 0,0 0 1 0 0,0 0-1 0 0,0 0 1 0 0,1 0-1 0 0,-1 0 1 0 0,1 0 0 0 0,-1 0-1 0 0,1 1 1 0 0,0-1-1 0 0,0 0 1 0 0,-1 1-1 0 0,1 0 1 0 0,0-1-1 0 0,0 1 1 0 0,1 0-1 0 0,-1 0 1 0 0,0 0-1 0 0,0 0 1 0 0,1 1-1 0 0,-1-1 1 0 0,0 1-1 0 0,0-1 1 0 0,1 1-1 0 0,3 0 1 0 0,-2 0-108 0 0,0 0 1 0 0,1 1-1 0 0,-1 0 0 0 0,0 0 1 0 0,0 0-1 0 0,0 0 0 0 0,0 0 1 0 0,0 1-1 0 0,0 0 0 0 0,-1 0 1 0 0,1 0-1 0 0,-1 0 0 0 0,1 1 0 0 0,-1-1 1 0 0,0 1-1 0 0,4 4 0 0 0,75 93 709 0 0,-5-4-833 0 0,-64-82-534 0 0,1 0 0 0 0,0-2 1 0 0,0 1-1 0 0,24 13 0 0 0,-20-15-1405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3:58.6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90 326 19364 0 0,'0'0'343'0'0,"4"0"173"0"0,-1 1-487 0 0,-1-1 0 0 0,0 1 0 0 0,0 0 0 0 0,1 0 0 0 0,-1 0 0 0 0,0 0 0 0 0,0 0 0 0 0,0 0 0 0 0,0 0 0 0 0,-1 1 0 0 0,1-1 0 0 0,0 1 0 0 0,0 0 0 0 0,-1-1 0 0 0,1 1 0 0 0,-1 0 0 0 0,0 0 0 0 0,1 0 0 0 0,-1 0 1 0 0,0 0-1 0 0,0 0 0 0 0,0 0 0 0 0,0 4 0 0 0,5 8 111 0 0,-2 2 1 0 0,5 22 0 0 0,-5-15 0 0 0,22 128-2647 0 0,-22-132 805 0 0</inkml:trace>
  <inkml:trace contextRef="#ctx0" brushRef="#br0" timeOffset="1">27 16 21901 0 0,'-12'-9'1560'0'0,"5"4"-1320"0"0,4 4 216 0 0,-2 14-6649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4:03.9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100 334 13779 0 0,'0'-1'69'0'0,"0"1"1"0"0,0 0-1 0 0,0 0 0 0 0,0 0 0 0 0,0 0 1 0 0,0 0-1 0 0,0 0 0 0 0,0-1 1 0 0,0 1-1 0 0,0 0 0 0 0,0 0 1 0 0,0 0-1 0 0,0 0 0 0 0,0 0 0 0 0,0 0 1 0 0,0-1-1 0 0,0 1 0 0 0,0 0 1 0 0,0 0-1 0 0,0 0 0 0 0,0 0 1 0 0,0 0-1 0 0,0 0 0 0 0,1 0 0 0 0,-1 0 1 0 0,0-1-1 0 0,0 1 0 0 0,0 0 1 0 0,0 0-1 0 0,0 0 0 0 0,0 0 1 0 0,0 0-1 0 0,0 0 0 0 0,1 0 0 0 0,-1 0 1 0 0,0 0-1 0 0,0 0 0 0 0,0 0 1 0 0,0 0-1 0 0,0 0 0 0 0,0 0 1 0 0,1 0-1 0 0,-1 0 0 0 0,0 0 0 0 0,0 0 1 0 0,7 4 1188 0 0,3 4-1065 0 0,-6-3-162 0 0,-4-5 117 0 0,4-3-61 0 0,-2 1-33 0 0,-1 3-22 0 0,2 4 14 0 0,0 2-15 0 0,11 33 329 0 0,-2 0 1 0 0,-2 0-1 0 0,8 73 0 0 0,-8-69-160 0 0,-5-27-5 0 0,-4-14 37 0 0,-1-7 134 0 0,-7-41-342 0 0,-19-142 140 0 0,23 147-130 0 0,2 0 1 0 0,5-67 0 0 0,-2 96-36 0 0,-1-1 1 0 0,2 1 0 0 0,0-1-1 0 0,0 1 1 0 0,1 0-1 0 0,0 0 1 0 0,1 0 0 0 0,0 1-1 0 0,1 0 1 0 0,8-12 0 0 0,-8 14 0 0 0,1 1 0 0 0,0-1 1 0 0,0 1-1 0 0,0 1 0 0 0,1 0 0 0 0,0 0 1 0 0,0 0-1 0 0,1 1 0 0 0,-1 0 1 0 0,1 1-1 0 0,0 0 0 0 0,13-4 1 0 0,-7 4 9 0 0,0 0 1 0 0,0 1 0 0 0,0 1-1 0 0,0 0 1 0 0,1 1 0 0 0,-1 1-1 0 0,1 0 1 0 0,-1 1 0 0 0,1 1-1 0 0,23 5 1 0 0,-33-5-9 0 0,0 0 0 0 0,1 0-1 0 0,-1 1 1 0 0,0-1 0 0 0,0 2 0 0 0,-1-1 0 0 0,1 0-1 0 0,-1 1 1 0 0,0 0 0 0 0,0 1 0 0 0,9 8-1 0 0,-11-9-2 0 0,0 1 0 0 0,0-1 0 0 0,-1 1 0 0 0,1 0 0 0 0,-1 0 0 0 0,0 0 0 0 0,0 0 0 0 0,-1 0-1 0 0,1 1 1 0 0,-1-1 0 0 0,0 0 0 0 0,-1 1 0 0 0,1-1 0 0 0,-1 0 0 0 0,0 1 0 0 0,-1 6 0 0 0,0-3 5 0 0,-1-1 0 0 0,0 1 0 0 0,0-1 0 0 0,-1 1 0 0 0,0-1 0 0 0,-1 0 0 0 0,0 0 0 0 0,0 0 0 0 0,0 0 0 0 0,-1-1 1 0 0,0 0-1 0 0,-1 0 0 0 0,0 0 0 0 0,-10 9 0 0 0,-6 4 15 0 0,-2-1 1 0 0,-48 30 0 0 0,-46 14 18 0 0,64-35-20 0 0,38-21-13 0 0,13-7-4 0 0,1 1-1 0 0,-1 0 0 0 0,1 0 0 0 0,-1 0 0 0 0,1 0 0 0 0,0 1 0 0 0,-1-1 0 0 0,1 1 0 0 0,0-1 0 0 0,0 1 0 0 0,0 0 0 0 0,0-1 0 0 0,0 1 0 0 0,0 0 0 0 0,1 1 0 0 0,-3 3 0 0 0,4-5 1 0 0,0-1-1 0 0,0 1 1 0 0,0-1-1 0 0,0 1 1 0 0,0 0-1 0 0,1-1 1 0 0,-1 1-1 0 0,0-1 1 0 0,1 1-1 0 0,-1-1 1 0 0,0 1-1 0 0,1-1 1 0 0,-1 1-1 0 0,0-1 1 0 0,1 0-1 0 0,-1 1 1 0 0,1-1-1 0 0,-1 1 1 0 0,1-1-1 0 0,-1 0 1 0 0,1 1-1 0 0,-1-1 1 0 0,1 0-1 0 0,0 0 1 0 0,-1 1 0 0 0,1-1-1 0 0,-1 0 1 0 0,1 0-1 0 0,-1 0 1 0 0,1 0-1 0 0,0 0 1 0 0,0 0-1 0 0,23 5 27 0 0,-22-5-23 0 0,115 12 100 0 0,-74-10-94 0 0,0 3 0 0 0,-1 1 0 0 0,0 2 0 0 0,61 20 0 0 0,-96-26-13 0 0,0 1 0 0 0,0 1 0 0 0,-1-1 0 0 0,1 1 0 0 0,-1 0 0 0 0,0 0 0 0 0,0 1 0 0 0,8 8 0 0 0,-12-11 2 0 0,0 0 0 0 0,-1 0 0 0 0,1 0 0 0 0,-1 0 0 0 0,0 1 1 0 0,1-1-1 0 0,-1 0 0 0 0,0 1 0 0 0,0-1 0 0 0,0 1 0 0 0,-1-1 0 0 0,1 1 0 0 0,-1-1 0 0 0,1 1 0 0 0,-1-1 0 0 0,0 1 0 0 0,0 0 0 0 0,0-1 1 0 0,0 1-1 0 0,0-1 0 0 0,-1 1 0 0 0,1 0 0 0 0,-1-1 0 0 0,0 1 0 0 0,0-1 0 0 0,0 1 0 0 0,0-1 0 0 0,-1 3 0 0 0,-5 6 22 0 0,-1 0 0 0 0,0 0 0 0 0,-1 0 0 0 0,0-1 0 0 0,0 0 0 0 0,-1-1 0 0 0,-1 0 0 0 0,-21 14 0 0 0,-7 1 87 0 0,-53 25-1 0 0,-131 51 121 0 0,190-88-223 0 0,0-1 0 0 0,-1-2 1 0 0,0-1-1 0 0,-69 6 0 0 0,102-13-46 0 0,-1-1 1 0 0,1 0-1 0 0,-1 0 1 0 0,0 0-1 0 0,1 0 1 0 0,-1 0-1 0 0,1-1 1 0 0,-1 1-1 0 0,1 0 1 0 0,-1-1-1 0 0,1 1 1 0 0,-1-1-1 0 0,1 1 1 0 0,-1-1-1 0 0,1 0 1 0 0,-1 0-1 0 0,-2-1 1 0 0,4 1-57 0 0,0 0 1 0 0,-1 0-1 0 0,1 0 1 0 0,0 0-1 0 0,0 0 1 0 0,0 0-1 0 0,0 0 1 0 0,-1 0-1 0 0,1 1 1 0 0,0-1-1 0 0,1 0 1 0 0,-1 0-1 0 0,0 0 1 0 0,0 0-1 0 0,0 0 1 0 0,0 0-1 0 0,1 0 1 0 0,-1 0-1 0 0,0 1 1 0 0,1-1-1 0 0,-1 0 1 0 0,1 0-1 0 0,-1 0 1 0 0,1 1-1 0 0,-1-1 1 0 0,1 0-1 0 0,0 1 1 0 0,-1-1-1 0 0,1 0 1 0 0,0 1 0 0 0,1-2-1 0 0,9-9-1779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4:04.4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92 123 13499 0 0,'0'0'2949'0'0,"4"3"-2263"0"0,-2-1-608 0 0,-1 1 1 0 0,0 0-1 0 0,1-1 0 0 0,-1 1 0 0 0,0 0 0 0 0,-1-1 0 0 0,1 1 1 0 0,0 0-1 0 0,-1 0 0 0 0,0 0 0 0 0,0-1 0 0 0,0 6 0 0 0,-4 43 955 0 0,1-18-689 0 0,3-17-258 0 0,1 1 0 0 0,1-1 0 0 0,0 1 0 0 0,5 15 0 0 0,-1 0 9 0 0,-33-63 242 0 0,-30-43 0 0 0,52 66-331 0 0,1 1 0 0 0,0-1-1 0 0,0 0 1 0 0,1 0 0 0 0,0-1 0 0 0,1 1 0 0 0,-1-1 0 0 0,2 1 0 0 0,-1-1 0 0 0,1 0 0 0 0,0 1 0 0 0,1-16-1 0 0,1 18 7 0 0,0-1-1 0 0,1 1 0 0 0,-1 0 0 0 0,1-1 1 0 0,1 1-1 0 0,-1 0 0 0 0,1 0 0 0 0,0 0 0 0 0,0 0 1 0 0,1 1-1 0 0,-1-1 0 0 0,1 1 0 0 0,1 0 1 0 0,-1 0-1 0 0,1 0 0 0 0,-1 1 0 0 0,8-6 0 0 0,-4 5 4 0 0,-1 0 0 0 0,1 0 0 0 0,0 0 0 0 0,0 1 0 0 0,0 0 0 0 0,0 1 0 0 0,1 0 0 0 0,0 0 0 0 0,-1 1-1 0 0,1 0 1 0 0,0 1 0 0 0,0 0 0 0 0,0 0 0 0 0,0 1 0 0 0,0 0 0 0 0,0 0 0 0 0,0 1 0 0 0,0 0-1 0 0,0 1 1 0 0,0 0 0 0 0,0 0 0 0 0,-1 1 0 0 0,1 0 0 0 0,-1 1 0 0 0,0 0 0 0 0,0 0 0 0 0,0 1-1 0 0,0-1 1 0 0,-1 2 0 0 0,0-1 0 0 0,0 1 0 0 0,0 0 0 0 0,-1 1 0 0 0,0-1 0 0 0,10 16 0 0 0,-14-20-12 0 0,-1 0 1 0 0,1 0 0 0 0,-1 1 0 0 0,0-1 0 0 0,1 1 0 0 0,-1-1 0 0 0,0 1 0 0 0,0 0-1 0 0,-1 0 1 0 0,1-1 0 0 0,-1 1 0 0 0,1 0 0 0 0,-1 0 0 0 0,0-1 0 0 0,0 1 0 0 0,0 0-1 0 0,0 0 1 0 0,-1 0 0 0 0,1-1 0 0 0,-1 1 0 0 0,0 0 0 0 0,1-1 0 0 0,-1 1 0 0 0,0 0-1 0 0,-3 3 1 0 0,2-3 2 0 0,-1 1 0 0 0,0-1 0 0 0,0 0 0 0 0,0 0 0 0 0,0-1-1 0 0,-1 1 1 0 0,1-1 0 0 0,-1 1 0 0 0,0-1 0 0 0,1 0 0 0 0,-1 0-1 0 0,0-1 1 0 0,0 1 0 0 0,0-1 0 0 0,0 0 0 0 0,-6 1 0 0 0,-8 2-83 0 0,7-1-236 0 0,1-1 0 0 0,-1 0 0 0 0,0-1 0 0 0,0 0 1 0 0,-19-1-1 0 0,24-2-120 0 0,16-7-6190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4:04.7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92 32 6281 0 0,'27'-14'2910'0'0,"0"0"241"0"0,-21 12-1021 0 0,-8 5 590 0 0,-21 17-2358 0 0,2 2 1 0 0,0 0-1 0 0,-18 25 0 0 0,34-39-313 0 0,-1-1 0 0 0,1 1 0 0 0,1 0 0 0 0,0 0-1 0 0,0 1 1 0 0,0-1 0 0 0,1 1 0 0 0,0 0 0 0 0,1 0-1 0 0,0 0 1 0 0,1 0 0 0 0,-1 0 0 0 0,2 0 0 0 0,-1 12-1 0 0,2-18-30 0 0,-1 0 0 0 0,0 0 0 0 0,1 0 0 0 0,0 0 0 0 0,-1 0 0 0 0,1 0 0 0 0,0 0 0 0 0,1 0 0 0 0,-1 0 0 0 0,0-1 0 0 0,1 1 0 0 0,0 0 0 0 0,-1-1 0 0 0,1 0 0 0 0,0 1 0 0 0,0-1 0 0 0,1 0 0 0 0,-1 0 0 0 0,0 0 0 0 0,1 0 0 0 0,-1 0 0 0 0,1-1 0 0 0,-1 1 0 0 0,1-1 0 0 0,0 0 0 0 0,0 1 0 0 0,0-1 0 0 0,0-1 0 0 0,-1 1 0 0 0,1 0 0 0 0,0-1 0 0 0,0 1 0 0 0,5-1 0 0 0,1 0 24 0 0,-1 0 0 0 0,1-1 0 0 0,-1 0-1 0 0,1 0 1 0 0,-1-1 0 0 0,1 0-1 0 0,-1 0 1 0 0,0-1 0 0 0,0 0 0 0 0,14-8-1 0 0,-13 5-3 0 0,1 0 0 0 0,-1-1 0 0 0,0 0-1 0 0,-1 0 1 0 0,1-1 0 0 0,-1-1-1 0 0,-1 1 1 0 0,0-1 0 0 0,0 0 0 0 0,-1-1-1 0 0,7-11 1 0 0,-11 16-14 0 0,0 1 0 0 0,0 0 0 0 0,-1-1 0 0 0,1 1 0 0 0,-1-1 0 0 0,0 0 0 0 0,0 1 0 0 0,-1-1 0 0 0,1 0 0 0 0,-1 0-1 0 0,0 0 1 0 0,0 1 0 0 0,-1-1 0 0 0,1 0 0 0 0,-1 0 0 0 0,0 1 0 0 0,0-1 0 0 0,-1 1 0 0 0,1-1 0 0 0,-1 1 0 0 0,0-1 0 0 0,-1 1 0 0 0,1 0 0 0 0,0 0 0 0 0,-1 0 0 0 0,0 0-1 0 0,0 1 1 0 0,0-1 0 0 0,-5-3 0 0 0,1 1 1 0 0,-1 0-1 0 0,0 0 0 0 0,0 1 1 0 0,0 0-1 0 0,-1 0 0 0 0,0 1 1 0 0,0 0-1 0 0,-10-2 0 0 0,15 4-45 0 0,-1 1-1 0 0,1 0 0 0 0,-1 0 0 0 0,0 0 1 0 0,0 0-1 0 0,1 1 0 0 0,-1 0 1 0 0,0 0-1 0 0,0 0 0 0 0,1 0 1 0 0,-1 1-1 0 0,0 0 0 0 0,0 0 0 0 0,1 0 1 0 0,-1 1-1 0 0,1-1 0 0 0,-1 1 1 0 0,-5 3-1 0 0,9-4-132 0 0,0 0 1 0 0,0 0-1 0 0,-1 0 1 0 0,1 0-1 0 0,0 1 1 0 0,0-1-1 0 0,0 0 1 0 0,0 0-1 0 0,0 1 1 0 0,0-1-1 0 0,1 1 1 0 0,-1-1-1 0 0,0 1 1 0 0,1-1-1 0 0,-1 1 1 0 0,1-1-1 0 0,-1 4 1 0 0,2 3-1502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4:05.0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33 16868 0 0,'25'-32'3778'0'0,"-24"49"-2934"0"0,-8 19-327 0 0,3-20-389 0 0,1 1 0 0 0,0 0-1 0 0,0 20 1 0 0,3-19-89 0 0,0-2-11 0 0,0-1 1 0 0,1 0-1 0 0,4 19 0 0 0,1-2-141 0 0,9 36-542 0 0,-13-61-167 0 0,1 1 0 0 0,0-1 1 0 0,8 13-1 0 0,-5-12-1237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4:05.4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79 16980 0 0,'-13'-12'1200'0'0,"4"2"-520"0"0,6 2-480 0 0,0 1 1016 0 0,4-1-664 0 0,8 1-151 0 0,4 2-41 0 0,5 0-64 0 0,6 2-144 0 0,2-2-24 0 0,6 2-16 0 0,6 1-8 0 0,-1-1-24 0 0,5 3-80 0 0,3 0-160 0 0,0 1-88 0 0,0 1-168 0 0,1 3-1905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4:14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82 8018 0 0,'-1'-3'619'0'0,"1"-1"0"0"0,-1 0 0 0 0,1 0 0 0 0,0 1-1 0 0,1-1 1 0 0,-1 0 0 0 0,1 1 0 0 0,0-5 0 0 0,-1 7-590 0 0,1-2 452 0 0,-4-2-159 0 0,-10-18 507 0 0,10 17 1394 0 0,3 6-2168 0 0,-1-1 0 0 0,1 1 0 0 0,0-1 1 0 0,-1 1-1 0 0,1-1 0 0 0,-1 1 1 0 0,1 0-1 0 0,-1-1 0 0 0,1 1 0 0 0,-1-1 1 0 0,1 1-1 0 0,-1 0 0 0 0,1-1 0 0 0,-1 1 1 0 0,1 0-1 0 0,-1 0 0 0 0,1 0 0 0 0,-1-1 1 0 0,0 1-1 0 0,1 0 0 0 0,-1 0 0 0 0,0 0 1 0 0,1 0-1 0 0,-1 0 0 0 0,1 0 0 0 0,-1 0 1 0 0,0 0-1 0 0,1 0 0 0 0,-1 0 0 0 0,1 1 1 0 0,-1-1-1 0 0,0 0 0 0 0,1 0 0 0 0,-1 0 1 0 0,1 1-1 0 0,-1-1 0 0 0,1 0 0 0 0,-1 1 1 0 0,1-1-1 0 0,-1 1 0 0 0,1-1 0 0 0,-1 0 1 0 0,0 1-1 0 0,-5 10 295 0 0,-2-1-1 0 0,-16 19 1 0 0,-7 10 119 0 0,10-11-220 0 0,-32 34 1 0 0,-7 8-67 0 0,46-55-374 0 0,7-12-5542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4:14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13147 0 0,'1'-2'143'0'0,"-1"-1"1"0"0,1 1 0 0 0,-1 0-1 0 0,1 0 1 0 0,-1 0 0 0 0,1 0-1 0 0,0 0 1 0 0,0 0-1 0 0,0 0 1 0 0,1 1 0 0 0,-1-1-1 0 0,0 0 1 0 0,1 1-1 0 0,-1-1 1 0 0,1 0 0 0 0,-1 1-1 0 0,1 0 1 0 0,0-1 0 0 0,-1 1-1 0 0,1 0 1 0 0,0 0-1 0 0,0 0 1 0 0,0 0 0 0 0,0 0-1 0 0,0 0 1 0 0,0 1 0 0 0,0-1-1 0 0,0 1 1 0 0,0-1-1 0 0,0 1 1 0 0,1 0 0 0 0,-1 0-1 0 0,0 0 1 0 0,0 0 0 0 0,0 0-1 0 0,3 1 1 0 0,1 0 117 0 0,1 1 0 0 0,-1 0 1 0 0,0 0-1 0 0,0 1 0 0 0,0 0 1 0 0,0 0-1 0 0,0 0 0 0 0,-1 1 1 0 0,1-1-1 0 0,8 9 0 0 0,40 46 469 0 0,-40-42-662 0 0,0-1 0 0 0,1 0 0 0 0,31 24 0 0 0,-34-31-567 0 0,1-1 0 0 0,0-1 0 0 0,1 0 1 0 0,0-1-1 0 0,17 5 0 0 0,-11-5-1001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4:16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0 393 7362 0 0,'0'0'2592'0'0,"6"-1"-1758"0"0,0-3-722 0 0,0-3 38 0 0,-6 5-118 0 0,1 1 0 0 0,-1-1 0 0 0,1 0-1 0 0,-1 0 1 0 0,0 0 0 0 0,0 0 0 0 0,0 1 0 0 0,0-1-1 0 0,0-4 1 0 0,-1 1 41 0 0,6-4 332 0 0,10 2 33 0 0,-9 5-218 0 0,14-8 89 0 0,0 1 0 0 0,0 0 0 0 0,1 2 0 0 0,0 0 0 0 0,0 2 0 0 0,25-4 0 0 0,135-8 245 0 0,-107 13-206 0 0,333-39 1107 0 0,-166 30-804 0 0,-79 7-314 0 0,1047-51 1082 0 0,-1166 56-1390 0 0,649-41 578 0 0,-357 8-368 0 0,77-7 59 0 0,-305 34-234 0 0,71-8 96 0 0,-174 15 321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4:17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187 246 10466 0 0,'-7'-8'7328'0'0,"-11"-3"-7897"0"0,16 10 1173 0 0,-1-1-524 0 0,0 0 0 0 0,0 0 1 0 0,0-1-1 0 0,1 1 0 0 0,-1 0 0 0 0,1-1 0 0 0,0 0 1 0 0,-1 1-1 0 0,1-1 0 0 0,0 0 0 0 0,0 0 0 0 0,1 0 0 0 0,-1 0 1 0 0,1-1-1 0 0,0 1 0 0 0,-1 0 0 0 0,1-1 0 0 0,1 1 0 0 0,-1-1 1 0 0,0 1-1 0 0,1-1 0 0 0,0 1 0 0 0,0-1 0 0 0,0 1 0 0 0,1-5 1 0 0,0 3-44 0 0,0-1 1 0 0,1 1-1 0 0,0 0 1 0 0,0 0-1 0 0,1 0 1 0 0,-1 1-1 0 0,1-1 1 0 0,0 0-1 0 0,0 1 1 0 0,1 0-1 0 0,0 0 1 0 0,-1 0-1 0 0,1 0 1 0 0,9-6-1 0 0,-1 1 45 0 0,1 0 0 0 0,0 1-1 0 0,1 1 1 0 0,0 0 0 0 0,27-9-1 0 0,-30 13-62 0 0,-1 0 0 0 0,1 1-1 0 0,0 0 1 0 0,0 1-1 0 0,0 0 1 0 0,0 1 0 0 0,0 0-1 0 0,0 0 1 0 0,11 3 0 0 0,-19-3-20 0 0,1 1 1 0 0,-1 0 0 0 0,0 0 0 0 0,0 0 0 0 0,0 0 0 0 0,0 0 0 0 0,-1 1 0 0 0,1-1 0 0 0,0 1 0 0 0,0 0 0 0 0,-1 0 0 0 0,1 0 0 0 0,-1 0 0 0 0,0 0 0 0 0,0 0 0 0 0,0 1 0 0 0,0-1 0 0 0,3 5 0 0 0,-3-2 7 0 0,0 0-1 0 0,0 0 1 0 0,0 0-1 0 0,-1 0 1 0 0,1 0 0 0 0,-1 1-1 0 0,0-1 1 0 0,-1 0 0 0 0,1 1-1 0 0,-1 5 1 0 0,-2 8 22 0 0,0-1-1 0 0,-1 0 1 0 0,-1 0-1 0 0,0 0 1 0 0,-10 23 0 0 0,-14 34 38 0 0,-4-1 1 0 0,-3-2-1 0 0,-3-1 0 0 0,-66 92 1 0 0,83-135-13 0 0,-34 35 0 0 0,47-55-1 0 0,-1 0 0 0 0,0-1 1 0 0,0 0-1 0 0,-1 0 0 0 0,0-1 1 0 0,0 0-1 0 0,-21 9 0 0 0,31-15-39 0 0,-1 1-1 0 0,0-1 1 0 0,0 0 0 0 0,0 1-1 0 0,1-1 1 0 0,-1 0 0 0 0,0 0-1 0 0,0 1 1 0 0,0-1-1 0 0,0 0 1 0 0,0 0 0 0 0,0 0-1 0 0,1 0 1 0 0,-1 0 0 0 0,0 0-1 0 0,0 0 1 0 0,0-1-1 0 0,0 1 1 0 0,0 0 0 0 0,0 0-1 0 0,1-1 1 0 0,-1 1 0 0 0,0 0-1 0 0,0-1 1 0 0,-1 0 0 0 0,2 0 2 0 0,-1 0 1 0 0,1 0 0 0 0,-1 0 0 0 0,1 0 0 0 0,0 0 0 0 0,-1 0-1 0 0,1 0 1 0 0,0 0 0 0 0,0 0 0 0 0,0 0 0 0 0,0 0 0 0 0,0-1 0 0 0,0 1-1 0 0,0 0 1 0 0,0 0 0 0 0,0 0 0 0 0,1-2 0 0 0,1-3 37 0 0,0 1-1 0 0,0-1 1 0 0,0 0 0 0 0,1 1 0 0 0,0-1 0 0 0,5-7 0 0 0,-4 8-21 0 0,0 0 0 0 0,1 0 0 0 0,-1 1 1 0 0,1-1-1 0 0,0 1 0 0 0,0 0 1 0 0,1 0-1 0 0,-1 1 0 0 0,1-1 0 0 0,7-2 1 0 0,-8 4-13 0 0,0 1-1 0 0,0 0 1 0 0,0 0 0 0 0,0 0 0 0 0,0 0 0 0 0,1 1 0 0 0,-1 0-1 0 0,0 0 1 0 0,0 1 0 0 0,0-1 0 0 0,1 1 0 0 0,-1 0 0 0 0,8 3-1 0 0,137 53 407 0 0,-110-39-519 0 0,2-2-1 0 0,0-1 0 0 0,68 13 1 0 0,-65-22-2352 0 0,-31-5 1070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4:17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16 14875 0 0,'0'-1'82'0'0,"0"0"1"0"0,0 0-1 0 0,0 1 0 0 0,0-1 1 0 0,0 0-1 0 0,0 1 0 0 0,0-1 1 0 0,-1 0-1 0 0,1 1 0 0 0,0-1 0 0 0,-1 1 1 0 0,1-1-1 0 0,0 0 0 0 0,-1 1 1 0 0,1-1-1 0 0,-1 1 0 0 0,1-1 1 0 0,-1 1-1 0 0,1-1 0 0 0,-1 1 0 0 0,1-1 1 0 0,-1 1-1 0 0,1 0 0 0 0,-1-1 1 0 0,-1 0-1 0 0,-11 16 834 0 0,10-10-938 0 0,-128 205 2796 0 0,55-80-2681 0 0,62-105-415 0 0,-18 24-2560 0 0,26-41 1585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4:18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16283 0 0,'0'0'81'0'0,"0"-1"0"0"0,0 0-1 0 0,1 1 1 0 0,-1-1-1 0 0,0 1 1 0 0,1-1-1 0 0,-1 0 1 0 0,1 1-1 0 0,-1-1 1 0 0,1 1-1 0 0,-1-1 1 0 0,1 1-1 0 0,-1-1 1 0 0,1 1-1 0 0,-1 0 1 0 0,1-1-1 0 0,0 1 1 0 0,-1 0-1 0 0,1-1 1 0 0,-1 1-1 0 0,1 0 1 0 0,0 0-1 0 0,-1 0 1 0 0,1-1-1 0 0,0 1 1 0 0,1 0-1 0 0,-1 1 26 0 0,0-1-1 0 0,1 0 0 0 0,-1 1 1 0 0,0-1-1 0 0,0 1 0 0 0,1-1 1 0 0,-1 1-1 0 0,0 0 0 0 0,0-1 0 0 0,0 1 1 0 0,0 0-1 0 0,2 2 0 0 0,1 1 74 0 0,-1 0 0 0 0,1 0-1 0 0,-1 0 1 0 0,0 0-1 0 0,-1 1 1 0 0,4 5 0 0 0,0 9 275 0 0,0 1 1 0 0,6 34 0 0 0,-9-35-317 0 0,1 0 0 0 0,0-1 1 0 0,12 29-1 0 0,-9-35-457 0 0,0-1 0 0 0,0 1 0 0 0,1-1 0 0 0,0 0-1 0 0,1-1 1 0 0,1 0 0 0 0,-1 0 0 0 0,20 13 0 0 0,-11-9-1743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4:18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1 365 15235 0 0,'13'-9'835'0'0,"94"-64"3626"0"0,-62 40-3420 0 0,60-56 0 0 0,-64 50-845 0 0,49-62 0 0 0,-89 99-205 0 0,0 0 0 0 0,0 1-1 0 0,1-1 1 0 0,-1 1 0 0 0,1-1 0 0 0,-1 1 0 0 0,1-1-1 0 0,-1 1 1 0 0,1 0 0 0 0,0 0 0 0 0,0 0 0 0 0,-1 0-1 0 0,5-1 1 0 0,-5 2-1 0 0,0 0 0 0 0,-1 0 0 0 0,1 0 0 0 0,0 0-1 0 0,0 1 1 0 0,-1-1 0 0 0,1 0 0 0 0,0 1 0 0 0,0-1 0 0 0,-1 0-1 0 0,1 1 1 0 0,0-1 0 0 0,-1 1 0 0 0,1-1 0 0 0,0 1 0 0 0,-1-1-1 0 0,1 1 1 0 0,-1 0 0 0 0,1-1 0 0 0,-1 1 0 0 0,1 0 0 0 0,-1-1-1 0 0,0 1 1 0 0,1 0 0 0 0,-1-1 0 0 0,0 1 0 0 0,0 0 0 0 0,1 0-1 0 0,-1 0 1 0 0,0-1 0 0 0,0 1 0 0 0,0 0 0 0 0,0 0 0 0 0,0 0-1 0 0,0 1 1 0 0,3 22 28 0 0,-2 0 1 0 0,0 0-1 0 0,-4 40 0 0 0,-1 6 172 0 0,3 3-13 0 0,-1-28 45 0 0,3-1-1 0 0,1 1 1 0 0,1-1 0 0 0,11 45-1 0 0,-13-88-309 0 0,-1 1 0 0 0,1-1 0 0 0,-1 1 0 0 0,1 0 0 0 0,0-1 0 0 0,0 0 0 0 0,0 1 0 0 0,0-1 0 0 0,0 1 0 0 0,0-1 0 0 0,0 0 0 0 0,3 2 0 0 0,-2 0-157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4:19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67 16828 0 0,'1'-2'212'0'0,"1"0"1"0"0,0 0 0 0 0,0 0 0 0 0,0 0-1 0 0,0 0 1 0 0,1 1 0 0 0,-1-1-1 0 0,0 1 1 0 0,1 0 0 0 0,-1-1 0 0 0,1 1-1 0 0,-1 0 1 0 0,1 1 0 0 0,-1-1 0 0 0,1 0-1 0 0,4 0 1 0 0,45-5 474 0 0,-52 6-685 0 0,116-14 22 0 0,-92 9-2767 0 0,27-9 0 0 0,-39 10 619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4:19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0 15651 0 0,'-3'1'234'0'0,"0"0"-1"0"0,1-1 0 0 0,-1 1 1 0 0,0 0-1 0 0,1 0 0 0 0,-1 0 1 0 0,1 1-1 0 0,-1-1 0 0 0,1 1 1 0 0,-5 3-1 0 0,6-3-86 0 0,0 0 1 0 0,0 0-1 0 0,0 0 1 0 0,0 0-1 0 0,1 1 0 0 0,-1-1 1 0 0,0 0-1 0 0,1 0 1 0 0,0 1-1 0 0,-1-1 0 0 0,1 0 1 0 0,0 1-1 0 0,1 3 1 0 0,1 35 289 0 0,3 0-1 0 0,1 0 1 0 0,11 41 0 0 0,-4-24-1755 0 0,-8-35-117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4:27.6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120 246 11851 0 0,'0'-1'125'0'0,"0"0"1"0"0,-1 0 0 0 0,1 0 0 0 0,0 0-1 0 0,0 1 1 0 0,0-1 0 0 0,0 0 0 0 0,1 0 0 0 0,-1 0-1 0 0,0 1 1 0 0,0-1 0 0 0,0 0 0 0 0,1 0-1 0 0,-1 1 1 0 0,0-1 0 0 0,1 0 0 0 0,-1 0 0 0 0,1 1-1 0 0,-1-1 1 0 0,1 0 0 0 0,-1 1 0 0 0,1-1 0 0 0,-1 1-1 0 0,1-1 1 0 0,-1 0 0 0 0,1 1 0 0 0,0 0-1 0 0,-1-1 1 0 0,1 1 0 0 0,0-1 0 0 0,0 1 0 0 0,-1 0-1 0 0,1-1 1 0 0,0 1 0 0 0,0 0 0 0 0,0 0-1 0 0,1-1 1 0 0,-2 1-118 0 0,3-1 62 0 0,-2-3-29 0 0,-5-17 67 0 0,5 21-19 0 0,3 6 15 0 0,1 10 214 0 0,-13 72 743 0 0,2-40-706 0 0,-2 22 33 0 0,-4 65 763 0 0,21-492 419 0 0,-8 341-1555 0 0,1 0 0 0 0,0 0 0 0 0,2 0 0 0 0,-1 0 0 0 0,2 0 0 0 0,9-22 0 0 0,-11 33-23 0 0,0 0 0 0 0,-1 0 0 0 0,2 0 0 0 0,-1 0 1 0 0,1 1-1 0 0,-1-1 0 0 0,1 1 0 0 0,1 0 0 0 0,6-5 0 0 0,-8 7-5 0 0,0-1-1 0 0,1 2 1 0 0,-1-1-1 0 0,1 0 0 0 0,0 1 1 0 0,-1 0-1 0 0,1 0 1 0 0,0 0-1 0 0,0 0 0 0 0,0 0 1 0 0,0 1-1 0 0,0 0 1 0 0,-1 0-1 0 0,1 0 1 0 0,6 1-1 0 0,-5 0 4 0 0,0 0-1 0 0,0 1 1 0 0,-1 0 0 0 0,1 0 0 0 0,0 0-1 0 0,-1 0 1 0 0,1 1 0 0 0,-1 0-1 0 0,0 0 1 0 0,0 0 0 0 0,0 0 0 0 0,0 1-1 0 0,-1 0 1 0 0,6 6 0 0 0,1 2 11 0 0,-1 2-1 0 0,0-1 1 0 0,9 20 0 0 0,-15-28 3 0 0,-1-1-1 0 0,0 1 0 0 0,-1-1 1 0 0,1 1-1 0 0,-1 0 1 0 0,0-1-1 0 0,0 1 0 0 0,0 0 1 0 0,-1 0-1 0 0,0 0 0 0 0,0 0 1 0 0,0 0-1 0 0,0 0 1 0 0,-1-1-1 0 0,0 1 0 0 0,0 0 1 0 0,0 0-1 0 0,-1-1 0 0 0,1 1 1 0 0,-1 0-1 0 0,0-1 1 0 0,0 0-1 0 0,-1 1 0 0 0,1-1 1 0 0,-1 0-1 0 0,-3 3 0 0 0,-8 9 22 0 0,-1-2 0 0 0,-1 0 0 0 0,1-1 0 0 0,-34 22 0 0 0,10-8-11 0 0,39-27-14 0 0,0 0-1 0 0,0 0 1 0 0,-1 0 0 0 0,1 0 0 0 0,0 0 0 0 0,-1 1 0 0 0,1-1 0 0 0,0 0-1 0 0,0 0 1 0 0,0 0 0 0 0,-1 1 0 0 0,1-1 0 0 0,0 0 0 0 0,0 0 0 0 0,0 1-1 0 0,-1-1 1 0 0,1 0 0 0 0,0 1 0 0 0,0-1 0 0 0,0 0 0 0 0,0 0 0 0 0,0 1-1 0 0,0-1 1 0 0,0 0 0 0 0,0 1 0 0 0,0-1 0 0 0,0 0 0 0 0,0 1 0 0 0,0-1-1 0 0,0 0 1 0 0,0 1 0 0 0,0-1 0 0 0,0 1 0 0 0,10 4-11 0 0,19 0-3 0 0,-27-4 14 0 0,62 4 21 0 0,89 14-3 0 0,-138-16-14 0 0,-1 0 1 0 0,0 2 0 0 0,1-1 0 0 0,-1 2 0 0 0,-1 0 0 0 0,1 1 0 0 0,24 16 0 0 0,-35-21-2 0 0,0 1 0 0 0,0-1 0 0 0,-1 1 0 0 0,1-1 0 0 0,-1 1 0 0 0,0 0 0 0 0,1 0 0 0 0,-1 0 0 0 0,0 0 0 0 0,-1 0 0 0 0,1 0 0 0 0,-1 1 0 0 0,1-1 0 0 0,-1 1 0 0 0,0-1 0 0 0,0 1 0 0 0,0-1 0 0 0,-1 1 0 0 0,0-1 0 0 0,1 1 0 0 0,-1 0 0 0 0,0-1 0 0 0,-1 1 0 0 0,1 0 0 0 0,0-1 0 0 0,-2 5 0 0 0,0 0 5 0 0,-1-1 0 0 0,0 0 0 0 0,0 1 1 0 0,0-1-1 0 0,-1 0 0 0 0,0 0 0 0 0,-1-1 0 0 0,1 1 0 0 0,-1-1 0 0 0,-11 10 0 0 0,-1-1 27 0 0,0-1-1 0 0,-1-1 0 0 0,0-1 0 0 0,-1-1 0 0 0,0 0 0 0 0,-33 12 0 0 0,-131 36 311 0 0,104-37-202 0 0,26-6-178 0 0,-57 10 0 0 0,110-26-21 0 0,0 0 0 0 0,0 0 0 0 0,0 0 0 0 0,1-1-893 0 0,-1 1 893 0 0,0-1 0 0 0,0 1 0 0 0,0 0 0 0 0,0 0 0 0 0,0 0 0 0 0,0 0 1 0 0,0 0-1 0 0,0 0 0 0 0,0 0 0 0 0,0 0 0 0 0,0 0 0 0 0,0 0 0 0 0,0 0 1 0 0,0-1-1 0 0,0 1 0 0 0,0 0 0 0 0,0 0 0 0 0,0 0 0 0 0,-1 0-893 0 0,1-1 893 0 0,-1 1 0 0 0,1 0 0 0 0,0 0 0 0 0,0 0 1 0 0,0 0-1 0 0,0 0 0 0 0,0 0 0 0 0,0 1 0 0 0,0-1 0 0 0,0 0 0 0 0,0 0 1 0 0,0 0-1 0 0,4-6-888 0 0,4 0-1551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4:27.9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34 16628 0 0,'1'-4'270'0'0,"-1"1"-85"0"0,0 0-1 0 0,1 1 0 0 0,-1-1 1 0 0,1 0-1 0 0,0 1 1 0 0,-1-1-1 0 0,1 1 1 0 0,1-1-1 0 0,0-2 1 0 0,-1 5 291 0 0,0 3-373 0 0,0 1 0 0 0,-1 1 0 0 0,1-1-1 0 0,-1 0 1 0 0,0 0 0 0 0,0 0 0 0 0,0 0 0 0 0,0 0 0 0 0,-1 0 0 0 0,-1 6 0 0 0,-10 52 510 0 0,4 1 0 0 0,-2 64 0 0 0,-2 24-245 0 0,6-97-383 0 0,-7 41-329 0 0,1 181 0 0 0,15-233-2883 0 0,-1-33 1491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4:28.6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1 283 14875 0 0,'0'-4'194'0'0,"1"-1"-1"0"0,0 1 1 0 0,0 0-1 0 0,0 0 1 0 0,0-1 0 0 0,1 1-1 0 0,0 0 1 0 0,4-7-1 0 0,-6 10-187 0 0,1 0 0 0 0,0-1-1 0 0,0 1 1 0 0,0 0 0 0 0,0 0-1 0 0,0 0 1 0 0,1 0 0 0 0,-1 0 0 0 0,0 0-1 0 0,0 0 1 0 0,1 0 0 0 0,-1 0-1 0 0,0 0 1 0 0,1 1 0 0 0,-1-1 0 0 0,1 0-1 0 0,-1 1 1 0 0,1 0 0 0 0,-1-1-1 0 0,1 1 1 0 0,0 0 0 0 0,-1 0-1 0 0,1 0 1 0 0,-1 0 0 0 0,1 0 0 0 0,0 0-1 0 0,1 0 1 0 0,-1 1-9 0 0,-1-1 1 0 0,0 1-1 0 0,0 0 1 0 0,0-1-1 0 0,0 1 0 0 0,0 0 1 0 0,0-1-1 0 0,0 1 1 0 0,0 0-1 0 0,-1 0 1 0 0,1 0-1 0 0,0 0 0 0 0,0 0 1 0 0,-1 0-1 0 0,1 0 1 0 0,-1 0-1 0 0,1 0 0 0 0,-1 0 1 0 0,1 1-1 0 0,-1-1 1 0 0,1 0-1 0 0,-1 0 1 0 0,0 0-1 0 0,0 1 0 0 0,0 1 1 0 0,1 37 229 0 0,-1-30-119 0 0,3 107 947 0 0,-1 56-96 0 0,-2-168-937 0 0,-6 52 341 0 0,5-56 76 0 0,-5-17 4 0 0,2-2-393 0 0,0 0 1 0 0,2 0 0 0 0,0-1 0 0 0,2-33-1 0 0,0 40-39 0 0,-1-54 13 0 0,-1 15-24 0 0,3 0 1 0 0,8-61-1 0 0,-7 98 5 0 0,1 1 0 0 0,0 0 0 0 0,0 0 0 0 0,2 0 0 0 0,-1 0 0 0 0,2 0 0 0 0,0 1 1 0 0,0 0-1 0 0,1 0 0 0 0,0 1 0 0 0,1 0 0 0 0,1 0 0 0 0,10-11 0 0 0,-15 19 2 0 0,0-1 1 0 0,0 1 0 0 0,0 0-1 0 0,0 0 1 0 0,1 1 0 0 0,-1-1-1 0 0,1 1 1 0 0,0 0-1 0 0,-1 0 1 0 0,1 1 0 0 0,0-1-1 0 0,0 1 1 0 0,0 0 0 0 0,0 1-1 0 0,1-1 1 0 0,-1 1 0 0 0,0 0-1 0 0,0 0 1 0 0,0 0-1 0 0,0 1 1 0 0,0 0 0 0 0,0 0-1 0 0,0 0 1 0 0,5 2 0 0 0,-4 0-7 0 0,-1-1 1 0 0,1 1 0 0 0,-1 0-1 0 0,0 0 1 0 0,0 0-1 0 0,0 1 1 0 0,-1-1 0 0 0,1 1-1 0 0,-1 0 1 0 0,0 1 0 0 0,0-1-1 0 0,0 1 1 0 0,-1 0 0 0 0,1 0-1 0 0,-1 0 1 0 0,0 0 0 0 0,-1 0-1 0 0,1 1 1 0 0,-1 0 0 0 0,2 6-1 0 0,-2-3 9 0 0,0 0-1 0 0,0 0 1 0 0,-1 0-1 0 0,0 0 1 0 0,-1 0-1 0 0,0 0 0 0 0,0 0 1 0 0,-1 0-1 0 0,0 0 1 0 0,-1-1-1 0 0,-3 11 1 0 0,3-13 6 0 0,-1 1-1 0 0,0-1 1 0 0,0 0 0 0 0,-1 0 0 0 0,0 0 0 0 0,0 0-1 0 0,0-1 1 0 0,-1 1 0 0 0,1-1 0 0 0,-1 0 0 0 0,-1-1-1 0 0,1 1 1 0 0,-1-1 0 0 0,-9 6 0 0 0,15-10-17 0 0,0 0 1 0 0,0 0-1 0 0,0 0 1 0 0,0 0-1 0 0,0 1 1 0 0,0-1-1 0 0,0 0 1 0 0,0 0-1 0 0,0 0 1 0 0,0 0-1 0 0,0 0 1 0 0,0 0-1 0 0,0 1 1 0 0,0-1-1 0 0,0 0 1 0 0,0 0-1 0 0,0 0 1 0 0,0 0-1 0 0,0 0 1 0 0,0 0-1 0 0,0 1 1 0 0,0-1-1 0 0,0 0 1 0 0,0 0-1 0 0,0 0 1 0 0,0 0-1 0 0,0 0 1 0 0,1 0-1 0 0,-1 0 1 0 0,0 0-1 0 0,0 1 1 0 0,0-1-1 0 0,0 0 1 0 0,0 0-1 0 0,0 0 1 0 0,0 0-1 0 0,0 0 1 0 0,1 0-1 0 0,-1 0 1 0 0,0 0-1 0 0,0 0 1 0 0,0 0-1 0 0,0 0 1 0 0,0 0-1 0 0,1 0 1 0 0,-1 0-1 0 0,0 0 1 0 0,0 0-1 0 0,0 0 1 0 0,0 0-1 0 0,0 0 1 0 0,0 0-1 0 0,1 0 1 0 0,-1 0-1 0 0,0 0 1 0 0,0 0-1 0 0,0 0 1 0 0,18 4-33 0 0,20 1-17 0 0,-26-3 38 0 0,0 0 0 0 0,0 1 0 0 0,0 0 0 0 0,-1 0-1 0 0,1 2 1 0 0,-1-1 0 0 0,0 2 0 0 0,-1-1 0 0 0,1 1 0 0 0,14 12 0 0 0,-21-15 14 0 0,0 0-1 0 0,-1 0 1 0 0,0 0 0 0 0,1 1 0 0 0,-1 0-1 0 0,0-1 1 0 0,0 1 0 0 0,-1 0-1 0 0,1 0 1 0 0,-1 0 0 0 0,0 1 0 0 0,0-1-1 0 0,-1 0 1 0 0,1 1 0 0 0,-1 0-1 0 0,0-1 1 0 0,0 1 0 0 0,0 0 0 0 0,-1-1-1 0 0,1 1 1 0 0,-1 0 0 0 0,0 0 0 0 0,-1-1-1 0 0,1 1 1 0 0,-1 0 0 0 0,0-1-1 0 0,0 1 1 0 0,-1-1 0 0 0,-1 7 0 0 0,-3-1 22 0 0,1 0 1 0 0,-1 0 0 0 0,-1 0-1 0 0,0-1 1 0 0,0 0 0 0 0,-1 0-1 0 0,0-1 1 0 0,0 0 0 0 0,-1 0-1 0 0,0-1 1 0 0,-19 11 0 0 0,-8 3 133 0 0,-72 30 1 0 0,101-48-208 0 0,-93 36 420 0 0,88-36-802 0 0,1 0-1 0 0,-1 0 1 0 0,0-1-1 0 0,0-1 1 0 0,0 0-1 0 0,-23-1 1 0 0,28-2-845 0 0,2-2-349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4:29.1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0 214 17380 0 0,'0'0'241'0'0,"6"6"27"0"0,-3 1-152 0 0,0 0 0 0 0,-1 1 0 0 0,0-1 0 0 0,0 1 0 0 0,0 0 0 0 0,-1 0 0 0 0,0 0 0 0 0,-1-1 0 0 0,0 10 0 0 0,0-8-33 0 0,0 1-1 0 0,1 0 1 0 0,0 0-1 0 0,1 0 1 0 0,0-1-1 0 0,1 1 0 0 0,0-1 1 0 0,0 1-1 0 0,1-1 1 0 0,10 17-1 0 0,-14-25 197 0 0,7-28-8 0 0,-17-51-167 0 0,7 58-101 0 0,0 0 0 0 0,1 0-1 0 0,1-1 1 0 0,1 1-1 0 0,1 0 1 0 0,3-24-1 0 0,-1 33-6 0 0,-1 0-1 0 0,1 1 1 0 0,0 0 0 0 0,1-1-1 0 0,0 1 1 0 0,1 0-1 0 0,10-15 1 0 0,-12 21 2 0 0,1-1 1 0 0,0 1 0 0 0,0 0 0 0 0,0 0-1 0 0,0 0 1 0 0,1 1 0 0 0,0-1 0 0 0,0 1-1 0 0,0 0 1 0 0,0 1 0 0 0,0-1-1 0 0,0 1 1 0 0,1 0 0 0 0,-1 0 0 0 0,1 1-1 0 0,6-2 1 0 0,3 1 22 0 0,1 0 1 0 0,-1 0-1 0 0,1 1 0 0 0,-1 1 0 0 0,1 1 0 0 0,-1 0 1 0 0,27 6-1 0 0,-37-6-19 0 0,0 1-1 0 0,0-1 1 0 0,1 1 0 0 0,-1 0 0 0 0,0 0 0 0 0,-1 1 0 0 0,1-1-1 0 0,0 1 1 0 0,-1 0 0 0 0,1 0 0 0 0,-1 1 0 0 0,0 0 0 0 0,0-1-1 0 0,0 1 1 0 0,-1 0 0 0 0,0 1 0 0 0,1-1 0 0 0,-1 1 0 0 0,-1-1-1 0 0,1 1 1 0 0,-1 0 0 0 0,0 0 0 0 0,0 0 0 0 0,0 0 0 0 0,1 8-1 0 0,-2-10 14 0 0,-1 0 0 0 0,0 0 0 0 0,0 0 0 0 0,0 0 0 0 0,0 0 0 0 0,0 0 0 0 0,-1 0 0 0 0,1 0 0 0 0,-1 0 0 0 0,0 0 0 0 0,0 0-1 0 0,0 0 1 0 0,0-1 0 0 0,0 1 0 0 0,-3 3 0 0 0,0 0 22 0 0,1-1-1 0 0,-2 0 1 0 0,1-1-1 0 0,0 1 1 0 0,-1-1-1 0 0,-10 8 1 0 0,1-3 36 0 0,0-1 1 0 0,-1 0 0 0 0,0-1 0 0 0,-28 10-1 0 0,24-10-628 0 0,-1-2 0 0 0,0 0-1 0 0,0-1 1 0 0,-35 3 0 0 0,59-19-4725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4:29.5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 79 6001 0 0,'51'-18'9421'0'0,"-55"29"-8942"0"0,0-6-364 0 0,0 0 1 0 0,-1 0 0 0 0,1 0 0 0 0,-1 0 0 0 0,-7 4-1 0 0,-18 20 374 0 0,25-23-403 0 0,0 0 0 0 0,1 1 0 0 0,0 0 0 0 0,0 0 0 0 0,1 0 0 0 0,0 0 0 0 0,0 1 0 0 0,1-1 0 0 0,-1 1 0 0 0,2-1 0 0 0,-1 1 0 0 0,1 0 0 0 0,0 11 0 0 0,1-15-49 0 0,0 0 0 0 0,1 0 0 0 0,0 0-1 0 0,-1 0 1 0 0,2 1 0 0 0,-1-1-1 0 0,0-1 1 0 0,1 1 0 0 0,-1 0-1 0 0,1 0 1 0 0,0-1 0 0 0,1 1 0 0 0,-1-1-1 0 0,0 1 1 0 0,1-1 0 0 0,0 0-1 0 0,0 0 1 0 0,0 0 0 0 0,0 0-1 0 0,0-1 1 0 0,1 1 0 0 0,-1-1 0 0 0,1 0-1 0 0,-1 0 1 0 0,1 0 0 0 0,0-1-1 0 0,4 2 1 0 0,0-1 25 0 0,-1 0-1 0 0,0 0 0 0 0,0-1 1 0 0,1 0-1 0 0,-1-1 0 0 0,1 0 1 0 0,-1 0-1 0 0,0-1 1 0 0,1 1-1 0 0,-1-2 0 0 0,0 1 1 0 0,0-1-1 0 0,11-3 1 0 0,-5 0 9 0 0,0-1 0 0 0,0 0 1 0 0,0-1-1 0 0,-1 0 0 0 0,0-1 1 0 0,12-10-1 0 0,-15 10-28 0 0,-1 0 0 0 0,1-1 0 0 0,-1 0-1 0 0,-1 0 1 0 0,0-1 0 0 0,0 0 0 0 0,6-12 0 0 0,-10 15-16 0 0,1 0-1 0 0,-1 0 1 0 0,-1-1 0 0 0,1 1 0 0 0,-1-1 0 0 0,-1 0-1 0 0,1 0 1 0 0,-1 1 0 0 0,0-1 0 0 0,-1 0-1 0 0,-1-15 1 0 0,1 20-18 0 0,-1-1-1 0 0,0 0 1 0 0,0 1-1 0 0,0-1 1 0 0,0 1 0 0 0,-1-1-1 0 0,1 1 1 0 0,-1 0-1 0 0,0 0 1 0 0,0 0-1 0 0,0 0 1 0 0,-1 0-1 0 0,1 0 1 0 0,0 0-1 0 0,-7-4 1 0 0,5 3-9 0 0,-1 1-1 0 0,-1 0 1 0 0,1 0 0 0 0,0 1-1 0 0,-1 0 1 0 0,1-1 0 0 0,-1 2-1 0 0,0-1 1 0 0,-7 0 0 0 0,0 0-19 0 0,-1 1 1 0 0,0 0-1 0 0,0 1 1 0 0,0 1-1 0 0,1 0 1 0 0,-1 1-1 0 0,-24 6 1 0 0,37-8 14 0 0,-17 5-157 0 0,-30 14 0 0 0,43-17-39 0 0,1 0 0 0 0,0 0-1 0 0,-1 1 1 0 0,1-1 0 0 0,0 1 0 0 0,1 0-1 0 0,-1 1 1 0 0,0-1 0 0 0,1 0 0 0 0,0 1-1 0 0,0 0 1 0 0,-4 5 0 0 0,4 2-1202 0 0,2 0-309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4:29.8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92 8 11867 0 0,'0'0'124'0'0,"0"-1"1"0"0,-1 1 0 0 0,1 0 0 0 0,0-1-1 0 0,0 1 1 0 0,0-1 0 0 0,0 1 0 0 0,0 0-1 0 0,0-1 1 0 0,-1 1 0 0 0,1 0 0 0 0,0 0 0 0 0,0-1-1 0 0,0 1 1 0 0,-1 0 0 0 0,1 0 0 0 0,0-1-1 0 0,-1 1 1 0 0,1 0 0 0 0,0 0 0 0 0,0-1-1 0 0,-1 1 1 0 0,1 0 0 0 0,0 0 0 0 0,-1 0 0 0 0,1 0-1 0 0,0 0 1 0 0,-1 0 0 0 0,1-1 0 0 0,0 1-1 0 0,-1 0 1 0 0,1 0 0 0 0,-1 0 0 0 0,-11 9 894 0 0,-9 20-1158 0 0,19-27 460 0 0,-5 11-100 0 0,1-1-1 0 0,0 2 0 0 0,0-1 1 0 0,1 0-1 0 0,1 1 1 0 0,0 0-1 0 0,-2 19 0 0 0,5-22-387 0 0,0 0-1 0 0,0 0 1 0 0,1 0-1 0 0,0 1 1 0 0,1-1-1 0 0,0 0 1 0 0,1 0-1 0 0,0 0 0 0 0,1 0 1 0 0,4 10-1 0 0,-2-11-649 0 0,1-2-233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4:30.2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25 14091 0 0,'-12'-4'486'0'0,"-5"-2"2896"0"0,17 3-1871 0 0,11 1-978 0 0,144-6 842 0 0,1 6-4020 0 0,-121 2 1116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4:31.0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1 126 13475 0 0,'0'0'1176'0'0,"1"2"-945"0"0,6 11 79 0 0,-1 0-1 0 0,-1 0 1 0 0,0 1 0 0 0,-1-1 0 0 0,0 1 0 0 0,3 22 0 0 0,2 4 447 0 0,2-2-214 0 0,19 42 0 0 0,-1-4-198 0 0,-29-75-348 0 0,-4-13-68 0 0,-35-139 137 0 0,38 146-63 0 0,-5-21 11 0 0,2 0 1 0 0,1-1-1 0 0,2 1 0 0 0,1-44 0 0 0,1 64-6 0 0,-1 0-1 0 0,1 0 1 0 0,0 1-1 0 0,1-1 1 0 0,-1 0-1 0 0,1 1 1 0 0,0-1-1 0 0,1 1 1 0 0,-1 0-1 0 0,1 0 1 0 0,0 0-1 0 0,0 0 0 0 0,1 0 1 0 0,-1 0-1 0 0,1 1 1 0 0,0 0-1 0 0,0 0 1 0 0,1 0-1 0 0,-1 0 1 0 0,1 1-1 0 0,0-1 1 0 0,0 1-1 0 0,0 0 1 0 0,0 1-1 0 0,1-1 1 0 0,-1 1-1 0 0,9-2 1 0 0,2 1 22 0 0,0 0 1 0 0,0 1-1 0 0,0 0 0 0 0,1 2 1 0 0,-1 0-1 0 0,0 0 1 0 0,1 2-1 0 0,-1 0 0 0 0,19 5 1 0 0,-23-4-21 0 0,1 1 0 0 0,-1 0 0 0 0,0 0 0 0 0,-1 1 0 0 0,1 1 0 0 0,-1 0 0 0 0,0 0 0 0 0,0 1 0 0 0,-1 1 0 0 0,0-1 0 0 0,0 2 1 0 0,11 12-1 0 0,-18-18-5 0 0,-1 0 1 0 0,0 0-1 0 0,0 0 0 0 0,0 0 1 0 0,0 0-1 0 0,0 1 1 0 0,0-1-1 0 0,-1 1 1 0 0,0-1-1 0 0,0 1 1 0 0,0-1-1 0 0,0 1 1 0 0,0 0-1 0 0,-1 0 0 0 0,1-1 1 0 0,-1 1-1 0 0,0 0 1 0 0,0 0-1 0 0,-1-1 1 0 0,1 1-1 0 0,-1 0 1 0 0,-1 3-1 0 0,0-2 11 0 0,0 0 0 0 0,-1 0 1 0 0,1 0-1 0 0,-1-1 0 0 0,-1 1 0 0 0,1-1 0 0 0,0 0 0 0 0,-1 0 1 0 0,0 0-1 0 0,0 0 0 0 0,0-1 0 0 0,0 1 0 0 0,-1-1 0 0 0,-8 4 1 0 0,-11 7 41 0 0,-1-1 1 0 0,0-2 0 0 0,-1 0-1 0 0,-47 12 1 0 0,72-23-40 0 0,8 3 10 0 0,14 0 11 0 0,35-1 1 0 0,-2 0-25 0 0,-35 0-12 0 0,9 0 2 0 0,0 2 0 0 0,32 7-1 0 0,-53-9-11 0 0,0 0 1 0 0,0 0-1 0 0,0 1 0 0 0,-1 0 0 0 0,1 0 0 0 0,-1 1 0 0 0,0-1 0 0 0,0 1 0 0 0,0 1 0 0 0,0-1 0 0 0,-1 1 0 0 0,0 0 0 0 0,8 9 0 0 0,-11-10 6 0 0,0-1 0 0 0,-1 0 0 0 0,0 0 0 0 0,1 1 0 0 0,-1-1 0 0 0,-1 0 0 0 0,1 1 0 0 0,0-1 0 0 0,-1 1 0 0 0,0-1 1 0 0,0 1-1 0 0,0-1 0 0 0,0 1 0 0 0,0-1 0 0 0,-1 1 0 0 0,0-1 0 0 0,1 1 0 0 0,-1-1 0 0 0,-1 1 0 0 0,1-1 0 0 0,0 0 0 0 0,-1 0 0 0 0,-3 6 0 0 0,-4 7 17 0 0,-1-1-1 0 0,-1-1 0 0 0,-14 17 1 0 0,24-31-16 0 0,-14 16 28 0 0,0 0 1 0 0,-1-1 0 0 0,-1-1 0 0 0,-1-1-1 0 0,0 0 1 0 0,0-1 0 0 0,-1-1 0 0 0,-1-1-1 0 0,-35 13 1 0 0,28-14-1 0 0,-1-1 1 0 0,0-1-1 0 0,-1-2 0 0 0,0-1 1 0 0,0-1-1 0 0,-53-1 1 0 0,75-3-74 0 0,1 1 0 0 0,-1-1 0 0 0,1-1 0 0 0,0 1 1 0 0,0-1-1 0 0,0 0 0 0 0,-11-5 0 0 0,16 7-6 0 0,0-1 0 0 0,0 1-1 0 0,0-1 1 0 0,0 0 0 0 0,0 1 0 0 0,0-1-1 0 0,0 0 1 0 0,1 0 0 0 0,-1 0-1 0 0,0 0 1 0 0,0 0 0 0 0,1 0 0 0 0,-1 0-1 0 0,0 0 1 0 0,1 0 0 0 0,-1 0-1 0 0,1 0 1 0 0,-1-2 0 0 0,1 1-43 0 0,0 1 1 0 0,0-1-1 0 0,0 1 1 0 0,1-1 0 0 0,-1 1-1 0 0,0 0 1 0 0,1-1-1 0 0,-1 1 1 0 0,1-1-1 0 0,0 1 1 0 0,-1 0-1 0 0,1 0 1 0 0,0-1-1 0 0,0 1 1 0 0,0 0-1 0 0,0 0 1 0 0,0 0 0 0 0,0 0-1 0 0,0 0 1 0 0,1-1-1 0 0,30-21-2365 0 0,-9 10-98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4:31.4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 29 15555 0 0,'-5'-8'1180'0'0,"4"6"-903"0"0,0 0 0 0 0,0 0 0 0 0,0 0 0 0 0,0 0 0 0 0,0 0 0 0 0,-1 1 0 0 0,1-1 0 0 0,-1 0 0 0 0,-2-2 1 0 0,3 5-247 0 0,-1-1 0 0 0,1 1 0 0 0,0 0 0 0 0,0-1 0 0 0,0 1 0 0 0,0 0 0 0 0,0-1 0 0 0,0 1 0 0 0,0 0 0 0 0,0 0 0 0 0,0 0 0 0 0,0 0 0 0 0,1 0 0 0 0,-1 0 0 0 0,0 0 0 0 0,1 0 1 0 0,-1 0-1 0 0,0 1 0 0 0,1-1 0 0 0,0 0 0 0 0,-1 0 0 0 0,1 0 0 0 0,0 1 0 0 0,-1-1 0 0 0,1 0 0 0 0,0 2 0 0 0,-5 37 523 0 0,9 126 407 0 0,0-13-713 0 0,-8-77-231 0 0,1-39-548 0 0,2 0 0 0 0,1 0 0 0 0,2 0 0 0 0,9 57 0 0 0,-4-74-2042 0 0,-4-16-24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4:32.0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0 274 17260 0 0,'0'0'1371'0'0,"7"15"-993"0"0,-4-3-198 0 0,0 1 0 0 0,-1-1 0 0 0,2 24 0 0 0,5 25 165 0 0,20 65-72 0 0,-29-120-281 0 0,0-5-7 0 0,-1-21-42 0 0,-1 1 16 0 0,-1 0-1 0 0,-6-22 1 0 0,3 15 28 0 0,-3-26 1 0 0,7 27 17 0 0,-2-10 27 0 0,2-54-1 0 0,3 77-7 0 0,0-1 0 0 0,1 1 1 0 0,0-1-1 0 0,1 1 0 0 0,1 0 1 0 0,0 0-1 0 0,11-23 0 0 0,-11 28 5 0 0,1-1 0 0 0,0 1 0 0 0,0-1 0 0 0,1 1 0 0 0,0 1 0 0 0,0-1-1 0 0,1 1 1 0 0,-1 0 0 0 0,1 1 0 0 0,1 0 0 0 0,-1 0 0 0 0,1 0 0 0 0,0 1-1 0 0,0 0 1 0 0,0 0 0 0 0,1 1 0 0 0,-1 0 0 0 0,1 1 0 0 0,-1 0 0 0 0,1 0 0 0 0,0 1-1 0 0,0 0 1 0 0,0 1 0 0 0,0-1 0 0 0,0 2 0 0 0,0-1 0 0 0,0 1 0 0 0,0 1-1 0 0,-1 0 1 0 0,12 3 0 0 0,-14-3-28 0 0,-1 0-1 0 0,1 1 0 0 0,-1-1 0 0 0,0 1 1 0 0,0 0-1 0 0,0 1 0 0 0,-1-1 1 0 0,1 1-1 0 0,-1 0 0 0 0,0 0 0 0 0,0 0 1 0 0,0 1-1 0 0,0-1 0 0 0,-1 1 1 0 0,1 0-1 0 0,-1 0 0 0 0,-1 0 0 0 0,3 6 1 0 0,-3-6 4 0 0,0-1 1 0 0,-1 1-1 0 0,0 0 0 0 0,0-1 1 0 0,-1 1-1 0 0,1 0 1 0 0,-1 0-1 0 0,0 0 1 0 0,0-1-1 0 0,0 1 1 0 0,-1 0-1 0 0,0 0 1 0 0,0 0-1 0 0,0-1 0 0 0,-1 1 1 0 0,1 0-1 0 0,-1-1 1 0 0,0 0-1 0 0,0 1 1 0 0,-1-1-1 0 0,-5 8 1 0 0,0-3 23 0 0,0 0 0 0 0,0-1 0 0 0,-1 0 0 0 0,-1 0 1 0 0,1-1-1 0 0,-1 0 0 0 0,-1-1 0 0 0,1 0 0 0 0,-1-1 0 0 0,0 0 1 0 0,0 0-1 0 0,0-1 0 0 0,-1-1 0 0 0,1 0 0 0 0,-1 0 1 0 0,0-1-1 0 0,-20 0 0 0 0,32-2-40 0 0,2 0-81 0 0,27-5 48 0 0,-1 1-1 0 0,1 1 1 0 0,0 2 0 0 0,0 1-1 0 0,40 5 1 0 0,-56-4 31 0 0,1 1 1 0 0,0 1 0 0 0,0 0 0 0 0,-1 1-1 0 0,1 0 1 0 0,-1 1 0 0 0,0 1-1 0 0,13 7 1 0 0,-21-10 15 0 0,-1-1-1 0 0,0 1 1 0 0,0 0-1 0 0,0 1 0 0 0,0-1 1 0 0,-1 1-1 0 0,1-1 1 0 0,-1 1-1 0 0,0 0 1 0 0,0 1-1 0 0,-1-1 1 0 0,1 0-1 0 0,-1 1 0 0 0,0-1 1 0 0,0 1-1 0 0,0 0 1 0 0,-1 0-1 0 0,1 0 1 0 0,-1-1-1 0 0,0 1 1 0 0,-1 0-1 0 0,1 1 1 0 0,-1-1-1 0 0,0 0 0 0 0,-1 7 1 0 0,0-8 10 0 0,0 1 0 0 0,-1-1 0 0 0,1 0 1 0 0,-1 0-1 0 0,0 0 0 0 0,0 0 0 0 0,0 0 0 0 0,0 0 1 0 0,-1-1-1 0 0,1 1 0 0 0,-1-1 0 0 0,0 0 0 0 0,0 1 0 0 0,0-1 1 0 0,-1-1-1 0 0,1 1 0 0 0,-1 0 0 0 0,-3 1 0 0 0,-6 4 47 0 0,-1-1-1 0 0,1 0 1 0 0,-29 9-1 0 0,15-7-59 0 0,-1 0 0 0 0,-1-2 0 0 0,0-2 0 0 0,0 0 0 0 0,0-2 0 0 0,0-1 0 0 0,-46-3 0 0 0,72 1-140 0 0,1-1 0 0 0,-1 1 1 0 0,0-1-1 0 0,0 0 0 0 0,0 0 0 0 0,0 0 0 0 0,1 0 0 0 0,-6-4 1 0 0,7 5 26 0 0,1-1 1 0 0,-1 1-1 0 0,0-1 1 0 0,1 1 0 0 0,-1-1-1 0 0,1 1 1 0 0,-1-1-1 0 0,1 1 1 0 0,-1-1 0 0 0,1 0-1 0 0,-1 1 1 0 0,1-1-1 0 0,-1 0 1 0 0,1 0 0 0 0,0 1-1 0 0,0-1 1 0 0,-1 0-1 0 0,1 0 1 0 0,0 1 0 0 0,0-1-1 0 0,0 0 1 0 0,0 0-1 0 0,0 0 1 0 0,0 1 0 0 0,0-1-1 0 0,0 0 1 0 0,0 0-1 0 0,0 0 1 0 0,0 1 0 0 0,0-1-1 0 0,0 0 1 0 0,1 0-1 0 0,-1 1 1 0 0,0-1 0 0 0,1 0-1 0 0,0 0 1 0 0,4-8-1562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4:32.5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1 125 16267 0 0,'0'0'874'0'0,"2"-1"-125"0"0,0 1-694 0 0,-1-1-1 0 0,0 0 0 0 0,1 1 0 0 0,-1-1 0 0 0,1 1 0 0 0,-1 0 0 0 0,1 0 0 0 0,-1-1 0 0 0,1 1 0 0 0,-1 0 1 0 0,1 0-1 0 0,-1 0 0 0 0,1 0 0 0 0,-1 1 0 0 0,1-1 0 0 0,-1 0 0 0 0,1 1 0 0 0,-1-1 0 0 0,1 1 0 0 0,-1-1 0 0 0,0 1 1 0 0,1 0-1 0 0,-1-1 0 0 0,0 1 0 0 0,0 0 0 0 0,1 0 0 0 0,-1 0 0 0 0,0 0 0 0 0,0 0 0 0 0,0 0 0 0 0,0 0 1 0 0,0 0-1 0 0,0 1 0 0 0,0-1 0 0 0,-1 0 0 0 0,1 1 0 0 0,0-1 0 0 0,-1 0 0 0 0,1 1 0 0 0,-1-1 0 0 0,1 1 0 0 0,-1-1 1 0 0,0 1-1 0 0,0-1 0 0 0,0 1 0 0 0,0-1 0 0 0,0 4 0 0 0,0 15 267 0 0,0 15 242 0 0,6 51 1 0 0,-5-76-520 0 0,1-1 0 0 0,0 1 0 0 0,0 0 0 0 0,1-1 0 0 0,1 0 0 0 0,-1 0 0 0 0,2 0 0 0 0,-1 0 0 0 0,1-1 0 0 0,7 10 0 0 0,-12-18-44 0 0,0 1 0 0 0,0-1-1 0 0,1 1 1 0 0,-1 0-1 0 0,0-1 1 0 0,1 1-1 0 0,-1-1 1 0 0,1 1-1 0 0,-1-1 1 0 0,1 0-1 0 0,-1 1 1 0 0,1-1-1 0 0,-1 1 1 0 0,1-1 0 0 0,-1 0-1 0 0,1 1 1 0 0,0-1-1 0 0,-1 0 1 0 0,1 0-1 0 0,-1 0 1 0 0,1 1-1 0 0,0-1 1 0 0,-1 0-1 0 0,1 0 1 0 0,0 0-1 0 0,-1 0 1 0 0,1 0-1 0 0,0 0 1 0 0,0 0 0 0 0,0-1-9 0 0,-1 0 1 0 0,1 1 0 0 0,0-1 0 0 0,-1 0 0 0 0,1 0-1 0 0,-1 1 1 0 0,1-1 0 0 0,-1 0 0 0 0,1 0 0 0 0,-1 0-1 0 0,1 0 1 0 0,-1 0 0 0 0,0 0 0 0 0,0 0 0 0 0,1 0-1 0 0,-1-1 1 0 0,1-6-56 0 0,0-1-1 0 0,-1 1 1 0 0,0-12 0 0 0,-6-19-21 0 0,-1 0-1 0 0,-13-38 1 0 0,8 34 148 0 0,-7-55-1 0 0,18 96-54 0 0,1 0 0 0 0,0 0 0 0 0,0 0-1 0 0,0-1 1 0 0,0 1 0 0 0,0 0 0 0 0,0 0 0 0 0,1 0 0 0 0,-1 0 0 0 0,0 0 0 0 0,1 0-1 0 0,0 0 1 0 0,0 0 0 0 0,-1 0 0 0 0,1 0 0 0 0,0 1 0 0 0,0-1 0 0 0,1 0-1 0 0,-1 1 1 0 0,0-1 0 0 0,3-2 0 0 0,-2 2 3 0 0,1 0 1 0 0,0 1-1 0 0,0-1 1 0 0,0 1-1 0 0,0-1 0 0 0,0 1 1 0 0,0 0-1 0 0,1 0 0 0 0,-1 0 1 0 0,0 0-1 0 0,0 1 0 0 0,5-1 1 0 0,4 1 2 0 0,-1 0 1 0 0,1 1-1 0 0,0 0 0 0 0,-1 1 1 0 0,1 0-1 0 0,19 6 0 0 0,-21-4-14 0 0,-1-1 0 0 0,0 2-1 0 0,0-1 1 0 0,-1 1 0 0 0,1 0-1 0 0,-1 1 1 0 0,14 12 0 0 0,-21-17 3 0 0,1 1-1 0 0,-1-1 1 0 0,1 1 0 0 0,-1 0 0 0 0,1 0 0 0 0,-1-1 0 0 0,0 1-1 0 0,0 0 1 0 0,0 0 0 0 0,0 0 0 0 0,0 0 0 0 0,0 0 0 0 0,-1 0-1 0 0,1 0 1 0 0,-1 0 0 0 0,1 1 0 0 0,-1-1 0 0 0,0 0 0 0 0,0 0-1 0 0,0 0 1 0 0,0 1 0 0 0,0-1 0 0 0,0 0 0 0 0,-1 0-1 0 0,1 0 1 0 0,-1 0 0 0 0,0 0 0 0 0,1 0 0 0 0,-1 0 0 0 0,0 0-1 0 0,0 0 1 0 0,0 0 0 0 0,0 0 0 0 0,-1 0 0 0 0,1 0 0 0 0,0-1-1 0 0,-1 1 1 0 0,0-1 0 0 0,1 1 0 0 0,-4 1 0 0 0,-4 5 29 0 0,0-2 0 0 0,0 1 0 0 0,-1-1 0 0 0,0-1 1 0 0,0 0-1 0 0,0 0 0 0 0,-1-1 0 0 0,-21 5 0 0 0,0-2-1612 0 0,-59 6 0 0 0,82-13-3 0 0,3 0-645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4:32.9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234 55 14755 0 0,'0'0'3433'0'0,"-11"11"-3097"0"0,4-3-276 0 0,0 1 0 0 0,0 0-1 0 0,1 0 1 0 0,0 1 0 0 0,1 0 0 0 0,0 0 0 0 0,0 0-1 0 0,1 1 1 0 0,0-1 0 0 0,1 1 0 0 0,0 0 0 0 0,1 0-1 0 0,0 0 1 0 0,1 0 0 0 0,0 20 0 0 0,2-24-46 0 0,-1 0 0 0 0,1-1 0 0 0,0 1-1 0 0,0-1 1 0 0,1 1 0 0 0,0-1 0 0 0,0 0 0 0 0,1 0 0 0 0,-1 0 0 0 0,1 0 0 0 0,1 0 0 0 0,4 6 0 0 0,-5-8 15 0 0,1 1 0 0 0,0-1 0 0 0,1-1 0 0 0,-1 1 0 0 0,0-1 0 0 0,1 1 0 0 0,0-1 0 0 0,0-1 0 0 0,0 1 0 0 0,0-1 0 0 0,0 0 0 0 0,1 0 0 0 0,-1 0 0 0 0,0-1 0 0 0,1 1 0 0 0,5-1 0 0 0,2 0 33 0 0,0 0 1 0 0,-1-1-1 0 0,1 0 0 0 0,0-2 0 0 0,-1 1 1 0 0,1-1-1 0 0,-1-1 0 0 0,0 0 1 0 0,0-1-1 0 0,0 0 0 0 0,0-1 0 0 0,-1-1 1 0 0,18-9-1 0 0,-20 9-26 0 0,1-1 0 0 0,-1 1 0 0 0,0-1 0 0 0,-1-1 0 0 0,1 0 0 0 0,-2 0 0 0 0,1-1 0 0 0,-1 1 0 0 0,0-2 0 0 0,-1 1 0 0 0,0-1 0 0 0,-1 0 0 0 0,0 0 0 0 0,0 0 0 0 0,4-15 0 0 0,-8 19-19 0 0,1 1-1 0 0,-1-1 0 0 0,-1 1 0 0 0,1-1 1 0 0,-1 0-1 0 0,0 1 0 0 0,0-1 0 0 0,0 1 1 0 0,-1-1-1 0 0,0 1 0 0 0,0-1 1 0 0,-1 1-1 0 0,1-1 0 0 0,-1 1 0 0 0,0 0 1 0 0,-1 0-1 0 0,1 0 0 0 0,-1 0 1 0 0,0 0-1 0 0,0 0 0 0 0,0 1 0 0 0,-1 0 1 0 0,0-1-1 0 0,-4-3 0 0 0,0 2-12 0 0,0 0 0 0 0,0 0 0 0 0,-1 1 0 0 0,1 0 0 0 0,-1 1-1 0 0,0 0 1 0 0,-1 0 0 0 0,1 1 0 0 0,-1 0 0 0 0,1 0 0 0 0,-1 1 0 0 0,-18-1 0 0 0,2 2-80 0 0,1 2 0 0 0,0 1 0 0 0,0 1 0 0 0,0 1 1 0 0,0 1-1 0 0,0 1 0 0 0,1 1 0 0 0,0 1 0 0 0,0 2 0 0 0,1 0 1 0 0,1 1-1 0 0,-1 2 0 0 0,-29 21 0 0 0,49-32-184 0 0,0 0 0 0 0,0 0-1 0 0,1 0 1 0 0,-1 1 0 0 0,0-1-1 0 0,1 1 1 0 0,-1 0 0 0 0,1 0-1 0 0,0 0 1 0 0,0 0 0 0 0,0 0-1 0 0,0 0 1 0 0,1 0 0 0 0,-1 1 0 0 0,-1 5-1 0 0,3 1-2162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4:33.2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 1 15123 0 0,'-5'8'997'0'0,"0"1"-1"0"0,1 0 1 0 0,0 0-1 0 0,-5 14 1 0 0,6-9-924 0 0,-1-1 1 0 0,2 1-1 0 0,0-1 1 0 0,0 1-1 0 0,1 0 0 0 0,1 0 1 0 0,0 0-1 0 0,1 0 1 0 0,1-1-1 0 0,4 22 1 0 0,0-13-53 0 0,-4-11-80 0 0,0-1 1 0 0,1 1-1 0 0,1-1 0 0 0,-1 0 1 0 0,2 0-1 0 0,-1 0 0 0 0,1 0 1 0 0,9 11-1 0 0,-14-20-55 0 0,1-1 0 0 0,0 1 0 0 0,-1 0 0 0 0,1 0 0 0 0,0-1 0 0 0,0 1 0 0 0,0-1 0 0 0,-1 1 0 0 0,1 0 0 0 0,0-1 1 0 0,0 0-1 0 0,0 1 0 0 0,0-1 0 0 0,0 0 0 0 0,0 1 0 0 0,0-1 0 0 0,0 0 0 0 0,0 0 0 0 0,0 0 0 0 0,0 0 0 0 0,0 0 0 0 0,0 0 0 0 0,0 0 0 0 0,0 0 0 0 0,0 0 0 0 0,0 0 0 0 0,0-1 0 0 0,1 1 0 0 0,2-5-1641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4:33.6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59 17580 0 0,'4'-5'1600'0'0,"4"0"-1560"0"0,4 0 320 0 0,3 0 304 0 0,5 0-248 0 0,1 0-184 0 0,8 3-55 0 0,1-3-25 0 0,1 2-32 0 0,3 1-48 0 0,-1-1-24 0 0,0 1-48 0 0,4-1-32 0 0,0 1-64 0 0,-2-1-633 0 0,0 1-327 0 0,0 2-208 0 0,1-2-825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4:43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238 154 6833 0 0,'1'-4'1087'0'0,"1"0"-927"0"0,-1 1 424 0 0,0-2 2735 0 0,-1 5-3161 0 0,0-2 89 0 0,0 0-36 0 0,0 0 126 0 0,0-4 633 0 0,-1 5-942 0 0,1 1 1 0 0,0-1 0 0 0,-1 1 0 0 0,1-1-1 0 0,-1 1 1 0 0,1-1 0 0 0,-1 1 0 0 0,1-1-1 0 0,-1 1 1 0 0,1-1 0 0 0,-1 1 0 0 0,1 0-1 0 0,-1 0 1 0 0,1-1 0 0 0,-1 1-1 0 0,0 0 1 0 0,1 0 0 0 0,-1-1 0 0 0,1 1-1 0 0,-1 0 1 0 0,0 0 0 0 0,1 0 0 0 0,-1 0-1 0 0,0 0 1 0 0,1 0 0 0 0,-1 0 0 0 0,0 0-1 0 0,1 0 1 0 0,-1 0 0 0 0,1 0 0 0 0,-1 1-1 0 0,0-1 1 0 0,1 0 0 0 0,-1 0-1 0 0,1 1 1 0 0,-1-1 0 0 0,1 0 0 0 0,-1 1-1 0 0,0-1 1 0 0,1 0 0 0 0,0 1 0 0 0,-1-1-1 0 0,1 1 1 0 0,-1-1 0 0 0,1 1 0 0 0,-1-1-1 0 0,1 1 1 0 0,0-1 0 0 0,-1 1 0 0 0,1 0-1 0 0,-27 61 987 0 0,11-5-713 0 0,-10 69-1 0 0,24-114-216 0 0,-1 0-1 0 0,0-1 1 0 0,-1 1-1 0 0,-1-1 1 0 0,0 0-1 0 0,-9 15 1 0 0,14-25-66 0 0,0-1-1 0 0,-1 1 0 0 0,1-1 1 0 0,0 1-1 0 0,-1-1 1 0 0,1 1-1 0 0,0-1 1 0 0,-1 1-1 0 0,1-1 1 0 0,-1 1-1 0 0,1-1 1 0 0,-1 1-1 0 0,1-1 1 0 0,-1 0-1 0 0,1 1 1 0 0,-1-1-1 0 0,1 0 1 0 0,-1 1-1 0 0,1-1 0 0 0,-1 0 1 0 0,0 0-1 0 0,1 0 1 0 0,-1 0-1 0 0,1 1 1 0 0,-1-1-1 0 0,0 0 1 0 0,1 0-1 0 0,-2 0 1 0 0,1-1-9 0 0,0 1-1 0 0,-1-1 1 0 0,1 1 0 0 0,0-1 0 0 0,0 0 0 0 0,0 0-1 0 0,0 1 1 0 0,0-1 0 0 0,0 0 0 0 0,0 0 0 0 0,0 0-1 0 0,-2-2 1 0 0,-4-6-71 0 0,1-1 0 0 0,-9-18-1 0 0,9 17 86 0 0,-10-20-54 0 0,10 19 13 0 0,-1-1 1 0 0,-9-13-1 0 0,16 25 9 0 0,0 1-1 0 0,0 0 1 0 0,-1 0 0 0 0,1 0-1 0 0,0-1 1 0 0,0 1 0 0 0,0 0 0 0 0,0 0-1 0 0,0-1 1 0 0,0 1 0 0 0,0 0 0 0 0,0 0-1 0 0,0 0 1 0 0,0-1 0 0 0,0 1-1 0 0,0 0 1 0 0,1 0 0 0 0,-1-1 0 0 0,0 1-1 0 0,0 0 1 0 0,0 0 0 0 0,0 0 0 0 0,0-1-1 0 0,0 1 1 0 0,0 0 0 0 0,1 0-1 0 0,-1 0 1 0 0,0 0 0 0 0,0-1 0 0 0,0 1-1 0 0,0 0 1 0 0,1 0 0 0 0,-1 0 0 0 0,0 0-1 0 0,0 0 1 0 0,0 0 0 0 0,1 0-1 0 0,-1-1 1 0 0,0 1 0 0 0,0 0 0 0 0,0 0-1 0 0,1 0 1 0 0,-1 0 0 0 0,19-5-76 0 0,21 0 82 0 0,17 3-3 0 0,81-15-1 0 0,-37 3 24 0 0,242-26 7 0 0,-263 30-22 0 0,258-25-4 0 0,5 10 24 0 0,159-8 167 0 0,-98-2-123 0 0,-148 10-53 0 0,-78 9 11 0 0,398-18-23 0 0,-251 29 19 0 0,149 3 13 0 0,123-1 134 0 0,-493-2-167 0 0,50 0 2 0 0,-154 6 1 0 0,0 1 0 0 0,0-1 0 0 0,0 1 0 0 0,0-1 0 0 0,0 1 1 0 0,0-1-1 0 0,1 0 0 0 0,-1 1 0 0 0,0-1 0 0 0,2 3 0 0 0,4 2 70 0 0,0 0 0 0 0,-1 0 0 0 0,0 1 0 0 0,0 0 0 0 0,0 0-1 0 0,-1 0 1 0 0,0 1 0 0 0,-1-1 0 0 0,0 1 0 0 0,0 0 0 0 0,0 0 0 0 0,2 15-1 0 0,4 21 163 0 0,4 31 155 0 0,-12-66-1030 0 0,-1 0 1 0 0,0 1 0 0 0,-2 12-1 0 0,-1-11-1740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4:44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323 112 13211 0 0,'0'0'1493'0'0,"2"1"-1036"0"0,0 0-421 0 0,0 0 1 0 0,0 1 0 0 0,0-1-1 0 0,-1 1 1 0 0,1-1 0 0 0,-1 1-1 0 0,1 0 1 0 0,-1 0 0 0 0,1 0-1 0 0,-1-1 1 0 0,0 1 0 0 0,0 1-1 0 0,0-1 1 0 0,0 0 0 0 0,0 0-1 0 0,0 0 1 0 0,-1 0 0 0 0,1 1-1 0 0,-1-1 1 0 0,1 5 0 0 0,2 52 161 0 0,-3-57-172 0 0,0 52 103 0 0,-3-1 1 0 0,-3 0-1 0 0,-23 102 0 0 0,27-146-265 0 0,-1 0 1 0 0,0 0-1 0 0,-1 0 1 0 0,0 0-1 0 0,-7 11 1 0 0,10-18 71 0 0,1-1 1 0 0,-1 0 0 0 0,0 0 0 0 0,0 1 0 0 0,0-1 0 0 0,0 0 0 0 0,0 0 0 0 0,0 0 0 0 0,0 0 0 0 0,0 0 0 0 0,-1 0 0 0 0,1-1-1 0 0,0 1 1 0 0,-1 0 0 0 0,1-1 0 0 0,0 1 0 0 0,-1-1 0 0 0,1 1 0 0 0,-1-1 0 0 0,1 1 0 0 0,0-1 0 0 0,-1 0 0 0 0,1 0-1 0 0,-1 0 1 0 0,1 0 0 0 0,-1 0 0 0 0,1 0 0 0 0,-1 0 0 0 0,1-1 0 0 0,-1 1 0 0 0,1 0 0 0 0,-1-1 0 0 0,1 1 0 0 0,0-1 0 0 0,-1 0-1 0 0,1 1 1 0 0,0-1 0 0 0,-1 0 0 0 0,1 0 0 0 0,0 0 0 0 0,0 0 0 0 0,0 0 0 0 0,-1-1 0 0 0,-6-5-4 0 0,1 0 1 0 0,1-1 0 0 0,-1 0-1 0 0,1 0 1 0 0,1-1-1 0 0,-1 1 1 0 0,2-1-1 0 0,-1-1 1 0 0,1 1 0 0 0,0 0-1 0 0,1-1 1 0 0,0 0-1 0 0,-2-16 1 0 0,1 4 181 0 0,2 0 1 0 0,1 0-1 0 0,0 0 1 0 0,1 0-1 0 0,5-27 0 0 0,-3 34 71 0 0,1-1 0 0 0,0 2 0 0 0,2-1 0 0 0,-1 0 0 0 0,2 1 0 0 0,0 0 0 0 0,1 0 0 0 0,0 1 0 0 0,1 0 0 0 0,0 0 0 0 0,1 0 0 0 0,0 1 0 0 0,1 1-1 0 0,1 0 1 0 0,0 0 0 0 0,0 1 0 0 0,1 0 0 0 0,0 1 0 0 0,1 0 0 0 0,0 1 0 0 0,0 1 0 0 0,1 0 0 0 0,0 1 0 0 0,0 0 0 0 0,1 1 0 0 0,-1 1 0 0 0,1 0 0 0 0,0 1-1 0 0,0 0 1 0 0,27 0 0 0 0,-25 3-178 0 0,-1 1-1 0 0,1 1 1 0 0,-1 0-1 0 0,29 8 1 0 0,-38-8-18 0 0,0 1 1 0 0,1-1-1 0 0,-1 2 1 0 0,0-1-1 0 0,-1 1 1 0 0,1 0 0 0 0,-1 0-1 0 0,1 1 1 0 0,-1-1-1 0 0,0 2 1 0 0,-1-1-1 0 0,8 9 1 0 0,-12-12 4 0 0,0-1 0 0 0,1 1 0 0 0,-1-1 0 0 0,0 1 0 0 0,0 0 0 0 0,-1 0 0 0 0,1 0 0 0 0,0-1 0 0 0,0 1 0 0 0,-1 0 0 0 0,0 0 0 0 0,1 0 0 0 0,-1 0 0 0 0,0 0 0 0 0,0 0 0 0 0,0 0 0 0 0,0 0 0 0 0,0 0 0 0 0,0 0 0 0 0,0 0 0 0 0,-2 3 1 0 0,1-2 6 0 0,-1 1 1 0 0,0-1 0 0 0,1-1 0 0 0,-1 1-1 0 0,0 0 1 0 0,-1 0 0 0 0,1-1 0 0 0,0 1 0 0 0,-1-1-1 0 0,0 0 1 0 0,-4 4 0 0 0,-6 2 30 0 0,-1-1 0 0 0,0 0-1 0 0,0 0 1 0 0,-21 6 0 0 0,-81 18 20 0 0,115-31-83 0 0,11 15-80 0 0,-5-12 115 0 0,0 0 1 0 0,0 0-1 0 0,0-1 0 0 0,0 0 0 0 0,1 0 0 0 0,-1 0 0 0 0,1 0 1 0 0,0-1-1 0 0,10 1 0 0 0,0 1 6 0 0,-11-1-6 0 0,53 10 14 0 0,-1 4 0 0 0,80 31 1 0 0,-132-44-27 0 0,1-1 1 0 0,-1 1-1 0 0,0 0 1 0 0,-1 0-1 0 0,1 1 1 0 0,0 0-1 0 0,5 6 1 0 0,-9-9 5 0 0,0 0 0 0 0,0 0 0 0 0,0 0 0 0 0,0 0 1 0 0,-1 0-1 0 0,1 0 0 0 0,0 1 0 0 0,-1-1 0 0 0,1 0 0 0 0,-1 0 1 0 0,1 1-1 0 0,-1-1 0 0 0,0 0 0 0 0,1 1 0 0 0,-1-1 0 0 0,0 0 1 0 0,0 1-1 0 0,0-1 0 0 0,0 1 0 0 0,0-1 0 0 0,0 0 0 0 0,-1 1 1 0 0,1-1-1 0 0,0 0 0 0 0,-1 1 0 0 0,1-1 0 0 0,-1 0 0 0 0,1 0 1 0 0,-1 1-1 0 0,1-1 0 0 0,-1 0 0 0 0,0 0 0 0 0,0 0 0 0 0,0 0 1 0 0,0 0-1 0 0,-1 2 0 0 0,-11 8 21 0 0,0-1 1 0 0,0 0-1 0 0,-1 0 0 0 0,0-2 1 0 0,0 0-1 0 0,-1 0 0 0 0,-29 9 1 0 0,-116 28 90 0 0,142-41-100 0 0,-458 85 168 0 0,406-88-2197 0 0,79-7-5266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4:45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467 10 14227 0 0,'0'-1'73'0'0,"0"1"0"0"0,0-1 0 0 0,-1 1 0 0 0,1 0-1 0 0,0-1 1 0 0,0 1 0 0 0,0-1 0 0 0,-1 1 0 0 0,1-1 0 0 0,0 1 0 0 0,0 0 0 0 0,-1-1-1 0 0,1 1 1 0 0,0 0 0 0 0,-1-1 0 0 0,1 1 0 0 0,-1 0 0 0 0,1 0 0 0 0,0-1 0 0 0,-1 1-1 0 0,1 0 1 0 0,-1 0 0 0 0,1 0 0 0 0,-1-1 0 0 0,1 1 0 0 0,0 0 0 0 0,-1 0 0 0 0,1 0 0 0 0,-1 0-1 0 0,0 0 1 0 0,-19 5 436 0 0,-23 20-1110 0 0,35-20 809 0 0,-6 5-208 0 0,1 1-1 0 0,0 0 0 0 0,0 0 1 0 0,1 1-1 0 0,0 1 1 0 0,2 0-1 0 0,-1 1 1 0 0,-10 18-1 0 0,-7 17 101 0 0,-24 61 0 0 0,35-72-75 0 0,-91 178-274 0 0,54-127-3459 0 0,47-79 2245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4:45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81 13355 0 0,'4'0'66'0'0,"1"1"1"0"0,-1-1-1 0 0,0 0 0 0 0,0 1 1 0 0,1 0-1 0 0,-1 0 1 0 0,0 0-1 0 0,0 1 1 0 0,0-1-1 0 0,0 1 0 0 0,0 0 1 0 0,0 0-1 0 0,0 0 1 0 0,-1 1-1 0 0,1-1 0 0 0,-1 1 1 0 0,0 0-1 0 0,0 0 1 0 0,0 0-1 0 0,0 0 0 0 0,5 8 1 0 0,-4-4-188 0 0,-1 0 0 0 0,1 0 0 0 0,-1 0 0 0 0,-1 1 0 0 0,1 0 0 0 0,-1-1-1 0 0,-1 1 1 0 0,1 0 0 0 0,-2 0 0 0 0,1 15 0 0 0,-1 20 249 0 0,-1 0 0 0 0,-3 0 0 0 0,-2 0 0 0 0,-16 66 0 0 0,22-109-126 0 0,0 1 0 0 0,0-1 0 0 0,-1 1 0 0 0,1 0 0 0 0,0-1-1 0 0,0 1 1 0 0,0 0 0 0 0,0-1 0 0 0,-1 1 0 0 0,1-1 0 0 0,0 1 0 0 0,-1 0-1 0 0,1-1 1 0 0,0 1 0 0 0,-1-1 0 0 0,1 1 0 0 0,-1-1 0 0 0,1 1 0 0 0,-1-1-1 0 0,1 0 1 0 0,-1 1 0 0 0,1-1 0 0 0,-1 0 0 0 0,1 1 0 0 0,-1-1-1 0 0,1 0 1 0 0,-1 1 0 0 0,0-1 0 0 0,1 0 0 0 0,-1 0 0 0 0,1 0 0 0 0,-1 0-1 0 0,0 0 1 0 0,1 0 0 0 0,-1 1 0 0 0,0-1 0 0 0,1-1 0 0 0,-1 1 0 0 0,0 0-1 0 0,1 0 1 0 0,-1 0 0 0 0,0 0 0 0 0,1 0 0 0 0,-1-1 0 0 0,1 1-1 0 0,-1 0 1 0 0,0 0 0 0 0,1-1 0 0 0,-1 1 0 0 0,1 0 0 0 0,-1-1 0 0 0,1 1-1 0 0,-1-1 1 0 0,1 1 0 0 0,0-1 0 0 0,-1 1 0 0 0,1-1 0 0 0,-1 1 0 0 0,0-2-1 0 0,-3-2 14 0 0,0-1-1 0 0,1 0 0 0 0,-1 0 0 0 0,1 0 0 0 0,-3-7 0 0 0,-3-8 51 0 0,1 0 0 0 0,1 0-1 0 0,0-1 1 0 0,2 0 0 0 0,1-1-1 0 0,0 1 1 0 0,2-1 0 0 0,0 0-1 0 0,2 1 1 0 0,3-39 0 0 0,-1 50-20 0 0,0-1 0 0 0,0 0 0 0 0,1 1 0 0 0,0-1 1 0 0,1 1-1 0 0,1 0 0 0 0,-1 0 0 0 0,2 1 0 0 0,-1-1 1 0 0,8-8-1 0 0,-7 11-28 0 0,0 0 1 0 0,0 1-1 0 0,1 0 1 0 0,0 0-1 0 0,0 1 0 0 0,1-1 1 0 0,-1 2-1 0 0,1-1 1 0 0,0 1-1 0 0,1 0 0 0 0,-1 1 1 0 0,0 0-1 0 0,15-3 1 0 0,2 1 21 0 0,0 1 0 0 0,1 1 0 0 0,-1 1 0 0 0,1 1 0 0 0,0 2 0 0 0,-1 0 0 0 0,1 2-1 0 0,32 7 1 0 0,-55-9-50 0 0,0-1 0 0 0,1 1 0 0 0,-1 0 0 0 0,0 0-1 0 0,0 1 1 0 0,0-1 0 0 0,0 0 0 0 0,-1 1 0 0 0,4 2-1 0 0,-5-3 14 0 0,-13 19 112 0 0,-4-10-49 0 0,1-1-1 0 0,-1 0 0 0 0,0-1 1 0 0,-1-1-1 0 0,-19 6 0 0 0,19-7-67 0 0,-1 0 0 0 0,1 2 0 0 0,0 0 0 0 0,-27 18 0 0 0,43-26 1 0 0,1 0-1 0 0,-1 1 1 0 0,0-1 0 0 0,1 0-1 0 0,-1 1 1 0 0,1-1 0 0 0,-1 1-1 0 0,1-1 1 0 0,-1 1 0 0 0,1-1-1 0 0,0 1 1 0 0,-1-1 0 0 0,1 1-1 0 0,-1-1 1 0 0,1 1 0 0 0,0 0-1 0 0,0-1 1 0 0,-1 1-1 0 0,1 0 1 0 0,0-1 0 0 0,0 1-1 0 0,0 0 1 0 0,0-1 0 0 0,-1 1-1 0 0,1 0 1 0 0,0-1 0 0 0,0 1-1 0 0,0 0 1 0 0,1-1 0 0 0,-1 1-1 0 0,0 0 1 0 0,0-1 0 0 0,0 1-1 0 0,0 0 1 0 0,1-1-1 0 0,-1 1 1 0 0,0-1 0 0 0,1 1-1 0 0,-1 0 1 0 0,0-1 0 0 0,1 1-1 0 0,-1-1 1 0 0,1 1 0 0 0,-1-1-1 0 0,1 1 1 0 0,-1-1 0 0 0,1 1-1 0 0,-1-1 1 0 0,1 0 0 0 0,-1 1-1 0 0,1-1 1 0 0,0 0-1 0 0,-1 1 1 0 0,1-1 0 0 0,-1 0-1 0 0,2 0 1 0 0,6 4 19 0 0,-1-1 0 0 0,1 0 1 0 0,11 2-1 0 0,-17-4-14 0 0,117 24 84 0 0,-78-18-89 0 0,1 2-1 0 0,76 27 1 0 0,-114-35-2 0 0,0 1 0 0 0,0 0 0 0 0,-1 0 0 0 0,1 0 0 0 0,-1 1 0 0 0,1 0 0 0 0,-1-1 0 0 0,6 7 0 0 0,-9-8 8 0 0,1-1 0 0 0,0 1 0 0 0,-1 0 0 0 0,1 0 0 0 0,-1 0 0 0 0,1 0 0 0 0,-1 0 0 0 0,0 0 0 0 0,1 0 0 0 0,-1 0 0 0 0,0 0 0 0 0,0 0 0 0 0,0 0 0 0 0,1 0 0 0 0,-1 0 0 0 0,0 0 0 0 0,0 0 0 0 0,-1 0 1 0 0,1 0-1 0 0,0 0 0 0 0,0 0 0 0 0,0 0 0 0 0,-1 0 0 0 0,1 0 0 0 0,0-1 0 0 0,-1 1 0 0 0,1 0 0 0 0,-1 0 0 0 0,1 0 0 0 0,-1 0 0 0 0,0 0 0 0 0,1-1 0 0 0,-1 1 0 0 0,0 0 0 0 0,1 0 0 0 0,-1-1 0 0 0,0 1 0 0 0,0-1 0 0 0,0 1 0 0 0,1-1 0 0 0,-1 1 0 0 0,-2 0 0 0 0,-7 5 71 0 0,-1 0 1 0 0,1-1-1 0 0,-2 0 0 0 0,1-1 1 0 0,-18 4-1 0 0,-63 11 128 0 0,43-11-141 0 0,-39 8-27 0 0,-25 5-96 0 0,40-1-3081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4:47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27 169 9618 0 0,'-1'0'58'0'0,"1"0"0"0"0,0 0 0 0 0,-1 0 0 0 0,1 0 0 0 0,0 0 0 0 0,-1 0 0 0 0,1 0 0 0 0,0 0 0 0 0,-1 0 0 0 0,1 0 0 0 0,0 0 0 0 0,-1 0 0 0 0,1 0 0 0 0,0 0 0 0 0,0 0 0 0 0,-1 0 0 0 0,1 1 0 0 0,0-1 0 0 0,-1 0 0 0 0,1 0 0 0 0,0 0 0 0 0,0 1 0 0 0,-1-1 0 0 0,1 0 0 0 0,0 0 0 0 0,0 0 0 0 0,-1 1 0 0 0,1-1 0 0 0,0 0 0 0 0,0 1 0 0 0,0-1 0 0 0,0 0 0 0 0,-1 0 0 0 0,1 1 0 0 0,0-1 0 0 0,0 0 0 0 0,0 1 0 0 0,0-1-1 0 0,0 0 1 0 0,0 1 0 0 0,0-1 0 0 0,0 0 0 0 0,0 1 0 0 0,0-1 0 0 0,0 0 0 0 0,0 1 0 0 0,0 0 0 0 0,4 7 771 0 0,-2-4-794 0 0,-2-3-247 0 0,0-9 218 0 0,1 4 1 0 0,1 7 3 0 0,1 4 1 0 0,10 32 120 0 0,-1 1 0 0 0,9 61 0 0 0,4 11 312 0 0,-23-93-219 0 0,-2-19-213 0 0,-1 0 0 0 0,1 0-1 0 0,0 0 1 0 0,0 0-1 0 0,-1 0 1 0 0,1 0-1 0 0,0 0 1 0 0,0 0 0 0 0,-1 0-1 0 0,1 0 1 0 0,0 0-1 0 0,0 0 1 0 0,-1 0 0 0 0,1 0-1 0 0,0 0 1 0 0,0 0-1 0 0,-1 0 1 0 0,1 0-1 0 0,0 0 1 0 0,0 0 0 0 0,0-1-1 0 0,-1 1 1 0 0,1 0-1 0 0,0 0 1 0 0,0 0-1 0 0,0 0 1 0 0,-1 0 0 0 0,1-1-1 0 0,0 1 1 0 0,0 0-1 0 0,0 0 1 0 0,0-1 0 0 0,-1 1-1 0 0,1 0 1 0 0,0 0-1 0 0,-21-31 140 0 0,8 3-135 0 0,1-1 0 0 0,2-1 0 0 0,0 1 0 0 0,2-2 0 0 0,2 1 0 0 0,0-1 0 0 0,2 0 0 0 0,2 0 0 0 0,1-39 1 0 0,1 62 13 0 0,1-1 0 0 0,1 1 1 0 0,0-1-1 0 0,0 1 1 0 0,0 0-1 0 0,1-1 1 0 0,1 1-1 0 0,-1 1 1 0 0,7-11-1 0 0,-9 15-20 0 0,1 1 1 0 0,-1 0-1 0 0,1-1 0 0 0,0 1 0 0 0,0 0 1 0 0,0 0-1 0 0,0 0 0 0 0,0 0 0 0 0,0 1 1 0 0,1-1-1 0 0,-1 0 0 0 0,1 1 0 0 0,-1 0 1 0 0,1-1-1 0 0,-1 1 0 0 0,1 0 0 0 0,0 0 1 0 0,-1 1-1 0 0,1-1 0 0 0,0 1 0 0 0,0-1 1 0 0,0 1-1 0 0,-1 0 0 0 0,1 0 0 0 0,0 0 1 0 0,0 0-1 0 0,0 0 0 0 0,0 1 1 0 0,-1 0-1 0 0,1-1 0 0 0,5 3 0 0 0,-4-1-9 0 0,0 0-1 0 0,-1 1 1 0 0,1-1 0 0 0,-1 1-1 0 0,0-1 1 0 0,0 1-1 0 0,0 0 1 0 0,0 1 0 0 0,0-1-1 0 0,0 0 1 0 0,-1 1-1 0 0,0-1 1 0 0,0 1 0 0 0,4 8-1 0 0,1 4-2 0 0,-1 1 0 0 0,5 18-1 0 0,-9-27-15 0 0,-1-1 0 0 0,1 0-1 0 0,-1 1 1 0 0,0-1-1 0 0,-1 1 1 0 0,0-1 0 0 0,0 1-1 0 0,0-1 1 0 0,-1 0 0 0 0,0 1-1 0 0,-1-1 1 0 0,0 0 0 0 0,0 1-1 0 0,0-1 1 0 0,-1 0 0 0 0,0-1-1 0 0,0 1 1 0 0,-1 0-1 0 0,0-1 1 0 0,0 0 0 0 0,0 0-1 0 0,-1 0 1 0 0,0 0 0 0 0,0-1-1 0 0,-1 0 1 0 0,1 0 0 0 0,-1 0-1 0 0,0-1 1 0 0,0 0 0 0 0,-14 7-1 0 0,-3-4-1435 0 0,13-4 302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4:47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66 15435 0 0,'0'0'1050'0'0,"-14"16"-1324"0"0,-6 6-36 0 0,1 1 0 0 0,-30 46-1 0 0,44-60 318 0 0,0 0 0 0 0,1 0 0 0 0,0 0 0 0 0,1 0 0 0 0,0 1 0 0 0,0-1 0 0 0,1 1-1 0 0,0 0 1 0 0,1-1 0 0 0,0 1 0 0 0,1 0 0 0 0,0 15 0 0 0,0-22 4 0 0,1 0 0 0 0,-1 0-1 0 0,1 1 1 0 0,-1-1 0 0 0,1 0 0 0 0,0 0-1 0 0,0 0 1 0 0,1 0 0 0 0,-1 0 0 0 0,0-1-1 0 0,1 1 1 0 0,0 0 0 0 0,0-1 0 0 0,0 1 0 0 0,0-1-1 0 0,0 1 1 0 0,0-1 0 0 0,5 4 0 0 0,-3-4 12 0 0,0 0 1 0 0,0 0-1 0 0,0 0 0 0 0,0-1 1 0 0,0 0-1 0 0,0 0 1 0 0,1 0-1 0 0,-1 0 1 0 0,0 0-1 0 0,1-1 1 0 0,-1 0-1 0 0,6 0 1 0 0,2-1 29 0 0,0-1 1 0 0,0 0-1 0 0,-1 0 0 0 0,1-1 1 0 0,-1-1-1 0 0,1 0 1 0 0,-1 0-1 0 0,-1-1 1 0 0,13-8-1 0 0,-13 6-14 0 0,-1 0-1 0 0,1-1 1 0 0,-1 0 0 0 0,0 0-1 0 0,-1-1 1 0 0,0-1 0 0 0,-1 1-1 0 0,0-1 1 0 0,0 0 0 0 0,-1-1-1 0 0,0 0 1 0 0,-1 0 0 0 0,5-15-1 0 0,-7 18-33 0 0,-1 0 1 0 0,0 0-1 0 0,0 0 0 0 0,-1 0 0 0 0,0-1 1 0 0,0 1-1 0 0,-1 0 0 0 0,0 0 0 0 0,-1-1 0 0 0,0 1 1 0 0,0 0-1 0 0,0 0 0 0 0,-1 0 0 0 0,-1 0 1 0 0,1 0-1 0 0,-1 0 0 0 0,-1 1 0 0 0,1-1 1 0 0,-1 1-1 0 0,-7-10 0 0 0,8 13-16 0 0,0 1 1 0 0,0 0-1 0 0,0 0 1 0 0,0-1-1 0 0,0 2 0 0 0,-1-1 1 0 0,0 0-1 0 0,1 1 1 0 0,-1 0-1 0 0,0-1 0 0 0,0 1 1 0 0,0 1-1 0 0,0-1 1 0 0,-1 1-1 0 0,1 0 0 0 0,0 0 1 0 0,-1 0-1 0 0,1 0 0 0 0,-1 1 1 0 0,1-1-1 0 0,-1 1 1 0 0,1 1-1 0 0,0-1 0 0 0,-1 0 1 0 0,1 1-1 0 0,-1 0 1 0 0,-5 2-1 0 0,1 0-255 0 0,0 0-1 0 0,0 1 1 0 0,1 1 0 0 0,-1-1-1 0 0,1 1 1 0 0,0 0 0 0 0,0 1-1 0 0,1 0 1 0 0,0 0 0 0 0,0 1 0 0 0,-12 14-1 0 0,7-6-998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4:48.2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10 11482 0 0,'1'-10'2837'0'0,"-8"24"-2472"0"0,-9 25-710 0 0,-2 22 324 0 0,-19 113 1 0 0,32-124-755 0 0,5-46 520 0 0,0 0 0 0 0,0 0 0 0 0,0 0 0 0 0,1 0 0 0 0,0 0 0 0 0,0 0 0 0 0,0-1 0 0 0,0 1 0 0 0,0 0 0 0 0,3 5 0 0 0,3 0-1597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4:48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12 16756 0 0,'-7'-5'1432'0'0,"4"0"-800"0"0,16 3-184 0 0,-3 2-408 0 0,4 3 8 0 0,2-1-96 0 0,3 0-8 0 0,2 1-32 0 0,3-1-224 0 0,-1-1-24 0 0,4 1-24 0 0,0 0-240 0 0,3-1-320 0 0,-2-1-105 0 0,4 2-79 0 0,-1 0-344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4:53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436 44 8058 0 0,'0'0'5676'0'0,"0"0"-5419"0"0,-1-1-63 0 0,0-1 104 0 0,0 1 6 0 0,0-2 155 0 0,-2-3 552 0 0,2 4-779 0 0,0 0-126 0 0,0 0 0 0 0,-1 0 0 0 0,1 0 0 0 0,0 0 1 0 0,-1 0-1 0 0,1 1 0 0 0,-1-1 0 0 0,0 0 0 0 0,0 1 0 0 0,0-1 0 0 0,0 1 1 0 0,-2-2-1 0 0,0 0 58 0 0,3 3-137 0 0,0-1 0 0 0,0 1 0 0 0,0 0 0 0 0,0 0 0 0 0,0 0 0 0 0,1 0 0 0 0,-1 0 0 0 0,0 0 0 0 0,0 0 0 0 0,0 0-1 0 0,0 0 1 0 0,0 1 0 0 0,0-1 0 0 0,0 0 0 0 0,1 0 0 0 0,-1 1 0 0 0,0-1 0 0 0,0 1 0 0 0,0-1 0 0 0,1 1 0 0 0,-1-1 0 0 0,0 1 0 0 0,1-1 0 0 0,-1 1-1 0 0,0-1 1 0 0,1 1 0 0 0,-1 0 0 0 0,1 0 0 0 0,-1-1 0 0 0,0 3 0 0 0,-5 2 169 0 0,-23 17 394 0 0,-34 32-1 0 0,10-8-293 0 0,-56 59 174 0 0,40-34-202 0 0,53-58-200 0 0,11-8-21 0 0,-1-1 0 0 0,1 1 0 0 0,1 0 0 0 0,-6 7 1003 0 0,10-12-1039 0 0,1 1 0 0 0,-1 0 0 0 0,1 0 0 0 0,-1 0 0 0 0,1 0 0 0 0,-1 0 0 0 0,1 0-1 0 0,0 0 1 0 0,-1-1 0 0 0,1 1 0 0 0,0 0 0 0 0,0-1 0 0 0,-1 1 0 0 0,1 0-1 0 0,0-1 1 0 0,0 1 0 0 0,0-1 0 0 0,0 1 0 0 0,0-1 0 0 0,1 1 0 0 0,27 15 138 0 0,48 20 0 0 0,-30-23 14 0 0,0-1 0 0 0,1-3-1 0 0,0-1 1 0 0,72 1 0 0 0,-101-10-131 0 0,-15 1-18 0 0,1 0 1 0 0,0 0 0 0 0,0 0 0 0 0,0 0 0 0 0,6 2 0 0 0,-10-1 45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4:54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1 570 4753 0 0,'0'0'9207'0'0,"7"-13"-6347"0"0,121-115 1650 0 0,-85 78-3996 0 0,-3-2-1 0 0,37-63 0 0 0,39-96-230 0 0,-116 210-310 0 0,7 15-150 0 0,17 126 216 0 0,-9-64-15 0 0,1 4 8 0 0,27 80 1 0 0,-36-141-23 0 0,-5-13-1 0 0,1 0 1 0 0,-1 1-1 0 0,0 0 0 0 0,0-1 0 0 0,-1 1 1 0 0,1 0-1 0 0,-2 0 0 0 0,1 0 0 0 0,-1 0 1 0 0,0 7-1 0 0,-2-10-13 0 0,1 0 0 0 0,-1-1 1 0 0,1 0-1 0 0,-1 1 0 0 0,0-1 0 0 0,0 0 0 0 0,-1 0 1 0 0,1 0-1 0 0,-1 0 0 0 0,1-1 0 0 0,-1 1 0 0 0,0-1 1 0 0,0 1-1 0 0,0-1 0 0 0,0 0 0 0 0,-1 0 0 0 0,1 0 1 0 0,0-1-1 0 0,-1 1 0 0 0,-4 0 0 0 0,-9 4-11 0 0,-1-2-1 0 0,1 0 1 0 0,-21 1 0 0 0,-6 2 28 0 0,29-2 28 0 0,22-4 29 0 0,35-3 106 0 0,-31 1-111 0 0,118-15 506 0 0,-30 2-43 0 0,0 12-239 0 0,-62 3-235 0 0,-36-1-82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04:56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504 134 5081 0 0,'2'-7'452'0'0,"1"-3"436"0"0,-3 2-151 0 0,-2-1 97 0 0,-1 2-231 0 0,-11-21-21 0 0,9 17 444 0 0,0-2-313 0 0,1-16 2861 0 0,4 25-3012 0 0,0-2 271 0 0,-11 4-404 0 0,5 4-380 0 0,0-1 0 0 0,0 1 1 0 0,0 0-1 0 0,0 0 0 0 0,1 1 0 0 0,-1 0 0 0 0,1 0 0 0 0,-1 0 0 0 0,1 1 0 0 0,0 0 0 0 0,-6 5 1 0 0,-41 31 361 0 0,-119 99 527 0 0,22 1 178 0 0,141-133-1189 0 0,7-6 123 0 0,0 0 1 0 0,0 0-1 0 0,0-1 0 0 0,0 1 0 0 0,0 0 0 0 0,0 0 0 0 0,1 0 0 0 0,-1 0 0 0 0,0 0 0 0 0,0 1 0 0 0,1-1 0 0 0,-1 0 1 0 0,0 2-1 0 0,2-2-12 0 0,-1 0 1 0 0,0 0-1 0 0,1 1 1 0 0,-1-1-1 0 0,1 0 1 0 0,-1 0-1 0 0,1 0 1 0 0,-1 0-1 0 0,1 0 1 0 0,0 0-1 0 0,0 0 1 0 0,0 0-1 0 0,-1 0 1 0 0,1 0-1 0 0,0 0 1 0 0,2 1-1 0 0,7 14 97 0 0,-8-13-101 0 0,0 1-1 0 0,0 0 1 0 0,1-1 0 0 0,-1 1 0 0 0,1-1-1 0 0,5 6 1 0 0,-5-6-27 0 0,4 5 22 0 0,1 0 0 0 0,0-1 0 0 0,0 0 0 0 0,1 0 0 0 0,0-1 0 0 0,10 5 0 0 0,21 8 32 0 0,-8-3 108 0 0,2-1 0 0 0,0-1-1 0 0,58 14 1 0 0,-83-26-226 0 0,-2-1-639 0 0,0 0-1 0 0,-1 0 1 0 0,1 1 0 0 0,-1 0 0 0 0,1 1 0 0 0,-1-1-1 0 0,8 6 1 0 0,-3 0-1963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1:31:57.238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37 140 4665 0 0,'-1'0'6823'0'0,"0"-3"-5762"0"0,-6-19 4451 0 0,0-2-3827 0 0,7 14-1736 0 0,7 33 354 0 0,-4-11-148 0 0,-1 1-1 0 0,-1 0 1 0 0,0 0 0 0 0,-1 0 0 0 0,0 0 0 0 0,-1 0 0 0 0,-3 15 0 0 0,0 5 131 0 0,-11 55 388 0 0,12-33 104 0 0,3-48-328 0 0,0-7-310 0 0,0 0-136 0 0,-1 0 1 0 0,1 0-1 0 0,0 0 1 0 0,0 0 0 0 0,-1 0-1 0 0,1-1 1 0 0,0 1-1 0 0,0 0 1 0 0,0 0 0 0 0,-1 0-1 0 0,1 0 1 0 0,0 0-1 0 0,0-1 1 0 0,0 1-1 0 0,-1 0 1 0 0,1 0 0 0 0,0 0-1 0 0,0 0 1 0 0,0-1-1 0 0,0 1 1 0 0,0 0 0 0 0,-1 0-1 0 0,1-1 1 0 0,0 1-1 0 0,0 0 1 0 0,0 0 0 0 0,0-1-1 0 0,0 1 1 0 0,0 0-1 0 0,0 0 1 0 0,0 0-1 0 0,0-1 1 0 0,0 1 0 0 0,0 0-1 0 0,0 0 1 0 0,0-1-1 0 0,7-41 197 0 0,-4 29-180 0 0,-1 0-1 0 0,1-24 1 0 0,-2 21-23 0 0,-2 1 0 0 0,0-1 1 0 0,0 0-1 0 0,-5-17 0 0 0,3 20-26 0 0,1 0-1 0 0,1 0 1 0 0,1-24 0 0 0,0 25 1 0 0,-2 1 19 0 0,0-7-508 0 0,15 17 550 0 0,147-16-19 0 0,10 11-31 0 0,-10 1 36 0 0,-8 1 1 0 0,-100 0-16 0 0,241-32 61 0 0,-276 34-64 0 0,0 0 0 0 0,0 0 0 0 0,1 2 0 0 0,-1 0 0 0 0,0 1 1 0 0,24 4-1 0 0,2 1 403 0 0,-43-6-465 0 0,5 18 52 0 0,-2-11 18 0 0,-1 1 1 0 0,-1-1-1 0 0,1 0 0 0 0,-1 1 0 0 0,0 0 1 0 0,-1-1-1 0 0,0 1 0 0 0,0 0 1 0 0,-2 8-1 0 0,-14 122 425 0 0,16-121-374 0 0,0-1 1 0 0,0 1-1 0 0,2 0 0 0 0,0-1 0 0 0,1 1 1 0 0,6 19-1 0 0,-9-34 491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1:31:58.207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24 39 2617 0 0,'0'0'5151'0'0,"-19"9"335"0"0,14 3-5091 0 0,5-12-343 0 0,1 1 1 0 0,-1-1 0 0 0,0 0-1 0 0,1 1 1 0 0,-1-1 0 0 0,0 0-1 0 0,1 1 1 0 0,-1-1 0 0 0,1 0-1 0 0,-1 0 1 0 0,0 1 0 0 0,1-1-1 0 0,-1 0 1 0 0,1 0-1 0 0,-1 0 1 0 0,0 0 0 0 0,1 0-1 0 0,-1 0 1 0 0,1 0 0 0 0,-1 0-1 0 0,1 1 1 0 0,-1-2 0 0 0,1 1-1 0 0,-1 0 1 0 0,1 0 0 0 0,-1 0-1 0 0,0 0 1 0 0,1 0-1 0 0,-1 0 1 0 0,1 0 0 0 0,-1 0-1 0 0,1-1 1 0 0,-1 1 0 0 0,1-1-1 0 0,-1 1-37 0 0,1 0 1 0 0,-1 0-1 0 0,0 0 0 0 0,0 0 0 0 0,1 0 0 0 0,-1 0 1 0 0,0-1-1 0 0,1 1 0 0 0,-1 0 0 0 0,0 0 0 0 0,0 0 0 0 0,1-1 1 0 0,-1 1-1 0 0,0 0 0 0 0,0 0 0 0 0,0-1 0 0 0,1 1 0 0 0,-1 0 1 0 0,0 0-1 0 0,0-1 0 0 0,0 1 0 0 0,0 0 0 0 0,0-1 1 0 0,0 1-1 0 0,0 0 0 0 0,1-1 0 0 0,-1 1 0 0 0,0 0 0 0 0,0-1 1 0 0,0 1-1 0 0,0-1-9 0 0,0 1 1 0 0,0 0 0 0 0,0 0-1 0 0,-1 0 1 0 0,1 0 0 0 0,0-1-1 0 0,1 1 1 0 0,-1 0-1 0 0,0 0 1 0 0,0 0 0 0 0,0 0-1 0 0,0-1 1 0 0,0 1 0 0 0,0 0-1 0 0,0 0 1 0 0,0 0-1 0 0,0 0 1 0 0,0 0 0 0 0,0-1-1 0 0,0 1 1 0 0,0 0 0 0 0,1 0-1 0 0,-1 0 1 0 0,0 0-1 0 0,0 0 1 0 0,0 0 0 0 0,0-1-1 0 0,0 1 1 0 0,0 0 0 0 0,1 0-1 0 0,-1 0 1 0 0,0 0-1 0 0,0 0 1 0 0,0 0 0 0 0,0 0-1 0 0,1 0 1 0 0,-1 0 0 0 0,0 0-1 0 0,0 0 1 0 0,0 0 0 0 0,0 0-1 0 0,1 0 1 0 0,-1 0-1 0 0,0 0 1 0 0,0 0 0 0 0,0 0-1 0 0,0 0 1 0 0,0 0 0 0 0,1 0-1 0 0,-1 0 1 0 0,0 0-1 0 0,0 0 1 0 0,0 0 0 0 0,0 0-1 0 0,1 1 1 0 0,-1-1 0 0 0,0 0-1 0 0,0 0 1 0 0,6 2 80 0 0,-1 0 1 0 0,1 0-1 0 0,-1 0 1 0 0,1-1-1 0 0,0 0 1 0 0,0 0-1 0 0,-1-1 1 0 0,1 1-1 0 0,0-1 1 0 0,0-1-1 0 0,0 1 1 0 0,7-2-1 0 0,1 0 55 0 0,1 0-1 0 0,-1 1 0 0 0,1 1 1 0 0,-1 0-1 0 0,1 1 0 0 0,-1 0 0 0 0,20 5 1 0 0,-11-2 174 0 0,37 1 0 0 0,-44-5-169 0 0,-1-2-1 0 0,20-4 0 0 0,0-1 42 0 0,123-14 279 0 0,81 4-56 0 0,-192 11-316 0 0,-5 0 216 0 0,45 0 738 0 0,-86 6-965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1:29:52.585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7 1433 3969 0 0,'-6'-12'7531'0'0,"5"11"-7433"0"0,1 0 1 0 0,0 0-1 0 0,0 0 1 0 0,0 0-1 0 0,1 0 1 0 0,-1 0-1 0 0,0 0 1 0 0,0 1-1 0 0,0-1 0 0 0,1 0 1 0 0,-1 0-1 0 0,0 0 1 0 0,2-1-1 0 0,-2 1-52 0 0,1 0 0 0 0,0-1-1 0 0,-1 1 1 0 0,1 0 0 0 0,0 0-1 0 0,0 0 1 0 0,0 0 0 0 0,0 1-1 0 0,0-1 1 0 0,0 0 0 0 0,1 0-1 0 0,-1 0 1 0 0,0 1 0 0 0,0-1-1 0 0,0 1 1 0 0,1-1 0 0 0,1 0-1 0 0,3 0 87 0 0,0-1-1 0 0,0 0 0 0 0,-1 0 0 0 0,1 0 1 0 0,-1-1-1 0 0,0 0 0 0 0,1 0 0 0 0,-2 0 1 0 0,7-5-1 0 0,-4 3-40 0 0,0 0-1 0 0,0 1 1 0 0,0 0-1 0 0,10-4 1 0 0,-5 4 45 0 0,-1-1 0 0 0,1 0 0 0 0,-1-1-1 0 0,0 0 1 0 0,0-1 0 0 0,-1 0 0 0 0,0-1 0 0 0,17-15 0 0 0,-12 8-64 0 0,21-14 1 0 0,-18 15-53 0 0,6-10 18 0 0,-9 14-13 0 0,0-1 0 0 0,0 0 1 0 0,-1-1-1 0 0,18-20 0 0 0,-3 6 26 0 0,-11 4-23 0 0,11-15-16 0 0,-17 20-10 0 0,1 0 0 0 0,1 1 0 0 0,17-15 0 0 0,-16 16 8 0 0,1-1 0 0 0,21-31-1 0 0,-25 29 12 0 0,1 0-1 0 0,0 1 0 0 0,21-20 1 0 0,28-16 35 0 0,-55 48-54 0 0,-1 1 1 0 0,1 0 0 0 0,0 0 0 0 0,0 0-1 0 0,0 1 1 0 0,9-3 0 0 0,0-1 0 0 0,6-2 10 0 0,62-26 1 0 0,-77 33-11 0 0,-1-1-1 0 0,-1 0 1 0 0,10-7 0 0 0,5-2 1 0 0,-4 1-6 0 0,-14 9 1 0 0,0 1 1 0 0,0-1-1 0 0,0 1 1 0 0,1-1-1 0 0,-1 1 0 0 0,0 0 1 0 0,1 0-1 0 0,-1 0 1 0 0,1 0-1 0 0,-1 0 1 0 0,1 0-1 0 0,4 0 0 0 0,37-8-5 0 0,-33 8 11 0 0,-1-1 1 0 0,18-5-1 0 0,-18 4-1 0 0,0 1 0 0 0,1 0 0 0 0,10-1 0 0 0,0 1 9 0 0,27-6 1 0 0,-28 4 9 0 0,19-6 8 0 0,-30 7-30 0 0,0 1 1 0 0,1-1-1 0 0,-1 2 0 0 0,18-2 1 0 0,-1 1-2 0 0,29-4 1 0 0,-20 2 7 0 0,-19 1-4 0 0,27-7-1 0 0,-32 7-1 0 0,0 0-1 0 0,1 0 1 0 0,-1 1-1 0 0,16 0 1 0 0,23-1 28 0 0,77-13 0 0 0,-117 15-29 0 0,-5 0 4 0 0,-1 0 1 0 0,1-1-1 0 0,-1 1 0 0 0,0-1 1 0 0,1 0-1 0 0,-1 0 0 0 0,0 0 0 0 0,7-5 1 0 0,28-27 84 0 0,-18 16-32 0 0,-13 10-30 0 0,0 0-1 0 0,-1 0 1 0 0,0-1-1 0 0,7-12 1 0 0,-6 9 14 0 0,18-20 1 0 0,-9 14-43 0 0,1 1 0 0 0,1 1 0 0 0,30-21 0 0 0,-46 35 0 0 0,9-5 0 0 0,-1-1 0 0 0,-1 0 0 0 0,18-15 0 0 0,-25 20 0 0 0,0 0 0 0 0,1 0 1 0 0,0 1-1 0 0,0-1 0 0 0,0 1 1 0 0,0 0-1 0 0,0 1 0 0 0,0-1 0 0 0,0 0 1 0 0,1 1-1 0 0,5-1 0 0 0,-5 1 1 0 0,1-1 0 0 0,-1 1 1 0 0,0-1-1 0 0,0 0 0 0 0,0-1 0 0 0,0 1 0 0 0,6-4 0 0 0,20-14 20 0 0,-23 16-31 0 0,0-1 0 0 0,14-10 0 0 0,-19 13 9 0 0,0 0 1 0 0,1-1 0 0 0,-1 1 0 0 0,1 1-1 0 0,0-1 1 0 0,0 0 0 0 0,6-1 0 0 0,29-5-13 0 0,-37 7 9 0 0,0 1 1 0 0,-1-1 0 0 0,1 1-1 0 0,-1 0 1 0 0,0 0-1 0 0,0-1 1 0 0,0 1-1 0 0,0 0 1 0 0,1-1-1 0 0,-1 1 1 0 0,0-1-1 0 0,0 0 1 0 0,0 1-1 0 0,1-2 1 0 0,0 1 0 0 0,-1 0 0 0 0,1 0 0 0 0,0 0 0 0 0,0 1 0 0 0,0-1 0 0 0,-1 0 0 0 0,1 1 0 0 0,0 0 0 0 0,0-1 0 0 0,0 1 0 0 0,0 0 0 0 0,0 0 0 0 0,0 0 0 0 0,0 0 1 0 0,0 0-1 0 0,0 0 0 0 0,0 1 0 0 0,2 0 0 0 0,-2-1 4 0 0,-1 1 0 0 0,1-1 0 0 0,0 0 0 0 0,0 0 0 0 0,0 1 0 0 0,0-1 0 0 0,-1 0 1 0 0,1 0-1 0 0,0-1 0 0 0,0 1 0 0 0,0 0 0 0 0,-1-1 0 0 0,1 1 0 0 0,0-1 0 0 0,0 1 0 0 0,-1-1 1 0 0,1 0-1 0 0,0 1 0 0 0,-1-1 0 0 0,1 0 0 0 0,-1 0 0 0 0,3-2 0 0 0,-3 2-1 0 0,-1 1 1 0 0,1-1-1 0 0,0 0 0 0 0,0 1 0 0 0,0-1 1 0 0,0 1-1 0 0,0-1 0 0 0,0 1 0 0 0,0 0 1 0 0,0-1-1 0 0,0 1 0 0 0,2 0 0 0 0,8-4-12 0 0,-9 3 11 0 0,0 0 0 0 0,0 0 0 0 0,0 0 0 0 0,0 0 0 0 0,0 1 1 0 0,0-1-1 0 0,0 1 0 0 0,0-1 0 0 0,1 1 0 0 0,-1 0 0 0 0,0 0 0 0 0,2 0 0 0 0,30 5-16 0 0,-29-3 15 0 0,1-1 0 0 0,0 0-1 0 0,0-1 1 0 0,9 1 0 0 0,-10-2 2 0 0,-1 1 1 0 0,0-1-1 0 0,0 1 1 0 0,-1 0 0 0 0,1 0-1 0 0,0 0 1 0 0,0 0 0 0 0,-1 1-1 0 0,1 0 1 0 0,0-1-1 0 0,-1 1 1 0 0,7 3 0 0 0,18 10 1 0 0,-24-11 1 0 0,1 0 0 0 0,0 0 0 0 0,0-1 0 0 0,0 0 0 0 0,1 0 0 0 0,-1 0 0 0 0,0 0 0 0 0,1-1 0 0 0,7 2 0 0 0,-5-3 2 0 0,-1 1 0 0 0,0 1 0 0 0,12 3 0 0 0,-5-2-1 0 0,26 9 2 0 0,-24-7-2 0 0,-1 0 0 0 0,19 2-1 0 0,-30-6-4 0 0,0 0 0 0 0,0 1 0 0 0,0 0 0 0 0,0-1 0 0 0,-1 1 0 0 0,1 1 0 0 0,-1-1 0 0 0,7 6 0 0 0,12 6-6 0 0,-19-12 13 0 0,-1 0-1 0 0,0 0 1 0 0,1 0-1 0 0,-1 0 1 0 0,0 0-1 0 0,0 1 0 0 0,0-1 1 0 0,0 1-1 0 0,-1-1 1 0 0,1 1-1 0 0,-1 0 1 0 0,2 3-1 0 0,0 1 19 0 0,0 1 0 0 0,-1-1 0 0 0,3 13 0 0 0,-3-4 28 0 0,-1 0 0 0 0,-1 0 0 0 0,-3 28 0 0 0,1-23-15 0 0,1 28-1 0 0,3-10-20 0 0,2 1 0 0 0,2-1-1 0 0,14 49 1 0 0,-15-68 3 0 0,-1 0 1 0 0,2 27-1 0 0,-5-30-12 0 0,1 0 1 0 0,1-1-1 0 0,1 1 0 0 0,8 23 1 0 0,10 13 81 0 0,36 63 0 0 0,-43-82-20 0 0,-12-28-52 0 0,-1 1 0 0 0,1-1 1 0 0,1 1-1 0 0,-1-1 0 0 0,1 0 0 0 0,0 0 1 0 0,5 5-1 0 0,-9-10-2 0 0,3 1 7 0 0,30 29 44 0 0,5 9 15 0 0,-18-26-41 0 0,-17-11-33 0 0,0-1-1 0 0,1 0 1 0 0,-1 0-1 0 0,1 0 0 0 0,0 0 1 0 0,5 2-1 0 0,-2-2 11 0 0,-1-1-1 0 0,0 0 0 0 0,1 0 1 0 0,-1 0-1 0 0,1-1 0 0 0,0 1 0 0 0,-1-2 1 0 0,1 1-1 0 0,11-3 0 0 0,-9-3 33 0 0,-9 5-44 0 0,1 1-1 0 0,-1-1 1 0 0,1 0 0 0 0,0 1 0 0 0,0-1-1 0 0,-1 0 1 0 0,1 1 0 0 0,0-1 0 0 0,0 1 0 0 0,0-1-1 0 0,0 1 1 0 0,1-1 0 0 0,10-1 20 0 0,-8 2-19 0 0,-1-1 0 0 0,0 0 0 0 0,1 1 0 0 0,-1-1 0 0 0,0-1 0 0 0,4 0-1 0 0,-6 1-2 0 0,0 1-1 0 0,0-1 0 0 0,0 1 0 0 0,0-1 0 0 0,0 0 0 0 0,0 1 0 0 0,-1-1 0 0 0,1 0 0 0 0,0 1 0 0 0,-1-1 0 0 0,1 0 1 0 0,0 0-1 0 0,0-1 0 0 0,3-4 7 0 0,-2 5-6 0 0,-1-1-1 0 0,1 1 1 0 0,-1 0-1 0 0,1 0 1 0 0,0 0 0 0 0,-1 0-1 0 0,1 0 1 0 0,0 1-1 0 0,0-1 1 0 0,0 0-1 0 0,0 1 1 0 0,0-1 0 0 0,3 1-1 0 0,-2-1 0 0 0,-1 1 0 0 0,0-1 1 0 0,0 1-1 0 0,1-1 0 0 0,-1 0 0 0 0,0 0 0 0 0,0 0 0 0 0,0 0 0 0 0,3-2 1 0 0,18-18 30 0 0,-14 12-28 0 0,1 0-1 0 0,0 0 1 0 0,0 1-1 0 0,18-10 1 0 0,34-21 25 0 0,-33 20-35 0 0,1 1-1 0 0,1 2 0 0 0,44-17 1 0 0,4 3-11 0 0,-75 29 13 0 0,1 0 1 0 0,-1 0 0 0 0,0 1-1 0 0,1 0 1 0 0,-1-1 0 0 0,0 1-1 0 0,1 1 1 0 0,-1-1 0 0 0,8 2-1 0 0,38 12 4 0 0,-39-10 4 0 0,4 2-3 0 0,-1 0-1 0 0,1 1 1 0 0,15 11 0 0 0,-2-2-1 0 0,-3-2 7 0 0,27 11 0 0 0,-43-22-6 0 0,1 0 1 0 0,-1 0-1 0 0,0-1 1 0 0,1 0-1 0 0,0 0 1 0 0,18 0 0 0 0,-25-2-3 0 0,0 1 0 0 0,0 0 1 0 0,-1-1-1 0 0,1 1 1 0 0,0 0-1 0 0,-1 0 1 0 0,1 0-1 0 0,-1 1 0 0 0,1-1 1 0 0,-1 1-1 0 0,1-1 1 0 0,-1 1-1 0 0,0 0 1 0 0,3 2-1 0 0,18 13 2 0 0,9 8 21 0 0,-16-11-2 0 0,-5-5-14 0 0,16 18 1 0 0,1 1-11 0 0,-3-2 1 0 0,-21-21 2 0 0,0 0 0 0 0,1 0 0 0 0,0 0 0 0 0,0 0 0 0 0,12 7 0 0 0,15 7-2 0 0,1-2 0 0 0,46 18 0 0 0,-66-31 10 0 0,0 1 0 0 0,0 1 0 0 0,22 12 0 0 0,-25-12 2 0 0,0-1 1 0 0,14 5 0 0 0,-16-7-3 0 0,0 0-1 0 0,-1 1 1 0 0,1 0 0 0 0,-1 0 0 0 0,11 9-1 0 0,50 52 49 0 0,-58-54-55 0 0,1 2 5 0 0,2 0 0 0 0,-1 0 0 0 0,21 14-1 0 0,-27-22-3 0 0,-1-1 0 0 0,1 1-1 0 0,-1 0 1 0 0,-1 0-1 0 0,1 1 1 0 0,5 9 0 0 0,20 39 15 0 0,-22-39-15 0 0,4 8 7 0 0,-2 0 0 0 0,10 33 0 0 0,-16-43 14 0 0,0 1 0 0 0,-1 0 0 0 0,0 0 0 0 0,-1 0 0 0 0,-1 0 0 0 0,0 16 0 0 0,-3-20 22 0 0,0-1 0 0 0,0 1 0 0 0,-1 0 1 0 0,-7 16-1 0 0,-22 38 106 0 0,11-23-124 0 0,17-32-9 0 0,0-1 0 0 0,-1 1 0 0 0,-1-1 0 0 0,1 0 0 0 0,-1 0 0 0 0,-1-1 0 0 0,1 0-1 0 0,-12 10 1 0 0,-14 14 33 0 0,25-24-39 0 0,0 0 1 0 0,0 0-1 0 0,-1 0 0 0 0,-14 9 0 0 0,-26 16 39 0 0,23-10-30 0 0,17-14-28 0 0,8-7 4 0 0,-1 0 1 0 0,0 0 0 0 0,0-1 0 0 0,0 1 0 0 0,0 0-1 0 0,0 0 1 0 0,0 0 0 0 0,0-1 0 0 0,0 1 0 0 0,-3 1-1 0 0,3-2 0 0 0,1 0 0 0 0,-1 1-1 0 0,0-1 1 0 0,0 1 0 0 0,0-1-1 0 0,0 1 1 0 0,1 0 0 0 0,-1-1-1 0 0,0 1 1 0 0,1 0 0 0 0,-1-1-1 0 0,0 1 1 0 0,1 0 0 0 0,-1 0-1 0 0,1 0 1 0 0,-1 0-1 0 0,1-1 1 0 0,-1 1 0 0 0,1 0-1 0 0,0 0 1 0 0,0 0 0 0 0,-1 0-1 0 0,1 0 1 0 0,0 0 0 0 0,0 2-1 0 0,0 2-6 0 0,0 0 1 0 0,1 1-1 0 0,1 8 0 0 0,1 5-8 0 0,-4-13 11 0 0,1 1-1 0 0,0 0 1 0 0,1 0-1 0 0,0 0 0 0 0,0 0 1 0 0,1 0-1 0 0,-1 0 0 0 0,2-1 1 0 0,-1 1-1 0 0,4 6 0 0 0,18 41-29 0 0,-18-39 38 0 0,-2-5-1 0 0,1 0-1 0 0,0-1 0 0 0,1 1 0 0 0,0-1 0 0 0,0 0 1 0 0,1-1-1 0 0,0 1 0 0 0,1-1 0 0 0,11 10 0 0 0,-16-15 1 0 0,0-1 0 0 0,0 1 0 0 0,0 0 0 0 0,-1 0 0 0 0,3 5 0 0 0,5 6 0 0 0,-3-6-6 0 0,0-1 0 0 0,0 1-1 0 0,1-1 1 0 0,16 11-1 0 0,-15-12 16 0 0,1-1-1 0 0,-1 0 0 0 0,1 0 0 0 0,0-1 0 0 0,0 0 0 0 0,1-1 1 0 0,15 3-1 0 0,-18-4 0 0 0,-1 0 0 0 0,1 1 1 0 0,-1 0-1 0 0,0 0 1 0 0,0 0-1 0 0,0 1 0 0 0,10 7 1 0 0,-1 1 18 0 0,26 25 0 0 0,-34-28-17 0 0,0 0 1 0 0,0 1-1 0 0,8 15 0 0 0,-8-12 4 0 0,16 20 0 0 0,5 2-13 0 0,16 17 2 0 0,-39-46-3 0 0,1 1 1 0 0,0-2-1 0 0,0 1 1 0 0,1-1 0 0 0,11 7-1 0 0,20 11 11 0 0,-30-17-8 0 0,0 0 1 0 0,0-1 0 0 0,0 0-1 0 0,1 0 1 0 0,0-1 0 0 0,0-1-1 0 0,13 4 1 0 0,-16-5-4 0 0,0 0 1 0 0,-1 0-1 0 0,1 0 0 0 0,10 5 1 0 0,-9-3-2 0 0,-2-2 4 0 0,0 0 0 0 0,0-1 0 0 0,0 1 0 0 0,0-2 0 0 0,1 1-1 0 0,-1 0 1 0 0,0-1 0 0 0,9-1 0 0 0,-8 1 8 0 0,0-1 1 0 0,0 1 0 0 0,11 2-1 0 0,-5-1-1 0 0,1-3 3 0 0,2 1-2 0 0,-13 2-9 0 0,0-1 0 0 0,1 0 1 0 0,-1 0-1 0 0,0-1 0 0 0,4 0 1 0 0,8-1-3 0 0,-14 2 1 0 0,-1 0-1 0 0,1 0 0 0 0,-1 0 0 0 0,1 0 1 0 0,-1 0-1 0 0,1-1 0 0 0,-1 1 0 0 0,1 0 1 0 0,-1 0-1 0 0,1-1 0 0 0,-1 1 0 0 0,1 0 1 0 0,-1 0-1 0 0,1-1 0 0 0,-1 1 0 0 0,1-1 0 0 0,-1 0 1 0 0,1 1-1 0 0,-1-1 0 0 0,1 1 0 0 0,-1 0 1 0 0,1-1-1 0 0,-1 1 0 0 0,1 0 0 0 0,-1-1 1 0 0,1 1-1 0 0,-1 0 0 0 0,1 0 0 0 0,-1 0 1 0 0,1-1-1 0 0,-1 1 0 0 0,1 0 0 0 0,0 0 0 0 0,1 0 0 0 0,0 0 0 0 0,0 0 0 0 0,-1 0-1 0 0,1 0 1 0 0,0 0 0 0 0,-1 0-1 0 0,1-1 1 0 0,0 1 0 0 0,-1 0 0 0 0,1-1-1 0 0,0 1 1 0 0,-1-1 0 0 0,1 0-1 0 0,-1 0 1 0 0,1 1 0 0 0,-1-1-1 0 0,1 0 1 0 0,-1 0 0 0 0,0 0 0 0 0,1-1-1 0 0,-1 1 1 0 0,0 0 0 0 0,0 0-1 0 0,0-1 1 0 0,0 1 0 0 0,1-2-1 0 0,3-5 2 0 0,-3 6-1 0 0,-1 0 0 0 0,0 0 0 0 0,1 0 0 0 0,-1-1 0 0 0,0 1 0 0 0,-1 0 1 0 0,2-4-1 0 0,2-10 15 0 0,-1-1 1 0 0,0 0 0 0 0,-1 0-1 0 0,-1 0 1 0 0,-1 0 0 0 0,-2-19-1 0 0,-1 22 1 0 0,-8-25 0 0 0,7 27-13 0 0,0-1 0 0 0,-2-17 1 0 0,6-8-5 0 0,1 32 3 0 0,-1 0 0 0 0,0 0 0 0 0,0 0 0 0 0,0 1-1 0 0,-1-1 1 0 0,0 0 0 0 0,-2-8 0 0 0,1 7 0 0 0,0 0 0 0 0,1-1-1 0 0,0 1 1 0 0,1 0 0 0 0,0-12-1 0 0,0 13-1 0 0,0 0-1 0 0,1-1 1 0 0,0 0-1 0 0,1 0 1 0 0,1-6-1 0 0,-1 8 1 0 0,0-1-1 0 0,-1 1 0 0 0,0-1 0 0 0,0 0 1 0 0,-1 1-1 0 0,1-1 0 0 0,-2-10 1 0 0,0 10 0 0 0,0-3-3 0 0,-1 1 0 0 0,-4-16-1 0 0,5 23 2 0 0,0-1 0 0 0,1 1-1 0 0,-1 0 1 0 0,1-1 0 0 0,0 1-1 0 0,-1-1 1 0 0,1 1 0 0 0,0-1-1 0 0,0 1 1 0 0,0-1 0 0 0,0 1-1 0 0,0-1 1 0 0,1 1 0 0 0,-1-1-1 0 0,0 1 1 0 0,1-1 0 0 0,-1 1-1 0 0,1-1 1 0 0,0 1 0 0 0,-1 0 0 0 0,3-3-1 0 0,0 0-11 0 0,0 1-1 0 0,0 0 1 0 0,1 0-1 0 0,-1 0 1 0 0,8-4-1 0 0,13-12-30 0 0,-18 14 39 0 0,0 1-1 0 0,1-1 0 0 0,-1 1 1 0 0,1 0-1 0 0,0 0 0 0 0,0 1 0 0 0,0 0 1 0 0,0 0-1 0 0,0 1 0 0 0,14-3 0 0 0,9-4 9 0 0,-20 5-4 0 0,-1 1 0 0 0,0 1-1 0 0,1-1 1 0 0,0 2-1 0 0,-1-1 1 0 0,1 1-1 0 0,0 1 1 0 0,0-1-1 0 0,0 2 1 0 0,0-1-1 0 0,-1 1 1 0 0,15 3-1 0 0,11 7 33 0 0,60 15 4 0 0,-83-22-29 0 0,0 0 0 0 0,0 1-1 0 0,0 0 1 0 0,-1 1 0 0 0,1 0-1 0 0,-1 1 1 0 0,19 15 0 0 0,-28-20-3 0 0,0 0 2 0 0,0 0 0 0 0,0 0 0 0 0,0 1 0 0 0,0-1 0 0 0,-1 0-1 0 0,1 1 1 0 0,-1 0 0 0 0,0-1 0 0 0,1 1 0 0 0,-1 0 0 0 0,1 5-1 0 0,0 2 11 0 0,0 0 0 0 0,1 11 0 0 0,-3 51 49 0 0,-1-20-53 0 0,-1-4-3 0 0,0-25-6 0 0,1-20-1 0 0,0 1 0 0 0,1 0 0 0 0,-1-1 0 0 0,1 1 0 0 0,1 4 0 0 0,-2 11 3 0 0,1-15-3 0 0,-1-1 1 0 0,1 1 0 0 0,0-1 0 0 0,1 1 0 0 0,0 6 0 0 0,1-2-2 0 0,-1-3-1 0 0,0 0 0 0 0,1 0-1 0 0,0-1 1 0 0,-1 1-1 0 0,6 7 1 0 0,-4-6-1 0 0,-1-1 1 0 0,0 1 0 0 0,1-1-1 0 0,-2 1 1 0 0,3 9-1 0 0,-4-11 1 0 0,1 1 0 0 0,0-1 0 0 0,1 0 0 0 0,-1 0 0 0 0,1 1 0 0 0,-1-1-1 0 0,1 0 1 0 0,1-1 0 0 0,-1 1 0 0 0,0 0 0 0 0,6 6 0 0 0,8 5 10 0 0,0-1-1 0 0,2 0 1 0 0,23 14 0 0 0,-26-19-3 0 0,2-1 0 0 0,22 9 1 0 0,-32-15 1 0 0,0-1 0 0 0,-1 0 0 0 0,1 0 0 0 0,0-1 0 0 0,8 0 0 0 0,5 1 7 0 0,-19-1-16 0 0,1 0 1 0 0,-1-1 0 0 0,0 1-1 0 0,1 0 1 0 0,-1 0 0 0 0,0-1 0 0 0,0 1-1 0 0,0 0 1 0 0,3-2 0 0 0,9-1-10 0 0,7-1 17 0 0,-17 4-3 0 0,0-1-1 0 0,-1 0 1 0 0,1 1-1 0 0,0 0 1 0 0,-1-1-1 0 0,5 1 1 0 0,30 0 21 0 0,-34-1-24 0 0,0 1 1 0 0,0-1 0 0 0,-1 0-1 0 0,1 0 1 0 0,0 0 0 0 0,-1 0 0 0 0,1 0-1 0 0,2-2 1 0 0,3-1 1 0 0,-1-1-1 0 0,5-1 6 0 0,-6 3-1 0 0,-1 1 0 0 0,1-1 0 0 0,0-1 1 0 0,-1 1-1 0 0,0 0 0 0 0,0-1 0 0 0,6-6 1 0 0,17-10-1 0 0,94-49 10 0 0,-110 61-9 0 0,1 0 1 0 0,-1-1 0 0 0,-1 0-1 0 0,15-15 1 0 0,-10 9-6 0 0,38-28 0 0 0,-22 19 4 0 0,71-64-14 0 0,-94 81 8 0 0,0 1 0 0 0,12-6 0 0 0,4-2 0 0 0,42-32 0 0 0,-36 25-1 0 0,-19 14 2 0 0,20-18 0 0 0,-15 10 5 0 0,23-13 0 0 0,-18 12-3 0 0,-1 2-3 0 0,33-16 0 0 0,-4 4 0 0 0,-20 8 0 0 0,1 2 0 0 0,58-22 0 0 0,-80 36-4 0 0,0 0 1 0 0,0 0 0 0 0,1 1-1 0 0,14 0 1 0 0,-14 0 6 0 0,0 1 1 0 0,0-2-1 0 0,0 1 0 0 0,10-4 1 0 0,-12 3-7 0 0,-1 1 0 0 0,0 0 0 0 0,0 0 0 0 0,1 1 0 0 0,-1 0 0 0 0,0 0 0 0 0,1 0 0 0 0,-1 1 0 0 0,12 2 0 0 0,9 1 2 0 0,3-2 11 0 0,0-2 0 0 0,58-6 1 0 0,-45-4 84 0 0,-6 1-1 0 0,-33 9-91 0 0,1-2 6 0 0,1 1 0 0 0,-1 0-1 0 0,1 1 1 0 0,-1 0 0 0 0,1 0 0 0 0,-1 0-1 0 0,1 1 1 0 0,-1 0 0 0 0,8 1 0 0 0,4 3-1 0 0,-12-3-1 0 0,1-1 0 0 0,0 1 0 0 0,-1 1 0 0 0,1-1 0 0 0,-1 1 0 0 0,8 5 0 0 0,52 40 17 0 0,-57-41-15 0 0,-2 0 1 0 0,1 0-1 0 0,-1 0 1 0 0,0 1-1 0 0,0 1 1 0 0,-1-1-1 0 0,0 1 1 0 0,7 14-1 0 0,-9-16-7 0 0,16 36 8 0 0,-1-1-3 0 0,41 46 40 0 0,-57-84-48 0 0,-1 0 1 0 0,1 0-1 0 0,0 0 1 0 0,1 0-1 0 0,-1-1 1 0 0,1 0-1 0 0,0 0 1 0 0,0 0-1 0 0,4 3 1 0 0,8 4-5 0 0,20 7 1 0 0,-4-1 2 0 0,-19-10-3 0 0,-1-1 0 0 0,1 0 0 0 0,0-1-1 0 0,16 2 1 0 0,8 4 8 0 0,-13-5 9 0 0,0-1-1 0 0,1 0 1 0 0,37-1-1 0 0,-15 0-2 0 0,-40-2-5 0 0,1 0 0 0 0,0-1 1 0 0,-1 0-1 0 0,1 0 0 0 0,0-1 1 0 0,-1 0-1 0 0,1 0 1 0 0,-1-1-1 0 0,1 1 0 0 0,11-6 1 0 0,-6 1 5 0 0,-1-1 0 0 0,19-14 0 0 0,2-1 8 0 0,-29 20-15 0 0,-1-1 0 0 0,0 0 1 0 0,0 0-1 0 0,0 0 1 0 0,4-5-1 0 0,10-9 9 0 0,-7 8-13 0 0,3-2 8 0 0,-11 10-4 0 0,0 0-1 0 0,0-1 0 0 0,0 1 0 0 0,-1-1 1 0 0,1 0-1 0 0,0 1 0 0 0,-1-1 0 0 0,0 0 0 0 0,1 0 1 0 0,-1 0-1 0 0,0 0 0 0 0,0 0 0 0 0,1-3 1 0 0,1-1-1 0 0,-1 5-2 0 0,0 0-3 0 0,0 1-1 0 0,0-1 1 0 0,0 1 0 0 0,0 0 0 0 0,0-1 0 0 0,0 1-1 0 0,0 0 1 0 0,3 1 0 0 0,-1-1 0 0 0,1-1 2 0 0,5-3 3 0 0,0 1 1 0 0,-5 2 4 0 0,0 0 0 0 0,0-1 0 0 0,9-4 0 0 0,-12 5-5 0 0,0 0 1 0 0,-1 0-1 0 0,1-1 1 0 0,0 1 0 0 0,0-1-1 0 0,-1 1 1 0 0,1-1-1 0 0,0-2 1 0 0,11-9 4 0 0,-6 5-2 0 0,-7 7-5 0 0,1 0 0 0 0,-1 0 0 0 0,0 1 0 0 0,1-1 1 0 0,-1 1-1 0 0,1-1 0 0 0,-1 0 0 0 0,1 1 0 0 0,-1-1 0 0 0,1 1 1 0 0,-1-1-1 0 0,1 1 0 0 0,-1-1 0 0 0,1 1 0 0 0,0-1 0 0 0,-1 1 1 0 0,1 0-1 0 0,0-1 0 0 0,0 1 0 0 0,-1 0 0 0 0,3-1 0 0 0,20-11-5 0 0,5-7 26 0 0,-10 3-18 0 0,-16 13-3 0 0,1 1 0 0 0,-1-1 0 0 0,1 1 0 0 0,-1 0 0 0 0,1 0 0 0 0,4-3 0 0 0,5-5 8 0 0,9 6-49 0 0,-12 4 38 0 0,0 1 1 0 0,0 0 0 0 0,-1 1 0 0 0,1-1-1 0 0,0 2 1 0 0,12 4 0 0 0,-19-6 1 0 0,1 0 1 0 0,-1 0-1 0 0,0 0 1 0 0,0 1-1 0 0,0-1 1 0 0,0 1-1 0 0,0-1 1 0 0,0 1-1 0 0,-1 0 1 0 0,1 0-1 0 0,0 0 1 0 0,1 2 0 0 0,5 6-2 0 0,-3-4 3 0 0,-1-1 1 0 0,0 1 0 0 0,0 0 0 0 0,0 0 0 0 0,2 7-1 0 0,10 14 5 0 0,-15-25-5 0 0,5 8 11 0 0,-5-8 1 0 0,0 0 0 0 0,1 1 1 0 0,-1-1-1 0 0,0 1 0 0 0,0-1 0 0 0,0 0 0 0 0,-1 1 0 0 0,1 0 0 0 0,-1-1 0 0 0,1 1 0 0 0,-1 4 99 0 0,1-4-251 0 0,13 33 89 0 0,10 28 26 0 0,-14-33 37 0 0,-3-4-2 0 0,-6-25-13 0 0,0 1 0 0 0,1-1 0 0 0,-1 0 1 0 0,0 1-1 0 0,1-1 0 0 0,0 0 1 0 0,-1 0-1 0 0,1 0 0 0 0,0 0 0 0 0,0 0 1 0 0,0-1-1 0 0,3 3 0 0 0,0-2 0 0 0,-1 1 0 0 0,1-1 0 0 0,0 0 0 0 0,-1 0 0 0 0,1 0 0 0 0,0-1 0 0 0,0 1 0 0 0,1-1 0 0 0,6 0 0 0 0,3 2-3 0 0,9 1 9 0 0,-1-2 0 0 0,0 0 0 0 0,46-4 0 0 0,-43-1-6 0 0,0-1 1 0 0,28-9 0 0 0,-29 7-1 0 0,0 0 1 0 0,38-3 0 0 0,-48 8-5 0 0,-5 0 3 0 0,0 0 0 0 0,-1 1-1 0 0,1 0 1 0 0,-1 0 0 0 0,1 1-1 0 0,0 1 1 0 0,16 3 0 0 0,104 31 4 0 0,-123-34-102 0 0,1 0-1 0 0,-1 0 1 0 0,0-1-1 0 0,1 0 1 0 0,-1 0-1 0 0,1-1 1 0 0,-1 0-1 0 0,1 0 1 0 0,-1-1-1 0 0,1 0 1 0 0,13-3-1 0 0,-5 1-1677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1:30:02.2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61 777 1816 0 0,'0'0'696'0'0,"0"0"-677"0"0,-1-1-41 0 0,-8-5-298 0 0,-7 1 1755 0 0,1 1 3388 0 0,15 3-4781 0 0,-1 1 0 0 0,1 0-1 0 0,0-1 1 0 0,-1 1 0 0 0,1 0-1 0 0,0 0 1 0 0,-1-1 0 0 0,1 1-1 0 0,0-1 1 0 0,-1 1 0 0 0,1 0 0 0 0,0-1-1 0 0,0 1 1 0 0,0-1 0 0 0,-1 1-1 0 0,1-1 1 0 0,0 1 0 0 0,0 0-1 0 0,0-1 1 0 0,0 1 0 0 0,0-1 0 0 0,0 1-1 0 0,0-1 1 0 0,0 1 0 0 0,0-1-1 0 0,0 1 1 0 0,0-1 0 0 0,0 1-1 0 0,0-1 1 0 0,0 1 0 0 0,1 0 0 0 0,-1-1-1 0 0,0 1 1 0 0,0-1 0 0 0,0 1-1 0 0,1-1 1 0 0,-1 1 0 0 0,0 0-1 0 0,1-1 1 0 0,-1 1 0 0 0,1-1 0 0 0,13-14 181 0 0,-13 14-216 0 0,2-2 90 0 0,1-1 0 0 0,0 1 1 0 0,-1 1-1 0 0,1-1 0 0 0,0 0 1 0 0,0 1-1 0 0,1 0 0 0 0,4-2 1 0 0,11-7 384 0 0,50-32 838 0 0,-50 30-1093 0 0,-14 10-180 0 0,-1-1 0 0 0,1 0 1 0 0,0 1-1 0 0,0 0 0 0 0,8-2 1 0 0,-11 4-31 0 0,1 0 23 0 0,0 0 0 0 0,0-1 0 0 0,-1 1 1 0 0,1-1-1 0 0,0 1 0 0 0,-1-1 0 0 0,5-3 0 0 0,21-13 376 0 0,-20 12-342 0 0,-8 6-69 0 0,-1 0 1 0 0,1-1 0 0 0,0 1-1 0 0,0-1 1 0 0,0 1 0 0 0,0-1-1 0 0,0 0 1 0 0,-1 1-1 0 0,1-1 1 0 0,0 0 0 0 0,-1 1-1 0 0,1-1 1 0 0,0 0 0 0 0,-1 0-1 0 0,1 0 1 0 0,-1 0 0 0 0,0 1-1 0 0,1-1 1 0 0,-1 0-1 0 0,1 0 1 0 0,-1-2 0 0 0,0 2-4 0 0,1 1 0 0 0,-1-1 1 0 0,0 0-1 0 0,1 1 0 0 0,-1-1 1 0 0,0 0-1 0 0,1 1 0 0 0,-1-1 1 0 0,1 0-1 0 0,-1 1 0 0 0,1-1 1 0 0,0 1-1 0 0,-1-1 0 0 0,1 1 1 0 0,-1-1-1 0 0,1 1 0 0 0,0 0 1 0 0,-1-1-1 0 0,2 1 0 0 0,17-7 37 0 0,-3 2-11 0 0,-5-1-3 0 0,-8 4-19 0 0,0 0 0 0 0,0 0-1 0 0,0 0 1 0 0,0 0-1 0 0,0 0 1 0 0,2-3-1 0 0,-1 2-1 0 0,-1 0 0 0 0,0 1 0 0 0,1-1 0 0 0,0 1 0 0 0,-1 0-1 0 0,1 1 1 0 0,7-4 0 0 0,13-6 13 0 0,-13 4-8 0 0,4-2 22 0 0,20-16 0 0 0,2-9-3 0 0,-30 28-27 0 0,0-1-1 0 0,1 1 1 0 0,-1 0 0 0 0,1 0-1 0 0,1 1 1 0 0,-1 0 0 0 0,1 0 0 0 0,0 1-1 0 0,0 0 1 0 0,0 1 0 0 0,0 0-1 0 0,13-2 1 0 0,6-5 32 0 0,41-17 0 0 0,-12 4 1 0 0,-47 18-25 0 0,1 0-1 0 0,0-1 1 0 0,14-9 0 0 0,-17 9-7 0 0,1 0 1 0 0,0 1 0 0 0,0 0 0 0 0,19-6-1 0 0,11-4-2 0 0,-30 11 1 0 0,1 0 0 0 0,-1 0 0 0 0,0 0 0 0 0,0-1 0 0 0,-1-1 0 0 0,1 1-1 0 0,-1-1 1 0 0,10-10 0 0 0,-15 12 7 0 0,1 1 0 0 0,0 0 0 0 0,0 0 0 0 0,0 0 0 0 0,0 0 0 0 0,0 1 0 0 0,1-1 0 0 0,-1 1 0 0 0,1 0 0 0 0,0 1 0 0 0,7-3 0 0 0,-8 2 0 0 0,1 0-1 0 0,-1 0 1 0 0,0-1-1 0 0,1 1 1 0 0,-1-1-1 0 0,0 0 0 0 0,-1 0 1 0 0,1 0-1 0 0,0-1 1 0 0,5-7-1 0 0,9-6 9 0 0,-10 9-11 0 0,-7 7-6 0 0,0-1-1 0 0,1 1 1 0 0,-1-1 0 0 0,1 1-1 0 0,0 0 1 0 0,-1-1 0 0 0,1 1 0 0 0,0 0-1 0 0,0 0 1 0 0,0 0 0 0 0,0 0 0 0 0,0 0-1 0 0,0 1 1 0 0,0-1 0 0 0,0 1-1 0 0,0-1 1 0 0,0 1 0 0 0,0 0 0 0 0,0-1-1 0 0,0 1 1 0 0,0 0 0 0 0,0 0 0 0 0,3 1-1 0 0,-1-1 0 0 0,-1 0 0 0 0,0 0-1 0 0,0 0 1 0 0,0 0 0 0 0,0-1-1 0 0,0 1 1 0 0,1-1 0 0 0,-1 0-1 0 0,0 0 1 0 0,4-1 0 0 0,-3 0 5 0 0,0 1 0 0 0,1-1 0 0 0,-1 1 1 0 0,9-1-1 0 0,-4 2-2 0 0,-1 0 10 0 0,-1 0 0 0 0,1-1 0 0 0,-1 0 0 0 0,1 0 0 0 0,-1-1 0 0 0,1 0 0 0 0,9-4 0 0 0,-14 6-5 0 0,-1-1-1 0 0,1 0 1 0 0,-1 1-1 0 0,1 0 1 0 0,0-1-1 0 0,-1 1 1 0 0,1 0-1 0 0,-1 0 1 0 0,5 1-1 0 0,8-1 12 0 0,-11 1-13 0 0,-1-1-1 0 0,0 1 1 0 0,0 0 0 0 0,0 0-1 0 0,-1 1 1 0 0,4 1-1 0 0,6 2 3 0 0,0 0 12 0 0,-1 0 0 0 0,0 1 0 0 0,-1 0 0 0 0,0 1 0 0 0,0 0 0 0 0,0 0 1 0 0,0 1-1 0 0,7 9 0 0 0,2 2 27 0 0,20 24 0 0 0,-32-33-33 0 0,0-1-1 0 0,-1 1 0 0 0,0 1 1 0 0,-1-1-1 0 0,5 12 0 0 0,19 72 272 0 0,-24-75-244 0 0,1-2 4 0 0,12 27 1 0 0,5 9-5 0 0,-13-25-21 0 0,-6-16-4 0 0,0 0 0 0 0,0 0 0 0 0,-1 0-1 0 0,1 14 1 0 0,5 123 124 0 0,-8-133-106 0 0,-1 0 0 0 0,-4 32 0 0 0,-1 10 46 0 0,-1 14 18 0 0,5-60-91 0 0,1 18 8 0 0,2 11 13 0 0,-2-36-19 0 0,0 0-1 0 0,1 0 1 0 0,-1 0-1 0 0,-2 10 1 0 0,0 13 20 0 0,2-18-16 0 0,-1 0 0 0 0,-2 11 0 0 0,0 8 30 0 0,-9 82 55 0 0,10-98-64 0 0,-4 21 0 0 0,-1-2 14 0 0,4-11-36 0 0,-1 0 10 0 0,0 29 0 0 0,9-13-3 0 0,-11-8 95 0 0,2-21-96 0 0,2-3-9 0 0,1-4 1 0 0,0 1 0 0 0,0 0 0 0 0,0-1 0 0 0,1 1 0 0 0,-1 0 0 0 0,1 0 0 0 0,-1-1 0 0 0,1 1 0 0 0,0 0 0 0 0,0 3 0 0 0,-6 2 14 0 0,5-7-22 0 0,-18 23 8 0 0,17-21-8 0 0,0 0 0 0 0,0 0 0 0 0,0-1 0 0 0,0 1 0 0 0,-1-1 0 0 0,1 0 0 0 0,0 1 0 0 0,-1-1 0 0 0,1 0 0 0 0,-1 0 0 0 0,-2 0 0 0 0,-5 5-10 0 0,10-6 9 0 0,0 0 1 0 0,-1 1-1 0 0,1-1 0 0 0,-1 1 1 0 0,1-1-1 0 0,-1 0 0 0 0,0 1 1 0 0,1-1-1 0 0,-1 0 0 0 0,1 1 0 0 0,-1-1 1 0 0,1 0-1 0 0,-1 0 0 0 0,0 0 1 0 0,0 1-1 0 0,0-1 0 0 0,0 0 1 0 0,0 0-1 0 0,0 0 1 0 0,0 1-1 0 0,0-1 0 0 0,0 0 1 0 0,0 1-1 0 0,0-1 1 0 0,0 1-1 0 0,0-1 0 0 0,0 1 1 0 0,1-1-1 0 0,-1 1 1 0 0,0 0-1 0 0,0-1 0 0 0,1 1 1 0 0,-1 0-1 0 0,0 0 1 0 0,1 0-1 0 0,-1-1 1 0 0,1 1-1 0 0,-1 1 0 0 0,0-1 0 0 0,0 1 0 0 0,0-1 0 0 0,0 0 0 0 0,0 1 0 0 0,0-1-1 0 0,0 0 1 0 0,0 0 0 0 0,-2 1 0 0 0,-14 12-5 0 0,15-12 5 0 0,0 0 0 0 0,0 0 0 0 0,0 0 0 0 0,0 0 0 0 0,0-1 0 0 0,-1 1 0 0 0,1-1 0 0 0,-1 1 0 0 0,-4 1 0 0 0,3-2 4 0 0,0 1-1 0 0,1-1 0 0 0,-1 1 1 0 0,1 0-1 0 0,0 0 1 0 0,0 0-1 0 0,-6 5 1 0 0,-13 9 8 0 0,7-8-10 0 0,14-7 0 0 0,-1 1-1 0 0,0-1 1 0 0,1 0 0 0 0,-1 0-1 0 0,0 0 1 0 0,0-1-1 0 0,0 1 1 0 0,-2 0-1 0 0,-1 1 1 0 0,-1 0-1 0 0,1 0 0 0 0,0 1 0 0 0,0-1 0 0 0,0 1 0 0 0,0 0 0 0 0,-7 7 0 0 0,6-5-11 0 0,0-1 0 0 0,-1 1-1 0 0,1-1 1 0 0,-11 4-1 0 0,-24 11-121 0 0,29-12 92 0 0,6-4 23 0 0,1 0 0 0 0,-1 0 0 0 0,-6 7 0 0 0,-4 2 17 0 0,-1-1 1 0 0,0 0-1 0 0,-20 9 1 0 0,14-8 3 0 0,-3 1 4 0 0,15-8-10 0 0,0 1 0 0 0,-14 10 1 0 0,21-13 10 0 0,1 0 1 0 0,-1 0-1 0 0,0-1 1 0 0,0 0 0 0 0,0 0-1 0 0,0 0 1 0 0,0 0-1 0 0,0-1 1 0 0,-1 1-1 0 0,1-1 1 0 0,-1 0 0 0 0,1 0-1 0 0,-7 0 1 0 0,-42 0 71 0 0,48 0-79 0 0,1-1 0 0 0,0 1 1 0 0,-1 0-1 0 0,1 1 0 0 0,0-1 0 0 0,-1 1 1 0 0,-6 3-1 0 0,-16 6 5 0 0,-2 1-6 0 0,29-12 0 0 0,-1 1 0 0 0,1-1 0 0 0,0 0 0 0 0,-1 0 0 0 0,1 0 0 0 0,0 0 0 0 0,-1 0 0 0 0,1 0 0 0 0,-1 1 0 0 0,1-1-1 0 0,0 0 1 0 0,-1 0 0 0 0,1 0 0 0 0,0 1 0 0 0,0-1 0 0 0,-1 0 0 0 0,1 0 0 0 0,0 1 0 0 0,0-1 0 0 0,-1 0 0 0 0,1 1 0 0 0,-4 4 5 0 0,2-5-2 0 0,1 0 1 0 0,0 1 0 0 0,0-1 0 0 0,0 0-1 0 0,0 0 1 0 0,0 0 0 0 0,-1 0 0 0 0,1 0-1 0 0,0 0 1 0 0,-2 0 0 0 0,-6 0 16 0 0,-7-1 11 0 0,15 1-31 0 0,0 0 1 0 0,-1-1 0 0 0,1 1 0 0 0,0 0 0 0 0,0 0 0 0 0,-1 0 0 0 0,1 0 0 0 0,0 0-1 0 0,0 0 1 0 0,0 0 0 0 0,-1 1 0 0 0,1-1 0 0 0,0 0 0 0 0,0 1 0 0 0,0-1 0 0 0,0 1-1 0 0,-1-1 1 0 0,1 1 0 0 0,-1 0 0 0 0,-4 3 49 0 0,0 0-1 0 0,0-1 1 0 0,0 0-1 0 0,-10 4 1 0 0,14-7-30 0 0,-1 1 1 0 0,1 0-1 0 0,0-1 1 0 0,-1 0-1 0 0,1 1 1 0 0,-1-1-1 0 0,1 0 1 0 0,-1 0-1 0 0,1 0 1 0 0,-1-1-1 0 0,1 1 1 0 0,-1-1-1 0 0,1 1 1 0 0,0-1-1 0 0,-1 0 1 0 0,-2-1-1 0 0,-12-3 86 0 0,14 4-88 0 0,0 0 1 0 0,0 0 0 0 0,0 0-1 0 0,0 0 1 0 0,-4-3 0 0 0,-35-16 119 0 0,33 14-98 0 0,2 2 1 0 0,0 0 1 0 0,0-1-1 0 0,1 0 0 0 0,-1 0 0 0 0,1-1 0 0 0,-8-9 0 0 0,-4-10 123 0 0,-24-39 0 0 0,0-7-53 0 0,39 63-104 0 0,3 7-6 0 0,-1-1-1 0 0,1 1 0 0 0,-1 0 0 0 0,1 0 0 0 0,-1 0 1 0 0,0 0-1 0 0,1 0 0 0 0,-1 0 0 0 0,-1-2 0 0 0,-12-14 19 0 0,11 12-12 0 0,0 1 0 0 0,0 0 0 0 0,-8-7 0 0 0,-18-21 49 0 0,26 28-38 0 0,-1 1 0 0 0,1-1 0 0 0,0 0-1 0 0,1 0 1 0 0,-5-8 0 0 0,4 7 6 0 0,0 0-1 0 0,0 0 1 0 0,-6-8-1 0 0,8 13-19 0 0,0-1-1 0 0,0 0 0 0 0,0 0 0 0 0,0 0 0 0 0,0 1 0 0 0,0-1 0 0 0,0 1 1 0 0,0-1-1 0 0,-1 1 0 0 0,-1-2 0 0 0,2 2-1 0 0,0 0-1 0 0,0-1 1 0 0,0 1 0 0 0,0-1-1 0 0,0 1 1 0 0,0-1 0 0 0,0 1-1 0 0,0-1 1 0 0,0 0 0 0 0,0 1-1 0 0,0-1 1 0 0,-1-2 0 0 0,-25-27 132 0 0,27 30-129 0 0,0 0-1 0 0,-1-1 1 0 0,1 1-1 0 0,-1-1 1 0 0,1 1-1 0 0,0-1 1 0 0,-1 1 0 0 0,1-1-1 0 0,0 0 1 0 0,0 1-1 0 0,0-1 1 0 0,-1 1-1 0 0,1-1 1 0 0,0 1-1 0 0,0-2 1 0 0,0 2 3 0 0,0-1 0 0 0,0 0 0 0 0,0 1-1 0 0,-1-1 1 0 0,1 0 0 0 0,0 1 0 0 0,0-1 0 0 0,0 1 0 0 0,-1-1 0 0 0,1 1 0 0 0,0-1 0 0 0,-1 1-1 0 0,1-1 1 0 0,-1 1 0 0 0,1-1 0 0 0,0 1 0 0 0,-2-1 0 0 0,-11-9 90 0 0,10 8-71 0 0,0 0 1 0 0,0 0 0 0 0,0-1 0 0 0,0 1 0 0 0,1 0-1 0 0,-1-1 1 0 0,1 0 0 0 0,-4-5 0 0 0,-2-1 5 0 0,7 8-30 0 0,0 0 0 0 0,0 0 1 0 0,1 0-1 0 0,-1 0 0 0 0,0-1 1 0 0,0 1-1 0 0,0 0 0 0 0,1 0 1 0 0,-1-1-1 0 0,1 1 0 0 0,-1 0 1 0 0,0-3-1 0 0,-9-20 21 0 0,10 21-21 0 0,0 1-1 0 0,0-1 1 0 0,0 1-1 0 0,-1-1 1 0 0,1 1-1 0 0,-1 0 1 0 0,0-1-1 0 0,1 1 1 0 0,-1-1-1 0 0,0 1 1 0 0,-1 0-1 0 0,1 0 1 0 0,0 0-1 0 0,-1-1 1 0 0,1 1 0 0 0,-1 1-1 0 0,1-1 1 0 0,-1 0-1 0 0,-2-2 1 0 0,-10-4 68 0 0,0-1 0 0 0,-21-18 0 0 0,19 8-12 0 0,15 17-52 0 0,-1-1-1 0 0,0 0 1 0 0,0 1-1 0 0,0 0 1 0 0,-1-1-1 0 0,1 1 1 0 0,-1 0-1 0 0,1 0 1 0 0,-1 0-1 0 0,0 0 1 0 0,-4-2-1 0 0,1 1 0 0 0,0 1 0 0 0,1-2-1 0 0,-1 1 1 0 0,1-1-1 0 0,0 0 1 0 0,1 0-1 0 0,-1 0 1 0 0,0 0-1 0 0,1-1 1 0 0,0 0-1 0 0,0 0 1 0 0,-3-6-1 0 0,-8-8 17 0 0,12 15-24 0 0,0 1 0 0 0,0-1-1 0 0,0 0 1 0 0,1 0 0 0 0,-1 0 0 0 0,1 0 0 0 0,0 0 0 0 0,0 0 0 0 0,-1-6-1 0 0,-7-18-9 0 0,8 24 9 0 0,0-1-1 0 0,1 1 0 0 0,-1 0 1 0 0,1-1-1 0 0,0 1 0 0 0,0-1 1 0 0,0-7-1 0 0,-6-72-104 0 0,4 53 88 0 0,2 25 17 0 0,1 1 0 0 0,-1-1 0 0 0,1 1 0 0 0,1 0 0 0 0,-1-1 0 0 0,1 1 0 0 0,0-1 0 0 0,1 1-1 0 0,2-9 1 0 0,-3 12-2 0 0,0 0-1 0 0,0 0 0 0 0,-1 0 1 0 0,1-1-1 0 0,-1 1 0 0 0,0 0 1 0 0,1-1-1 0 0,-1 1 0 0 0,0 0 1 0 0,-1-1-1 0 0,1-2 0 0 0,-1 2-1 0 0,1 1 0 0 0,0 0 0 0 0,0-1 0 0 0,0 1 0 0 0,0-1 0 0 0,0 1 0 0 0,1 0 0 0 0,-1-1 0 0 0,1 1 0 0 0,-1 0 0 0 0,3-5 0 0 0,23-30-787 0 0,-19 27-543 0 0,-1 4 108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1:30:07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521 64 4177 0 0,'-7'-3'3242'0'0,"6"2"-2723"0"0,-1-1 233 0 0,-9-4 584 0 0,-14-3-972 0 0,24 9-326 0 0,1-1-1 0 0,-1 1 1 0 0,0 0 0 0 0,1 0-1 0 0,-1 0 1 0 0,1-1 0 0 0,-1 1-1 0 0,1 0 1 0 0,-1 0-1 0 0,0 0 1 0 0,1 0 0 0 0,-1 0-1 0 0,1 0 1 0 0,-1 0-1 0 0,1 0 1 0 0,-1 1 0 0 0,0-1-1 0 0,1 0 1 0 0,-1 0 0 0 0,1 0-1 0 0,-1 0 1 0 0,1 1-1 0 0,-1-1 1 0 0,1 0 0 0 0,-1 1-1 0 0,1-1 1 0 0,-1 0-1 0 0,1 1 1 0 0,-1-1 0 0 0,1 0-1 0 0,0 1 1 0 0,-1-1-1 0 0,1 1 1 0 0,0-1 0 0 0,-1 1-1 0 0,1-1 1 0 0,0 1 0 0 0,0-1-1 0 0,-1 1 1 0 0,1-1-1 0 0,0 1 1 0 0,0-1 0 0 0,0 1-1 0 0,0 0 1 0 0,0 0-1 0 0,-2 4 550 0 0,1-4-532 0 0,0 0 0 0 0,0 1 0 0 0,0-1 0 0 0,1 1 0 0 0,-1-1 0 0 0,1 0-1 0 0,-1 1 1 0 0,1-1 0 0 0,0 1 0 0 0,-1-1 0 0 0,1 1 0 0 0,0-1 0 0 0,0 3 0 0 0,0-2-23 0 0,0 0-1 0 0,0 0 1 0 0,-1 0-1 0 0,1 0 1 0 0,0 0-1 0 0,-1 0 1 0 0,0 0-1 0 0,1 0 0 0 0,-3 3 1 0 0,-1 0 12 0 0,3-4-35 0 0,1 0 1 0 0,-1 1 0 0 0,0-1-1 0 0,0 0 1 0 0,1 0-1 0 0,-1 0 1 0 0,0 1 0 0 0,1-1-1 0 0,-1 0 1 0 0,1 0-1 0 0,0 1 1 0 0,0-1 0 0 0,-1 0-1 0 0,1 1 1 0 0,0 1-1 0 0,5 39 145 0 0,-3-29-104 0 0,-1 0 1 0 0,0-1 0 0 0,0 1-1 0 0,-3 17 1 0 0,2-28-40 0 0,-1 0 1 0 0,1 0-1 0 0,-1 0 0 0 0,0 0 1 0 0,0 0-1 0 0,0-1 1 0 0,-1 3-1 0 0,-5 13 102 0 0,5-9-3 0 0,0 1 0 0 0,-1-1-1 0 0,-6 15 1 0 0,8-21-89 0 0,-1 1 1 0 0,1-1-1 0 0,-1 1 0 0 0,1-1 1 0 0,-1 0-1 0 0,0 0 0 0 0,0 1 1 0 0,0-1-1 0 0,0 0 0 0 0,0-1 1 0 0,-1 1-1 0 0,1 0 0 0 0,-1-1 1 0 0,1 1-1 0 0,-5 1 0 0 0,0 0 7 0 0,0 0-1 0 0,0 1 0 0 0,1 0 1 0 0,-1 0-1 0 0,-10 10 0 0 0,10-9-10 0 0,0 1 0 0 0,-1-1 0 0 0,-13 7 0 0 0,13-8-15 0 0,-1 0-1 0 0,1 0 0 0 0,0 1 1 0 0,1 0-1 0 0,-14 11 0 0 0,10-3-8 0 0,0-1 0 0 0,1 2 0 0 0,1 0 0 0 0,-14 26-1 0 0,11-19 30 0 0,-18 26-1 0 0,23-38-15 0 0,0 0 1 0 0,0 1-1 0 0,1 0 1 0 0,1 0-1 0 0,0 0 0 0 0,0 1 1 0 0,1 0-1 0 0,1 0 1 0 0,-4 16-1 0 0,6-21 1 0 0,0-1-1 0 0,-1 0 1 0 0,0 1 0 0 0,0-1-1 0 0,0 0 1 0 0,-1 0 0 0 0,-3 5-1 0 0,-10 22 54 0 0,9-17-25 0 0,6-12-27 0 0,0-1-1 0 0,0 1 1 0 0,-1-1 0 0 0,1 1-1 0 0,1 0 1 0 0,-1 0 0 0 0,0 4-1 0 0,-1 6 26 0 0,2-12-26 0 0,0 1 0 0 0,-1-1 0 0 0,1 1 0 0 0,0 0 0 0 0,0-1 0 0 0,0 1 0 0 0,0-1 0 0 0,1 1 0 0 0,0 3 0 0 0,2 6 28 0 0,-2-9-24 0 0,-1 1 0 0 0,1 0 1 0 0,0-1-1 0 0,0 1 0 0 0,1 0 0 0 0,-1-1 1 0 0,0 1-1 0 0,3 2 0 0 0,6 7 42 0 0,-6-7-34 0 0,0 1 1 0 0,1-1-1 0 0,0 0 1 0 0,0 0-1 0 0,8 5 0 0 0,2 0 6 0 0,0 0 0 0 0,1-1 0 0 0,0-1 0 0 0,0 0 0 0 0,1-2 0 0 0,1 1-1 0 0,32 6 1 0 0,0 1 10 0 0,-29-8 0 0 0,21 4-1 0 0,-27-8-11 0 0,1 1 0 0 0,0 1-1 0 0,-1 0 1 0 0,0 1 0 0 0,28 13-1 0 0,-39-17-15 0 0,1 1 0 0 0,-1 0 0 0 0,1-1-1 0 0,-1 0 1 0 0,1 0 0 0 0,0 0 0 0 0,-1-1-1 0 0,9 1 1 0 0,17 2 95 0 0,-29-3-63 0 0,4 2 95 0 0,6 3-105 0 0,1 0 0 0 0,-1 0-1 0 0,1-1 1 0 0,-1-1 0 0 0,1 0-1 0 0,19 2 1 0 0,27 8 92 0 0,-20 2-57 0 0,-28-11 22 0 0,0 0 0 0 0,12 4 0 0 0,-18-7-46 0 0,0-1-1 0 0,0 1 0 0 0,0-1 1 0 0,0 1-1 0 0,0-1 0 0 0,0 0 1 0 0,0 0-1 0 0,0-1 1 0 0,6-1-1 0 0,15-4 132 0 0,-4 0-69 0 0,0 2-1 0 0,32-4 1 0 0,-31 5-33 0 0,-1 0 0 0 0,37-11 0 0 0,-3 1 8 0 0,-35 8-47 0 0,-1 0-1 0 0,0-1 1 0 0,0-1-1 0 0,20-9 1 0 0,-21 8 1 0 0,-13 6-21 0 0,1 0 0 0 0,-1 0 1 0 0,8-6-1 0 0,38-21 46 0 0,-35 20-31 0 0,-13 8-18 0 0,-1-1 1 0 0,1 1-1 0 0,-1 0 0 0 0,0-1 0 0 0,1 1 0 0 0,-1-1 0 0 0,0 0 0 0 0,3-3 0 0 0,23-32 151 0 0,-26 34-137 0 0,-1 0 1 0 0,1 0-1 0 0,-1-1 1 0 0,0 1 0 0 0,0 0-1 0 0,0-1 1 0 0,-1 1-1 0 0,1-1 1 0 0,-1 1-1 0 0,1-1 1 0 0,-1 1-1 0 0,-1-1 1 0 0,1 1-1 0 0,0-1 1 0 0,-1 1 0 0 0,0-1-1 0 0,0 1 1 0 0,-2-5-1 0 0,-5-39 75 0 0,7 33-79 0 0,1 12-14 0 0,0 0 0 0 0,0-1 1 0 0,-1 1-1 0 0,1 0 1 0 0,-1-1-1 0 0,0-2 0 0 0,-11-26 98 0 0,10 24-37 0 0,-1-1 1 0 0,0 0-1 0 0,0 1 1 0 0,-1 0-1 0 0,0 0 1 0 0,0 0-1 0 0,-6-7 0 0 0,-20-22 383 0 0,21 23-389 0 0,-1 1 0 0 0,0 0 1 0 0,-1 1-1 0 0,-12-11 0 0 0,14 16-51 0 0,2 0-3 0 0,0 0 0 0 0,-1 0 0 0 0,1 1 0 0 0,-1 0 0 0 0,-1 1 0 0 0,1 0 0 0 0,-1 0 0 0 0,0 0 0 0 0,-17-3 0 0 0,24 6-4 0 0,-77-20 187 0 0,69 18-155 0 0,0-1 1 0 0,0-1 0 0 0,0 0-1 0 0,0 0 1 0 0,-14-11-1 0 0,-28-19 31 0 0,27 20-38 0 0,18 9-21 0 0,0 0 0 0 0,1 0 0 0 0,0 0 0 0 0,0-1 0 0 0,1 0 0 0 0,0 0 0 0 0,0 0 0 0 0,-4-10 0 0 0,-6-7 12 0 0,-46-72 119 0 0,47 73-71 0 0,-19-38 0 0 0,10 17-17 0 0,16 33-35 0 0,-1 2 1 0 0,0-1 0 0 0,-1 1-1 0 0,0 0 1 0 0,0 0-1 0 0,-17-11 1 0 0,-3-4 12 0 0,19 15-16 0 0,7 6 0 0 0,-1-1 0 0 0,0 1-1 0 0,0 0 1 0 0,0 0 0 0 0,0 1 0 0 0,-7-5 0 0 0,-16-6 50 0 0,-5-1-21 0 0,29 13-38 0 0,0 1 0 0 0,1-1 0 0 0,-1 1 0 0 0,0-1 0 0 0,0 1 0 0 0,0 0 0 0 0,1 0 0 0 0,-1 0 0 0 0,-6 1 0 0 0,8 0-10 0 0,0-1 1 0 0,0 0-1 0 0,0 1 1 0 0,-1-1-1 0 0,1 1 1 0 0,0-1-1 0 0,0 1 1 0 0,0-1-1 0 0,0 1 1 0 0,0 0 0 0 0,0 0-1 0 0,0-1 1 0 0,0 1-1 0 0,1 0 1 0 0,-1 0-1 0 0,0 0 1 0 0,0 0-1 0 0,1 0 1 0 0,-1 0-1 0 0,0 0 1 0 0,1 0-1 0 0,-1 0 1 0 0,1 0-1 0 0,-1 2 1 0 0,-1 2-173 0 0,0 0 1 0 0,0-1 0 0 0,-1 1-1 0 0,1-1 1 0 0,-1 1 0 0 0,-5 5-1 0 0,-2 3-707 0 0,1 0 56 0 0,0-1-188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1:30:11.2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68 4329 0 0,'1'-2'117'0'0,"-1"-1"1"0"0,1 0-1 0 0,0 0 0 0 0,0 1 1 0 0,0-1-1 0 0,0 0 0 0 0,0 1 1 0 0,1-1-1 0 0,0 1 1 0 0,-1 0-1 0 0,1-1 0 0 0,0 1 1 0 0,0 0-1 0 0,2-2 0 0 0,-1 0-35 0 0,-4 0-40 0 0,-8-13 24 0 0,7 14-48 0 0,1 3 164 0 0,3 0-72 0 0,0 0-1 0 0,-1 1 1 0 0,1 0 0 0 0,0-1 0 0 0,-1 1 0 0 0,1 0-1 0 0,0 0 1 0 0,-1 0 0 0 0,1 0 0 0 0,-1 0 0 0 0,1 0-1 0 0,-1 0 1 0 0,0 0 0 0 0,1 0 0 0 0,-1 1 0 0 0,2 2-1 0 0,2 2 53 0 0,7 12 21 0 0,-6-13-116 0 0,0-1 1 0 0,0 1-1 0 0,0-2 0 0 0,0 1 1 0 0,1 0-1 0 0,14 4 1 0 0,-1-2 186 0 0,24 5 1 0 0,-27-8-91 0 0,5 0 69 0 0,-16-2-155 0 0,1 0 0 0 0,-1 0 0 0 0,9 2 0 0 0,52 15 255 0 0,-51-15-268 0 0,1 1 1 0 0,-2 1-1 0 0,1 0 0 0 0,0 1 1 0 0,-1 1-1 0 0,0 0 0 0 0,15 11 1 0 0,36 33 166 0 0,-54-36-108 0 0,1-1-11 0 0,-3-7-2 0 0,-1-2 0 0 0,1 1 0 0 0,0-1 0 0 0,1-1 1 0 0,-1 1-1 0 0,23 4 0 0 0,2 3 202 0 0,-28-9-248 0 0,1 0 0 0 0,-1 0 0 0 0,1-1 0 0 0,0 0 0 0 0,13 1-1 0 0,-7-3 38 0 0,1-1-1 0 0,-1 0 0 0 0,16-4 0 0 0,-14 2 123 0 0,30-1 0 0 0,-38 4-174 0 0,-1-1 0 0 0,0 0 0 0 0,0 0 0 0 0,7-3 0 0 0,15-3 50 0 0,-10 2-37 0 0,-14 4-45 0 0,0-1 0 0 0,-1 1 0 0 0,10-1 0 0 0,-8 2-11 0 0,-1-1 1 0 0,1 0-1 0 0,-1 0 0 0 0,1 0 0 0 0,-1 0 1 0 0,0-1-1 0 0,0 0 0 0 0,1 0 1 0 0,-1 0-1 0 0,5-3 0 0 0,-8 3-6 0 0,0 1 0 0 0,1 0 0 0 0,-1 0 0 0 0,0 1 0 0 0,1-1 0 0 0,-1 0 0 0 0,3 0 0 0 0,12-4 6 0 0,-11 3-6 0 0,0 0 0 0 0,0 0 0 0 0,1 0 0 0 0,7 0 0 0 0,10-3 10 0 0,-5 0 6 0 0,-1 2 0 0 0,30-2-1 0 0,-29 2-12 0 0,-15 2-4 0 0,0 0 1 0 0,1 1-1 0 0,-1-1 1 0 0,0 1-1 0 0,0 0 1 0 0,7 1-1 0 0,29 3 5 0 0,-25-3 1 0 0,22 4 0 0 0,-33-5-2 0 0,1 1 0 0 0,0-1 0 0 0,-1 0 0 0 0,1 0 0 0 0,0 0 0 0 0,5-2 0 0 0,18 0 23 0 0,-25 2-25 0 0,1 0 0 0 0,-1 0 0 0 0,0 0 0 0 0,1-1 0 0 0,5-1 1 0 0,14-2 9 0 0,-15 3-9 0 0,-6 1-3 0 0,0 0 0 0 0,0 0 1 0 0,0 0-1 0 0,0 0 1 0 0,0 1-1 0 0,0-1 1 0 0,-1 0-1 0 0,1 1 1 0 0,2 0-1 0 0,3 2 0 0 0,-6-3 0 0 0,1 0 0 0 0,-1 0 0 0 0,0 1 0 0 0,1-1 0 0 0,-1 1 0 0 0,0 0 0 0 0,0-1 0 0 0,1 1 0 0 0,-1 0 0 0 0,0-1 0 0 0,0 1 0 0 0,0 0 0 0 0,0 0 0 0 0,0 0 0 0 0,0 0 0 0 0,0 0 0 0 0,0 0 0 0 0,0 0 0 0 0,-1 1 0 0 0,1-1 0 0 0,1 2 0 0 0,-2 0 0 0 0,4 8 0 0 0,-3-10 1 0 0,-1-1-1 0 0,0 0 1 0 0,0 1-1 0 0,0-1 1 0 0,1 0-1 0 0,-1 0 1 0 0,0 1-1 0 0,0-1 1 0 0,0 0-1 0 0,0 1 1 0 0,0-1-1 0 0,0 0 1 0 0,0 1-1 0 0,1-1 1 0 0,-1 0-1 0 0,0 1 1 0 0,0-1-1 0 0,0 0 1 0 0,0 1-1 0 0,0-1 1 0 0,-1 0-1 0 0,1 1 1 0 0,0 0-1 0 0,0-1 1 0 0,0 0 0 0 0,0 1-1 0 0,0-1 1 0 0,0 0 0 0 0,0 1 0 0 0,0-1-1 0 0,0 1 1 0 0,0-1 0 0 0,0 0-1 0 0,0 1 1 0 0,0-1 0 0 0,0 1 0 0 0,0-1-1 0 0,0 0 1 0 0,1 1 0 0 0,-1-1-1 0 0,0 1 1 0 0,0-1 0 0 0,0 0 0 0 0,1 1-1 0 0,-1-1 1 0 0,0 0 0 0 0,0 0-1 0 0,1 1 1 0 0,-1-1 0 0 0,0 0-1 0 0,1 1 1 0 0,3 2 6 0 0,0 0 0 0 0,0 0 0 0 0,0 0 0 0 0,6 3 0 0 0,-7-5-2 0 0,0 1-1 0 0,0 0 1 0 0,-1 0-1 0 0,1 0 1 0 0,0 0-1 0 0,-1 0 1 0 0,1 0-1 0 0,-1 1 1 0 0,3 2-1 0 0,-5-4-2 0 0,0-1 0 0 0,0 0 0 0 0,0 0-1 0 0,0 1 1 0 0,0-1 0 0 0,0 0 0 0 0,0 1 0 0 0,0-1-1 0 0,0 0 1 0 0,0 0 0 0 0,0 1 0 0 0,0-1 0 0 0,0 0-1 0 0,0 0 1 0 0,0 1 0 0 0,-1-1 0 0 0,1 0 0 0 0,0 0-1 0 0,0 1 1 0 0,0-1 0 0 0,0 0 0 0 0,-1 0 0 0 0,1 1-1 0 0,-2 4 78 0 0,3 0-51 0 0,-1-4-16 0 0,1 0 0 0 0,-1 1-1 0 0,0-1 1 0 0,0 0 0 0 0,0 0 0 0 0,0 0-1 0 0,0 0 1 0 0,0 0 0 0 0,0 0-1 0 0,0 0 1 0 0,0 0 0 0 0,0 0-1 0 0,0 0 1 0 0,-1 0 0 0 0,0 2 0 0 0,1 9 74 0 0,1-2-39 0 0,-4-1-4 0 0,-1 1-1 0 0,1-1 1 0 0,-10 16 0 0 0,12-23-38 0 0,0 0 1 0 0,0 0 0 0 0,1 1 0 0 0,-1-1 0 0 0,1 0 0 0 0,0 0-1 0 0,0 1 1 0 0,0-1 0 0 0,0 0 0 0 0,0 3 0 0 0,0-3-1 0 0,1 0 1 0 0,-1 1-1 0 0,0-1 1 0 0,-1 1-1 0 0,1-1 0 0 0,0 0 1 0 0,-1 1-1 0 0,1-1 1 0 0,-2 3-1 0 0,-5 8 24 0 0,-4 7 24 0 0,9-16-44 0 0,1 0 1 0 0,-1 0-1 0 0,-1 0 1 0 0,1-1 0 0 0,0 1-1 0 0,-1-1 1 0 0,-3 4-1 0 0,3-4 2 0 0,0 1-1 0 0,0-1 0 0 0,0 1 0 0 0,1 0 0 0 0,-1-1 0 0 0,1 1 0 0 0,-2 5 0 0 0,3-4 0 0 0,-1-1 0 0 0,-1 0 0 0 0,1 0 0 0 0,0 0 0 0 0,-1 0 1 0 0,-6 7-1 0 0,5-7-2 0 0,1 1 1 0 0,-1-1-1 0 0,1 1 1 0 0,-4 7-1 0 0,-27 49 70 0 0,24-41-54 0 0,-21 29 0 0 0,20-33-15 0 0,1 1 0 0 0,-14 29-1 0 0,18-33 11 0 0,-1-1 0 0 0,0 0 0 0 0,-1-1 0 0 0,-16 20-1 0 0,14-20-12 0 0,2 0-1 0 0,-1 1 1 0 0,1 0-1 0 0,-8 17 1 0 0,6-4 6 0 0,1 0 1 0 0,1 1-1 0 0,2 0 1 0 0,-5 32-1 0 0,10-38-12 0 0,1 0 0 0 0,5 40 0 0 0,-4-50 0 0 0,3 12 25 0 0,-2-19-18 0 0,-1 0 0 0 0,0 0-1 0 0,-1 1 1 0 0,1-1 0 0 0,0 0 0 0 0,-1 0 0 0 0,0 1 0 0 0,0-1 0 0 0,0 0 0 0 0,0 0 0 0 0,-1 1 0 0 0,1-1 0 0 0,-2 6 0 0 0,-1-6 21 0 0,0 1 0 0 0,0-1 1 0 0,0 0-1 0 0,-1 0 0 0 0,1 0 0 0 0,-6 4 1 0 0,-5 3 12 0 0,9-7-33 0 0,0 0 1 0 0,0 0-1 0 0,-1 0 1 0 0,1-1 0 0 0,-1 0-1 0 0,0 0 1 0 0,-9 2 0 0 0,-8 2 10 0 0,9-1-3 0 0,-40 14 48 0 0,-67 13 0 0 0,100-29-41 0 0,0-2 1 0 0,0 0 0 0 0,-34-3-1 0 0,2 1 9 0 0,40 0-15 0 0,-1-1-1 0 0,1 0 0 0 0,-1 0 0 0 0,-24-9 0 0 0,-1 0 63 0 0,-48-5 86 0 0,38 9-80 0 0,43 6-57 0 0,0-1 0 0 0,1 1 0 0 0,-1-1 0 0 0,1 1 0 0 0,-1-2 0 0 0,1 1 0 0 0,0 0 0 0 0,0-1 0 0 0,0 0 0 0 0,0 0 0 0 0,0-1 0 0 0,1 1 0 0 0,-1-1 0 0 0,1 0 0 0 0,0 0 0 0 0,0 0 0 0 0,1-1 0 0 0,-4-5 0 0 0,0 1-8 0 0,1 1 1 0 0,-13-13 0 0 0,4 5-6 0 0,-27-29 85 0 0,-64-51 0 0 0,98 90-91 0 0,0 0 0 0 0,-1 1-1 0 0,0 0 1 0 0,-16-7 0 0 0,12 7 24 0 0,-18-11 1 0 0,26 12-21 0 0,-1 0-1 0 0,1 0 1 0 0,0 0-1 0 0,0 0 1 0 0,1-1 0 0 0,-1 1-1 0 0,1-1 1 0 0,-5-7-1 0 0,-24-30 19 0 0,31 39-30 0 0,-1 1-1 0 0,1-1 1 0 0,-1 0 0 0 0,1 1-1 0 0,-5-4 1 0 0,4 4 3 0 0,0 0 0 0 0,0-1 0 0 0,1 1 0 0 0,-5-6 0 0 0,-21-22 5 0 0,28 29-8 0 0,-1 1-1 0 0,1-1 1 0 0,-1 1-1 0 0,1-1 0 0 0,0 1 1 0 0,-1-1-1 0 0,1 1 0 0 0,0-1 1 0 0,0 1-1 0 0,-1-1 1 0 0,1 0-1 0 0,0 1 0 0 0,0-1 1 0 0,0 0-1 0 0,0 0 1 0 0,-4-8-1 0 0,-15-13 12 0 0,6 8-3 0 0,1-1 0 0 0,0 0 0 0 0,-14-25 0 0 0,25 37-11 0 0,-1 0 0 0 0,1-1 0 0 0,0 1-1 0 0,0-1 1 0 0,1 1 0 0 0,-1-1 0 0 0,1 1 0 0 0,0-7 0 0 0,3-31-34 0 0,1 6 19 0 0,-2-31 27 0 0,-3-47 12 0 0,0 85-22 0 0,-1 7 0 0 0,-3-22 0 0 0,-5-40 37 0 0,10 75-34 0 0,-2-5-3 0 0,0 1 0 0 0,-5-17-1 0 0,4 16-17 0 0,-4-22 0 0 0,7 34 14 0 0,-1-1 1 0 0,1 0-1 0 0,0 1 0 0 0,0-1 1 0 0,0 0-1 0 0,1 1 1 0 0,-1-1-1 0 0,0 0 1 0 0,0 1-1 0 0,1-1 1 0 0,0 0-1 0 0,-1 1 1 0 0,1-1-1 0 0,0 1 1 0 0,-1-1-1 0 0,1 1 1 0 0,0-1-1 0 0,0 1 0 0 0,0 0 1 0 0,1-1-1 0 0,-1 1 1 0 0,2-1-1 0 0,-2-1 2 0 0,1 1 0 0 0,0-1 0 0 0,-1 0 0 0 0,1 1 0 0 0,-1-1 0 0 0,0 0 0 0 0,1-3 0 0 0,1-2 1 0 0,15-46-26 0 0,-16 38 11 0 0,-2 15 16 0 0,0 0-1 0 0,0 0 1 0 0,0-1-1 0 0,0 1 0 0 0,0 0 1 0 0,1 0-1 0 0,-1 0 0 0 0,0-1 1 0 0,1 1-1 0 0,-1 0 0 0 0,0 0 1 0 0,1 0-1 0 0,0 0 0 0 0,-1 0 1 0 0,1 0-1 0 0,0 0 1 0 0,-1 0-1 0 0,1 0 0 0 0,0 0 1 0 0,1-1-1 0 0,11-16-7 0 0,-4 11-205 0 0,-1-1 0 0 0,0-1 0 0 0,0 1 0 0 0,10-15 0 0 0,-17 21 63 0 0,5-4-956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1:30:17.4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34 149 1920 0 0,'-8'-3'9541'0'0,"6"2"-8954"0"0,1-1 1 0 0,-1 0 0 0 0,0 0 0 0 0,1 1-1 0 0,-1-1 1 0 0,0 1 0 0 0,0 0 0 0 0,0-1 0 0 0,-4 0-1 0 0,6 2-547 0 0,0 0 0 0 0,0 0 0 0 0,0 0 0 0 0,0-1 0 0 0,-1 1 0 0 0,1 0 0 0 0,0 0 0 0 0,0 0 0 0 0,0 0 0 0 0,-1 0 0 0 0,1 0 0 0 0,0 0 0 0 0,0 0 0 0 0,0 0 0 0 0,0 0-1 0 0,0 0 1 0 0,-1-1 0 0 0,1 1 0 0 0,0 0 0 0 0,0 0 0 0 0,0 0 0 0 0,0 0 0 0 0,0 0 0 0 0,0-1 0 0 0,0 1 0 0 0,-1 0 0 0 0,1 0 0 0 0,0 0 0 0 0,0 0 0 0 0,0-1 0 0 0,0 1 0 0 0,0 0-1 0 0,0 0 1 0 0,0 0 0 0 0,0 0 0 0 0,0-1 0 0 0,0 1 0 0 0,0 0 0 0 0,0 0 0 0 0,0 0 0 0 0,0 0 0 0 0,0-1 0 0 0,0 1 0 0 0,0 0 0 0 0,0 0 0 0 0,1 0 0 0 0,-1 0 0 0 0,0-1 0 0 0,0 1-1 0 0,0 0 1 0 0,0 0 0 0 0,1-1-21 0 0,-1-1-1 0 0,1 1 0 0 0,0 0 0 0 0,0 0 0 0 0,0 0 1 0 0,0 0-1 0 0,-1 0 0 0 0,1 0 0 0 0,2-1 1 0 0,11-6 65 0 0,2-1 32 0 0,-9 2-52 0 0,-5 6-46 0 0,0-1 0 0 0,0 1 1 0 0,-1-1-1 0 0,1 0 0 0 0,-1 0 0 0 0,1 1 1 0 0,-1-1-1 0 0,0 0 0 0 0,2-3 0 0 0,-2 3-3 0 0,0 0-1 0 0,1 0 0 0 0,-1 1 1 0 0,1-1-1 0 0,-1 1 1 0 0,1-1-1 0 0,0 1 0 0 0,0 0 1 0 0,0-1-1 0 0,0 1 1 0 0,0 0-1 0 0,0 0 0 0 0,0 0 1 0 0,0 1-1 0 0,3-2 1 0 0,-3 1 6 0 0,1 0 1 0 0,-1 0-1 0 0,1 0 1 0 0,-1 0-1 0 0,0 0 1 0 0,1-1-1 0 0,-1 1 1 0 0,2-3-1 0 0,12-11 95 0 0,-15 14-34 0 0,0 0 1 0 0,0 0-1 0 0,0 0 1 0 0,0 0 0 0 0,1 0-1 0 0,-1 0 1 0 0,0 1-1 0 0,0-1 1 0 0,1 0-1 0 0,-1 1 1 0 0,1-1-1 0 0,1 1 1 0 0,-3-1-73 0 0,0 1-10 0 0,0-1 11 0 0,0 1-11 0 0,0 0 0 0 0,1 0 0 0 0,-1-1 0 0 0,0 1 0 0 0,0 0 0 0 0,0 0-1 0 0,0 0 1 0 0,0-1 0 0 0,0 1 0 0 0,0 0 0 0 0,1 0 0 0 0,-1 0 0 0 0,0-1 0 0 0,0 1 0 0 0,0 0 0 0 0,1 0 0 0 0,-1 0 0 0 0,0 0 0 0 0,0-1 0 0 0,0 1 0 0 0,1 0-1 0 0,-1 0 1 0 0,0 0 0 0 0,0 0 0 0 0,1 0 0 0 0,-1 0 0 0 0,0 0 0 0 0,0 0 0 0 0,1 0 0 0 0,-1 0 0 0 0,0 0 0 0 0,0 0 0 0 0,1 0 0 0 0,-1 0 0 0 0,0 0 0 0 0,0 0-1 0 0,1 0 1 0 0,0 0-4 0 0,0 1-1 0 0,-1 0 1 0 0,1-1-1 0 0,0 1 1 0 0,0 0-1 0 0,-1 0 0 0 0,1 0 1 0 0,-1 0-1 0 0,1-1 1 0 0,-1 1-1 0 0,1 2 1 0 0,2 3 9 0 0,0 0 1 0 0,-1 0-1 0 0,0 0 1 0 0,-1 0-1 0 0,1 1 1 0 0,-1-1-1 0 0,-1 1 1 0 0,1 6 0 0 0,-1 10 29 0 0,-4 22 0 0 0,2-28-29 0 0,1-8 1 0 0,1 0-1 0 0,1 0 1 0 0,2 13-1 0 0,-2-12 2 0 0,0-1 0 0 0,0 1 0 0 0,-1 12 0 0 0,0-17-3 0 0,0-4-4 0 0,0 0 0 0 0,0-1 0 0 0,0 1 1 0 0,0 0-1 0 0,0-1 0 0 0,0 1 0 0 0,0 0 0 0 0,-1-1 0 0 0,1 1 0 0 0,0 0 0 0 0,0-1 1 0 0,0 1-1 0 0,-1 0 0 0 0,1-1 0 0 0,0 1 0 0 0,-1-1 0 0 0,1 1 0 0 0,0-1 0 0 0,-1 1 0 0 0,1-1 1 0 0,-1 1-1 0 0,1-1 0 0 0,-1 1 0 0 0,0 0 0 0 0,0-1 60 0 0,1 0-47 0 0,0 0 0 0 0,0 0 0 0 0,0 1 0 0 0,0-1 0 0 0,0 0-1 0 0,0 0 1 0 0,0 0 0 0 0,0 0 0 0 0,0 0 0 0 0,0 0 0 0 0,0 0 0 0 0,0 0-1 0 0,0 0 1 0 0,0 1 0 0 0,0-1 0 0 0,0 0 0 0 0,0 0 0 0 0,0 0-1 0 0,0 0 1 0 0,0 0 0 0 0,0 0 0 0 0,0 0 0 0 0,0 0 0 0 0,0 0 0 0 0,0 0-1 0 0,0 1 1 0 0,0-1 0 0 0,0 0 0 0 0,0 0 0 0 0,-1 0 0 0 0,1 0-1 0 0,0 0 1 0 0,0 0 0 0 0,0 0 0 0 0,0 0 0 0 0,0 0 0 0 0,0 0 0 0 0,0 0-1 0 0,0 0 1 0 0,0 0 0 0 0,0 0 0 0 0,-1 0 0 0 0,1 0 0 0 0,0 0-1 0 0,0 0 1 0 0,0 0 0 0 0,0 0 0 0 0,0 0 0 0 0,0 0 0 0 0,0 0 0 0 0,0 0-1 0 0,0 0 1 0 0,-1 0 0 0 0,1 0 0 0 0,0 0 0 0 0,-12 1 212 0 0,-16 0-659 0 0,25-1 322 0 0,3 0 71 0 0,-1 1 42 0 0,1-1-1 0 0,0 0 1 0 0,0 1 0 0 0,0-1 0 0 0,0 1 0 0 0,0-1 0 0 0,0 0-1 0 0,0 1 1 0 0,1-1 0 0 0,-1 1 0 0 0,0-1 0 0 0,0 0 0 0 0,0 1-1 0 0,0-1 1 0 0,0 0 0 0 0,1 1 0 0 0,-1-1 0 0 0,0 0-1 0 0,0 1 1 0 0,1-1 0 0 0,-1 0 0 0 0,0 1 0 0 0,0-1 0 0 0,1 0-1 0 0,-1 0 1 0 0,1 1 0 0 0,13 8 29 0 0,-13-8-21 0 0,1-1 0 0 0,-1 1-1 0 0,0-1 1 0 0,1 1 0 0 0,-1-1 0 0 0,0 0 0 0 0,1 0 0 0 0,-1 0 0 0 0,1 0 0 0 0,-1 0 0 0 0,0 0-1 0 0,1 0 1 0 0,-1 0 0 0 0,1 0 0 0 0,-1-1 0 0 0,0 1 0 0 0,1 0 0 0 0,-1-1 0 0 0,0 1 0 0 0,3-2 0 0 0,4-1 53 0 0,-6 2-49 0 0,1 1 0 0 0,-1-1 0 0 0,0 0 0 0 0,0 0 0 0 0,0 0 0 0 0,0 0 0 0 0,0 0 0 0 0,0 0 0 0 0,0 0 0 0 0,2-3 0 0 0,-4 4 16 0 0,6 0-1870 0 0,14-3-587 0 0,-14 3-427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1:30:18.9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92 193 3337 0 0,'10'7'4126'0'0,"-13"-9"-3767"0"0,-14-9 466 0 0,14 8-516 0 0,2 2 145 0 0,-3 1 16 0 0,0-1 0 0 0,1 0-1 0 0,-1 0 1 0 0,0-1 0 0 0,1 1 0 0 0,-1-1 0 0 0,1 0-1 0 0,0 1 1 0 0,-1-2 0 0 0,-3-2 0 0 0,-13-7 931 0 0,19 11-1323 0 0,0 1-1 0 0,0-1 1 0 0,0 0-1 0 0,0 1 0 0 0,0-1 1 0 0,1 0-1 0 0,-1 0 1 0 0,0 1-1 0 0,0-1 1 0 0,1 0-1 0 0,-1 0 0 0 0,0 0 1 0 0,1 0-1 0 0,-1 0 1 0 0,1 0-1 0 0,-1 0 0 0 0,1 0 1 0 0,0 0-1 0 0,-1-2 1 0 0,1-18 346 0 0,0 21-436 0 0,0-1 16 0 0,0 1 0 0 0,0-1 0 0 0,0 0 0 0 0,0 0 0 0 0,1 0 0 0 0,-1 1 0 0 0,0-1 0 0 0,0 0 0 0 0,1 1 0 0 0,-1-1 0 0 0,1 0 0 0 0,-1 0 0 0 0,1 1 0 0 0,-1-1 0 0 0,1 1 0 0 0,0-2 0 0 0,4-6 41 0 0,-1 1-26 0 0,-1 1 0 0 0,1 0 1 0 0,0-1-1 0 0,1 2 0 0 0,-1-1 0 0 0,1 0 0 0 0,0 1 0 0 0,1 0 0 0 0,-1 0 1 0 0,1 0-1 0 0,0 1 0 0 0,0 0 0 0 0,1 0 0 0 0,-1 0 0 0 0,1 1 0 0 0,14-5 1 0 0,-21 8-22 0 0,1-1 1 0 0,-1 1 0 0 0,1 0 0 0 0,-1 0 0 0 0,1 0-1 0 0,-1 0 1 0 0,1 0 0 0 0,-1 0 0 0 0,1 0 0 0 0,-1 0-1 0 0,1 0 1 0 0,-1 1 0 0 0,1-1 0 0 0,-1 0 0 0 0,1 0-1 0 0,-1 0 1 0 0,1 1 0 0 0,-1-1 0 0 0,1 0 0 0 0,-1 0-1 0 0,1 1 1 0 0,-1-1 0 0 0,1 0 0 0 0,-1 1 0 0 0,1 0-1 0 0,0 0 8 0 0,0 0 0 0 0,-1 1 0 0 0,1-1 0 0 0,0 0 0 0 0,-1 1 0 0 0,1-1-1 0 0,-1 1 1 0 0,1 2 0 0 0,0 3 41 0 0,0-1 1 0 0,-1 1-1 0 0,0 7 0 0 0,-1 2 28 0 0,-1-1 0 0 0,-1 1 0 0 0,-10 29 0 0 0,-22 46 61 0 0,18-48-77 0 0,-11 17 5 0 0,26-55 5 0 0,-1 0 0 0 0,1 0 0 0 0,-1-1 1 0 0,0 1-1 0 0,-5 5 619 0 0,7-25-235 0 0,1 14-284 0 0,3 0-318 0 0,0 1 158 0 0,1 0 1 0 0,-1-1-1 0 0,0 1 0 0 0,1 1 0 0 0,-1-1 1 0 0,0 0-1 0 0,0 1 0 0 0,1 0 0 0 0,-1 0 1 0 0,0 0-1 0 0,0 0 0 0 0,4 2 0 0 0,-1-1 16 0 0,1 0 137 0 0,0 1 0 0 0,0-1 0 0 0,0-1 0 0 0,1 1 0 0 0,-1-1 0 0 0,1 0 0 0 0,-1-1 0 0 0,0 0 0 0 0,14-1-1 0 0,-8-5 183 0 0,5-1-429 0 0,-18 6-54 0 0,1 1-1 0 0,0 0 1 0 0,0 0 0 0 0,-1 0-1 0 0,1 0 1 0 0,0 0 0 0 0,-1 0-1 0 0,1 0 1 0 0,0 0 0 0 0,0 0-1 0 0,-1 0 1 0 0,1 0-1 0 0,0 0 1 0 0,-1 1 0 0 0,1-1-1 0 0,0 0 1 0 0,0 0 0 0 0,-1 1-1 0 0,1-1 1 0 0,-1 1 0 0 0,2 0-1 0 0,2 3-2524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1:30:20.5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73 1728 0 0,'-3'2'5019'0'0,"0"-2"-4581"0"0,0-1-107 0 0,-64-23 5378 0 0,58 22-4902 0 0,4 0 1062 0 0,13 0-592 0 0,-3 0-1078 0 0,-1 1-1 0 0,1-2 1 0 0,-1 1-1 0 0,1 0 0 0 0,5-5 1 0 0,-3 3-28 0 0,4-4-9 0 0,-8 6-139 0 0,-1 1 1 0 0,1-1 0 0 0,0 0 0 0 0,-1 1-1 0 0,6-2 1 0 0,-7 2-21 0 0,1 1 1 0 0,-1-1-1 0 0,1 1 0 0 0,-1-1 1 0 0,0 1-1 0 0,1 0 0 0 0,-1 0 1 0 0,1-1-1 0 0,-1 1 0 0 0,1 0 1 0 0,-1 0-1 0 0,1 0 0 0 0,-1 1 1 0 0,1-1-1 0 0,-1 0 0 0 0,1 0 1 0 0,-1 1-1 0 0,1-1 0 0 0,1 2 1 0 0,-1-1 8 0 0,-1-1 1 0 0,1 1 0 0 0,-1 0-1 0 0,1-1 1 0 0,-1 1 0 0 0,1 0-1 0 0,-1 0 1 0 0,0 0 0 0 0,1 1-1 0 0,-1-1 1 0 0,0 0-1 0 0,0 0 1 0 0,0 1 0 0 0,0-1-1 0 0,0 0 1 0 0,1 3 0 0 0,-1-1 10 0 0,0 0 0 0 0,0 0 0 0 0,0 0 0 0 0,-1 0-1 0 0,1 0 1 0 0,-1 0 0 0 0,0 0 0 0 0,0 5 0 0 0,-1 1 37 0 0,-1 1-1 0 0,0-1 1 0 0,0 1-1 0 0,-6 14 1 0 0,3-12-10 0 0,3-5-14 0 0,-1 1-1 0 0,0-1 1 0 0,-1 1 0 0 0,1-1-1 0 0,-1 0 1 0 0,-1-1 0 0 0,-5 8 509 0 0,10-15-534 0 0,0 1 0 0 0,0 0 0 0 0,-1-1 0 0 0,1 1 0 0 0,0 0 0 0 0,0-1 0 0 0,0 1 0 0 0,-1-1 0 0 0,1 1 0 0 0,0 0 0 0 0,0-1 0 0 0,0 1 0 0 0,0-1 0 0 0,0 1 0 0 0,0-1 0 0 0,0 1 0 0 0,0 0 0 0 0,0-1 0 0 0,0 1 0 0 0,0-1 0 0 0,0 1 0 0 0,0-1 0 0 0,1 1 0 0 0,-1 0 0 0 0,0-1 0 0 0,0 1 0 0 0,0 0 0 0 0,1-1 0 0 0,-1 1 0 0 0,0-1 0 0 0,5-11-40 0 0,-4 11 28 0 0,0-1 0 0 0,0 1 0 0 0,0-1 0 0 0,0 1 0 0 0,0 0 0 0 0,1-1 0 0 0,-1 1 0 0 0,0 0 0 0 0,1 0 0 0 0,-1 0 0 0 0,0 0 0 0 0,1 0 0 0 0,-1 0 0 0 0,1 1 0 0 0,0-1 0 0 0,1 0 0 0 0,27-6-21 0 0,-27 6 16 0 0,3 0-4 0 0,1 0 1 0 0,-1 1 0 0 0,0 0 0 0 0,0 0-1 0 0,1 0 1 0 0,-1 1 0 0 0,0 0-1 0 0,0 0 1 0 0,0 0 0 0 0,10 4-1 0 0,-13-4 16 0 0,0 1-1 0 0,0-1 1 0 0,-1 0-1 0 0,1 1 1 0 0,0-1-1 0 0,-1 1 1 0 0,1 0-1 0 0,-1 0 1 0 0,0 0-1 0 0,0 0 1 0 0,0 0-1 0 0,0 0 1 0 0,0 1-1 0 0,0-1 1 0 0,-1 1-1 0 0,1-1 1 0 0,-1 1-1 0 0,0 0 1 0 0,0-1-1 0 0,0 1 1 0 0,0 0-1 0 0,0 0 1 0 0,1 5-1 0 0,-2-2 19 0 0,0 1 0 0 0,0 0 1 0 0,0 0-1 0 0,-1 0 0 0 0,0 0 0 0 0,-1 0 0 0 0,1-1 0 0 0,-1 1 0 0 0,-6 11 0 0 0,7-14-17 0 0,0-1 5 0 0,0 0 0 0 0,-1 0-1 0 0,1 0 1 0 0,-1 0 0 0 0,1-1 0 0 0,-1 1 0 0 0,0 0-1 0 0,0-1 1 0 0,0 1 0 0 0,0-1 0 0 0,-1 1 0 0 0,-2 1 0 0 0,-1 1 9 0 0,5-4-18 0 0,1 0 0 0 0,-1-1 0 0 0,0 1 0 0 0,1 0 0 0 0,-1-1 0 0 0,0 1 0 0 0,1-1 0 0 0,-1 1 0 0 0,0-1 0 0 0,0 1 0 0 0,0-1 0 0 0,0 0 0 0 0,1 1 0 0 0,-1-1 0 0 0,0 0 0 0 0,-1 0 0 0 0,-2 1 14 0 0,0 0 1 0 0,0 0-1 0 0,0 0 1 0 0,0 0-1 0 0,-4 3 1 0 0,4-2 15 0 0,0-1 0 0 0,0 1 0 0 0,0-1 0 0 0,-1 0 0 0 0,-4 1 1 0 0,-2-2 105 0 0,0 0 1 0 0,-18-3 0 0 0,7 1 25 0 0,21 2-154 0 0,-1 0 1 0 0,1-1 0 0 0,-1 1 0 0 0,1-1-1 0 0,-1 1 1 0 0,1-1 0 0 0,-1 1 0 0 0,-1-2-1 0 0,-13-5 69 0 0,-7 1 85 0 0,22 6-193 0 0,1 0 0 0 0,0 0-1 0 0,0-1 1 0 0,-1 1-1 0 0,1 0 1 0 0,0 0 0 0 0,0 0-1 0 0,-1-1 1 0 0,1 1-1 0 0,0 0 1 0 0,0 0-1 0 0,0-1 1 0 0,-1 1 0 0 0,1 0-1 0 0,0 0 1 0 0,0-1-1 0 0,0 1 1 0 0,0 0 0 0 0,0-1-1 0 0,0 1 1 0 0,-1 0-1 0 0,1 0 1 0 0,0-1 0 0 0,0 1-1 0 0,0 0 1 0 0,0-1-1 0 0,0 1 1 0 0,0 0-1 0 0,0-1 1 0 0,1 1 0 0 0,-1 0-1 0 0,0 0 1 0 0,0-1-1 0 0,0 1 1 0 0,3-13-1096 0 0,-3 13 1181 0 0,5-4-1168 0 0,1 2-972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1:30:25.2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555 138 5121 0 0,'0'-7'2062'0'0,"-6"-2"-636"0"0,-9 0-1053 0 0,11 7-132 0 0,-7-7 3861 0 0,4-7-2791 0 0,7 14-1313 0 0,-1 1-1 0 0,1-1 1 0 0,-1 1-1 0 0,0-1 1 0 0,1 1-1 0 0,-1-1 0 0 0,0 1 1 0 0,0-1-1 0 0,0 1 1 0 0,0 0-1 0 0,0 0 1 0 0,-2-2-1 0 0,-3-6 395 0 0,6 8-377 0 0,-1-1-1 0 0,0 1 1 0 0,0-1 0 0 0,1 1-1 0 0,-1 0 1 0 0,0-1-1 0 0,0 1 1 0 0,-1 0-1 0 0,1 0 1 0 0,-2-2-1 0 0,-1 0 61 0 0,-1 1 0 0 0,1-1 0 0 0,0 1 0 0 0,-6-1 0 0 0,8 1-30 0 0,1 1 0 0 0,-1 0 1 0 0,0-1-1 0 0,1 1 0 0 0,-1-1 0 0 0,1 1 1 0 0,-1-1-1 0 0,1 0 0 0 0,0 1 0 0 0,0-1 1 0 0,-1 0-1 0 0,1 0 0 0 0,0-3 0 0 0,-12 6 139 0 0,0-2-39 0 0,11 0-118 0 0,-1 1 1 0 0,1 0-1 0 0,0 0 1 0 0,-1 0 0 0 0,1 0-1 0 0,0 0 1 0 0,-1 0 0 0 0,1 1-1 0 0,0-1 1 0 0,-3 1 0 0 0,0 1 6 0 0,0-1 0 0 0,0 0 0 0 0,0-1 0 0 0,-1 1 1 0 0,-6-1-1 0 0,11 0-32 0 0,1 0-1 0 0,-1 0 1 0 0,1 0 0 0 0,-1 0 0 0 0,1 1-1 0 0,-1-1 1 0 0,1 0 0 0 0,-1 0 0 0 0,1 0 0 0 0,0 0-1 0 0,-1 1 1 0 0,1-1 0 0 0,-1 0 0 0 0,1 0-1 0 0,0 1 1 0 0,-1-1 0 0 0,1 0 0 0 0,0 1-1 0 0,-1-1 1 0 0,1 0 0 0 0,0 1 0 0 0,-1 0 0 0 0,1-1 0 0 0,0 0 0 0 0,-1 1 1 0 0,1-1-1 0 0,-1 0 0 0 0,1 1 0 0 0,0-1 1 0 0,-1 0-1 0 0,1 1 0 0 0,-1-1 0 0 0,1 0 1 0 0,-1 0-1 0 0,1 1 0 0 0,-1-1 0 0 0,1 0 1 0 0,-1 0-1 0 0,1 0 0 0 0,-1 0 0 0 0,1 0 1 0 0,-1 1-1 0 0,0-1 0 0 0,-21 10 89 0 0,-5 19 13 0 0,6-16-94 0 0,17-11-7 0 0,1 0 0 0 0,-1 0 1 0 0,1 0-1 0 0,0 0 0 0 0,0 0 1 0 0,-5 6-1 0 0,2-2 9 0 0,0-1-1 0 0,0 1 1 0 0,-9 5 0 0 0,-10 8-3 0 0,24-14-3 0 0,1-4-4 0 0,0-1 0 0 0,-1 1 0 0 0,1-1 1 0 0,0 1-1 0 0,0-1 0 0 0,0 0 0 0 0,0 1 1 0 0,0-1-1 0 0,0 1 0 0 0,-1-1 0 0 0,1 0 0 0 0,0 1 1 0 0,0-1-1 0 0,-1 1 0 0 0,1-1 0 0 0,0 0 1 0 0,-1 1-1 0 0,1-1 0 0 0,0 0 0 0 0,-1 1 0 0 0,1-1 1 0 0,-4 2-3 0 0,-12 9 46 0 0,15-11-44 0 0,1 0 0 0 0,-1 1 0 0 0,1-1 0 0 0,-1 1 0 0 0,1-1 0 0 0,-1 1 0 0 0,1-1 0 0 0,-1 1 1 0 0,1-1-1 0 0,0 1 0 0 0,-1 0 0 0 0,1-1 0 0 0,0 1 0 0 0,-1 0 0 0 0,1-1 0 0 0,0 1 0 0 0,0 0 0 0 0,0-1 0 0 0,0 1 0 0 0,0 0 0 0 0,0-1 1 0 0,0 1-1 0 0,0 0 0 0 0,-1 0 0 0 0,1 0-1 0 0,0-1 1 0 0,-1 1 0 0 0,1-1 0 0 0,0 1 0 0 0,-1-1 0 0 0,1 0-1 0 0,-1 1 1 0 0,1-1 0 0 0,-1 1 0 0 0,1-1 0 0 0,-1 0 0 0 0,1 1-1 0 0,-1-1 1 0 0,1 0 0 0 0,-1 0 0 0 0,1 1 0 0 0,-1-1 0 0 0,0 0-1 0 0,1 0 1 0 0,-1 0 0 0 0,0 0 0 0 0,0 1 1 0 0,0-1 0 0 0,0 0 0 0 0,0 1 0 0 0,0-1 0 0 0,0 1 0 0 0,0-1 0 0 0,0 1 0 0 0,0-1 0 0 0,0 1 0 0 0,1 0 0 0 0,-2 1 0 0 0,-1 2 9 0 0,3-4-11 0 0,0 1 0 0 0,0-1 0 0 0,-1 1 1 0 0,1-1-1 0 0,0 1 0 0 0,0-1 0 0 0,0 0 1 0 0,-1 1-1 0 0,1-1 0 0 0,0 1 0 0 0,0-1 1 0 0,0 1-1 0 0,0-1 0 0 0,0 1 0 0 0,0-1 1 0 0,0 1-1 0 0,0-1 0 0 0,0 1 0 0 0,0-1 1 0 0,1 1-1 0 0,-1-1 0 0 0,0 1 0 0 0,0 0 3 0 0,0 0 1 0 0,0 0-1 0 0,0 0 0 0 0,0 0 0 0 0,-1 0 0 0 0,1-1 0 0 0,0 1 0 0 0,-1 0 0 0 0,1 0 0 0 0,0 0 0 0 0,-1-1 0 0 0,1 1 0 0 0,-1 0 0 0 0,1-1 0 0 0,-1 1 1 0 0,0 0-1 0 0,1-1 0 0 0,-1 1 0 0 0,-1 0 0 0 0,-5 9 44 0 0,-2 6-2 0 0,8-15-42 0 0,-1 1 0 0 0,1-1 0 0 0,0 1 0 0 0,0 0 0 0 0,0-1 0 0 0,0 1 0 0 0,1 0 0 0 0,-1 0 0 0 0,0 2 0 0 0,-1 9 10 0 0,2-11-11 0 0,0 1-1 0 0,0-1 1 0 0,-1 0 0 0 0,1 1-1 0 0,-1-1 1 0 0,1 0 0 0 0,-1 1-1 0 0,0-1 1 0 0,-2 4-1 0 0,3-6 4 0 0,-1 0 0 0 0,1 1-1 0 0,0-1 1 0 0,0 1-1 0 0,-1-1 1 0 0,1 1-1 0 0,0-1 1 0 0,0 1-1 0 0,0-1 1 0 0,0 1-1 0 0,0-1 1 0 0,0 1-1 0 0,-1-1 1 0 0,1 1-1 0 0,1-1 1 0 0,-1 1 0 0 0,0-1-1 0 0,0 1 1 0 0,0-1-1 0 0,0 1 1 0 0,0-1-1 0 0,0 1 1 0 0,1 0-1 0 0,-1 3 254 0 0,-11-2 59 0 0,6-1-298 0 0,3 0-16 0 0,1-1 1 0 0,-1 0 0 0 0,1 0-1 0 0,-1 0 1 0 0,0 0 0 0 0,1 0-1 0 0,-1 0 1 0 0,0 0-1 0 0,1 0 1 0 0,-3-1 0 0 0,-18 4-265 0 0,21 2 133 0 0,0-4 126 0 0,1 1-9 0 0,0 0 1 0 0,-1 1 0 0 0,1-1-1 0 0,0 0 1 0 0,0 1 0 0 0,0-1-1 0 0,1 0 1 0 0,-1 1 0 0 0,1-1-1 0 0,0 2 1 0 0,-1-3-7 0 0,4 8-48 0 0,32 17-127 0 0,0 0 136 0 0,-16-16 57 0 0,-2-1 0 0 0,8 10-12 0 0,-20-14 7 0 0,-1-1 0 0 0,2 1 0 0 0,-1-1 0 0 0,0 0-1 0 0,1-1 1 0 0,0 0 0 0 0,0 0 0 0 0,14 4 0 0 0,-5-4 7 0 0,-13-3-3 0 0,-1 0 0 0 0,1 0 0 0 0,0 1 0 0 0,0-1 1 0 0,0 1-1 0 0,-1 0 0 0 0,1 0 0 0 0,0 0 1 0 0,4 3-1 0 0,47 28-1 0 0,-41-22 6 0 0,-1-1-1 0 0,18 19 1 0 0,-16-16 1 0 0,1 0 0 0 0,19 13 0 0 0,-18-12 17 0 0,-13-10-18 0 0,0-1-1 0 0,0 1 1 0 0,0-1 0 0 0,1 0 0 0 0,3 2 0 0 0,0-1-2 0 0,8 4 6 0 0,1 0 0 0 0,0-1 0 0 0,1-1 0 0 0,22 5 0 0 0,4-4 38 0 0,83 1 0 0 0,-122-6-48 0 0,1-1 1 0 0,-1 1-1 0 0,1 1 1 0 0,-1-1-1 0 0,1 0 1 0 0,-1 1-1 0 0,0 0 1 0 0,0 0-1 0 0,0 0 1 0 0,6 4-1 0 0,-4-2 0 0 0,0 0-1 0 0,0-1 0 0 0,13 4 0 0 0,7-1 13 0 0,-18-4-5 0 0,0-1 0 0 0,-1 1 0 0 0,13 5 0 0 0,-17-5-4 0 0,0-1-1 0 0,0 0 0 0 0,1 0 1 0 0,-1 0-1 0 0,0 0 0 0 0,1-1 1 0 0,-1 1-1 0 0,1-1 0 0 0,-1 0 1 0 0,1 0-1 0 0,-1 0 1 0 0,6 0-1 0 0,0-2 3 0 0,0-1-1 0 0,0 1 1 0 0,10-5-1 0 0,-13 4-6 0 0,5 0 2 0 0,-6 1 0 0 0,0 0 1 0 0,-1 0-1 0 0,10-5 0 0 0,0-3 17 0 0,7-6 21 0 0,3 3-17 0 0,-17 9-28 0 0,0 0 0 0 0,1 1 0 0 0,-1-1-1 0 0,14-3 1 0 0,25-3 54 0 0,-46 10-43 0 0,1 0-1 0 0,-1-1 1 0 0,1 1-1 0 0,-1 0 1 0 0,1-1 0 0 0,-1 1-1 0 0,0 0 1 0 0,1-1 0 0 0,-1 1-1 0 0,1 0 1 0 0,-1-1 0 0 0,0 1-1 0 0,1 0 1 0 0,-1-1 0 0 0,0 1-1 0 0,0-1 1 0 0,1 1-1 0 0,-1-1 1 0 0,0 1 0 0 0,0-1-1 0 0,0 1 1 0 0,0-1 0 0 0,1 1-1 0 0,-1-1 1 0 0,0 1 0 0 0,0-1-1 0 0,0 1 1 0 0,0-1-1 0 0,0 1 1 0 0,0-1 0 0 0,-1 1-1 0 0,1-1 1 0 0,0 0 0 0 0,-6-16 85 0 0,5 13-79 0 0,0 0-1 0 0,1 0 1 0 0,0 0 0 0 0,-1 0-1 0 0,2-6 1 0 0,-1 7-2 0 0,0 0 0 0 0,-1 0 0 0 0,1 0 0 0 0,0 0 0 0 0,-1 0 0 0 0,0 0 0 0 0,0 1 0 0 0,0-1 0 0 0,0 0 0 0 0,0 0 0 0 0,-1 0 1 0 0,1 1-1 0 0,-4-5 0 0 0,-4-5 11 0 0,-15-15 1 0 0,24 27-20 0 0,-32-28 41 0 0,20 18-17 0 0,11 9-23 0 0,0 0-1 0 0,-1-1 1 0 0,1 1 0 0 0,-1 0-1 0 0,1 0 1 0 0,-1 0 0 0 0,0 0-1 0 0,1 0 1 0 0,-4-1 0 0 0,-26-15 24 0 0,22 12-15 0 0,1 1 0 0 0,-1-1 0 0 0,-7-6 0 0 0,7 4-6 0 0,1 0 0 0 0,0-1 1 0 0,-9-11-1 0 0,-6-5 3 0 0,9 14-7 0 0,11 8 0 0 0,0 0 0 0 0,1-1 0 0 0,-1 1 0 0 0,0 0 0 0 0,-1-4 0 0 0,-6-5 9 0 0,0 1 1 0 0,0-1-1 0 0,-1 1 0 0 0,0 1 1 0 0,-15-10-1 0 0,17 14-7 0 0,-1 0-1 0 0,-13-5 1 0 0,-9-4 1 0 0,12 4 5 0 0,15 8-6 0 0,0 0 1 0 0,0 0-1 0 0,0-1 1 0 0,1 0-1 0 0,-1 0 1 0 0,-6-5-1 0 0,-7-4-12 0 0,15 11 10 0 0,0-1 0 0 0,0 1 0 0 0,1-1 0 0 0,-1 1 0 0 0,-4-5 0 0 0,7 6-6 0 0,0 0 6 0 0,-1 0 0 0 0,1 0 0 0 0,0 0 0 0 0,-1 0 0 0 0,1 0 0 0 0,0 0 0 0 0,-1-1 0 0 0,1 1 0 0 0,0 0-1 0 0,-1 0 1 0 0,1 0 0 0 0,0 0 0 0 0,-1-1 0 0 0,1 1 0 0 0,0 0 0 0 0,0 0 0 0 0,-1-1 0 0 0,1 1 0 0 0,0 0-1 0 0,0-1 1 0 0,-10-7 8 0 0,-15-7-7 0 0,20 9 0 0 0,4 5 0 0 0,1 0 0 0 0,0 1-1 0 0,0-1 1 0 0,-1 1 0 0 0,1-1 0 0 0,-1 1 0 0 0,1-1 0 0 0,0 1 0 0 0,-1-1 0 0 0,1 1-1 0 0,-1 0 1 0 0,1-1 0 0 0,-1 1 0 0 0,1 0 0 0 0,-2-1 0 0 0,-16-10 20 0 0,13 4-7 0 0,5 7-14 0 0,0 0 0 0 0,0-1 0 0 0,0 1 1 0 0,0 0-1 0 0,0 0 0 0 0,0 0 0 0 0,0 0 0 0 0,0-1 1 0 0,0 1-1 0 0,0 0 0 0 0,0 0 0 0 0,0 0 0 0 0,0 0 0 0 0,0-1 1 0 0,0 1-1 0 0,0 0 0 0 0,0 0 0 0 0,0 0 0 0 0,0 0 0 0 0,0-1 1 0 0,0 1-1 0 0,1 0 0 0 0,-1 0 0 0 0,0 0 0 0 0,0 0 0 0 0,0 0 1 0 0,0-1-1 0 0,0 1 0 0 0,0 0 0 0 0,1 0 0 0 0,-1 0 0 0 0,0 0 1 0 0,0 0-1 0 0,0 0 0 0 0,1 0 0 0 0,-3-2 1 0 0,1 1 0 0 0,0 0 0 0 0,0 0-1 0 0,0-1 1 0 0,-1 1 0 0 0,1 0 0 0 0,-1 0 0 0 0,1 0 0 0 0,-1 1 0 0 0,-1-2-1 0 0,-4-1 2 0 0,-1-1 49 0 0,0 0 0 0 0,1 0 1 0 0,-11-8-1 0 0,18 12-3 0 0,-10-8-31 0 0,1-4 108 0 0,8 11-124 0 0,0 0 0 0 0,0-1 0 0 0,0 1 0 0 0,0 0 0 0 0,0-1 0 0 0,0 1 0 0 0,0 0 0 0 0,0 0 0 0 0,0 0 0 0 0,-1 0 0 0 0,1 0 0 0 0,0 0 0 0 0,-1 0 0 0 0,1 0 0 0 0,-1 1 0 0 0,1-1 0 0 0,-3 0 0 0 0,4 1-18 0 0,-5 0-2281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1:30:26.4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0 4569 0 0,'-10'0'6984'0'0,"6"6"-4005"0"0,6 15-3273 0 0,-1-4 826 0 0,-5 2-345 0 0,-3 12-31 0 0,2-2-124 0 0,5-28-33 0 0,0-1 0 0 0,0 1 0 0 0,0-1 0 0 0,0 1 0 0 0,0-1 0 0 0,0 1 0 0 0,0-1 0 0 0,0 1 0 0 0,0-1 0 0 0,0 1 0 0 0,0-1 0 0 0,0 1 0 0 0,0-1 0 0 0,0 1 0 0 0,0-1 0 0 0,1 1 0 0 0,-1-1 0 0 0,0 1 0 0 0,0-1 0 0 0,1 0 0 0 0,-1 1 0 0 0,0-1 0 0 0,1 1 0 0 0,-1-1 0 0 0,0 0 0 0 0,1 1 0 0 0,-1-1 0 0 0,0 0 0 0 0,1 1 0 0 0,-1-1 0 0 0,1 0 0 0 0,-1 1 0 0 0,1-1 0 0 0,-1 0 0 0 0,1 0 0 0 0,-1 0 0 0 0,1 0 0 0 0,-1 1 0 0 0,1-1 0 0 0,0 0 0 0 0,2 0 20 0 0,-1 1 0 0 0,1-1 0 0 0,-1 0 0 0 0,0 0 1 0 0,1 0-1 0 0,-1 0 0 0 0,1 0 0 0 0,3-1 1 0 0,19 0 99 0 0,-12 2-50 0 0,-12-3-46 0 0,0 0 9 0 0,6 1-18 0 0,9 4-2 0 0,18 3-81 0 0,-32-6 7 0 0,15 1-3793 0 0,-3 1 3555 0 0,-14-2 291 0 0,0 0 0 0 0,0 0 1 0 0,1 0-1 0 0,-1 0 0 0 0,0 0 1 0 0,0 0-1 0 0,0 0 0 0 0,1 0 1 0 0,-1 0-1 0 0,0-1 0 0 0,0 1 1 0 0,0 0-1 0 0,0 0 0 0 0,1 0 1 0 0,-1 0-1 0 0,0 0 0 0 0,0 0 1 0 0,0 0-1 0 0,0 0 0 0 0,0-1 1 0 0,1 1-1 0 0,-1 0 0 0 0,0 0 0 0 0,0 0 1 0 0,0 0-1 0 0,0-1 0 0 0,0 1 1 0 0,0 0-1 0 0,0 0 0 0 0,0 0 1 0 0,0 0-1 0 0,0-1 0 0 0,0 1 1 0 0,0 0-1 0 0,0 0 0 0 0,0 0 1 0 0,0 0-1 0 0,0-1 0 0 0,0 1 1 0 0,0 0-1 0 0,0 0 0 0 0,0 0 1 0 0,0-1-1 0 0,0 1 0 0 0,0 0 1 0 0,0 0-1 0 0,-3-10 9 0 0,-3 6 20 0 0,5 4 13 0 0,0-1 0 0 0,1 1 0 0 0,-1-1 0 0 0,0 1 0 0 0,0-1 0 0 0,1 1 0 0 0,-1-1 0 0 0,0 0 0 0 0,1 1 0 0 0,-1-1 0 0 0,1 0 0 0 0,-1 1 0 0 0,0-1 0 0 0,1 0 0 0 0,0 0 0 0 0,-1 0 0 0 0,1 1 0 0 0,0-1 0 0 0,-1-1 0 0 0,1 1-1 0 0,-1 1 0 0 0,1-1 0 0 0,0 1 0 0 0,0-1 0 0 0,-1 1 0 0 0,1 0 0 0 0,-1-1 0 0 0,1 1 1 0 0,0-1-1 0 0,-1 1 0 0 0,1 0 0 0 0,-1-1 0 0 0,1 1 0 0 0,-1 0 0 0 0,1-1 0 0 0,-1 1 0 0 0,1 0 0 0 0,-1 0 0 0 0,1 0 0 0 0,-2-1 1 0 0,-10-2 754 0 0,11 2-544 0 0,0 1 321 0 0,-7 0 686 0 0,7 0-1191 0 0,0 0-42 0 0,0 0-1 0 0,0-1 1 0 0,1 1-1 0 0,-1 0 1 0 0,0 0-1 0 0,1 0 1 0 0,-1 0-1 0 0,0 0 0 0 0,0 0 1 0 0,1 0-1 0 0,-1 0 1 0 0,0 0-1 0 0,0 1 1 0 0,1-1-1 0 0,-1 0 1 0 0,0 0-1 0 0,1 1 1 0 0,-1-1-1 0 0,0 0 1 0 0,0 1-1 0 0,3 3 192 0 0,0 0-1 0 0,0 0 0 0 0,1 0 1 0 0,-1 0-1 0 0,4 3 1 0 0,-5-6-123 0 0,0 1 0 0 0,0 0 0 0 0,0 0 0 0 0,0 1 0 0 0,0-1 1 0 0,0 0-1 0 0,-1 0 0 0 0,1 0 0 0 0,-1 0 0 0 0,0 1 0 0 0,1-1 0 0 0,-1 0 1 0 0,0 3-1 0 0,0-2 24 0 0,0 1 1 0 0,0 0-1 0 0,1-1 1 0 0,0 1-1 0 0,-1-1 1 0 0,1 1-1 0 0,3 4 1 0 0,-3-5-57 0 0,1 0 0 0 0,0 0 0 0 0,-1 0 1 0 0,1-1-1 0 0,4 5 0 0 0,5 12 140 0 0,-9-18-116 0 0,-6 22-5516 0 0,4-16 3171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4:16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82 280 8562 0 0,'-7'-50'7890'0'0,"6"49"-7090"0"0,1 0-478 0 0,-2-4 267 0 0,-3-8-40 0 0,3 16 123 0 0,5 30 712 0 0,-1 3-473 0 0,-32 381 3362 0 0,30-416-4216 0 0,0 1 0 0 0,0-1 0 0 0,0 0 0 0 0,0 1 0 0 0,0-1 0 0 0,0 0 0 0 0,-1 0 0 0 0,1 0 0 0 0,0 1 0 0 0,-1-1 0 0 0,1 0 0 0 0,-1 0 0 0 0,0 0 0 0 0,0 2 0 0 0,0-3-38 0 0,1-1 0 0 0,-1 1 0 0 0,1 0 0 0 0,0-1 0 0 0,-1 1 0 0 0,1 0 0 0 0,-1-1-1 0 0,1 1 1 0 0,0-1 0 0 0,0 1 0 0 0,-1-1 0 0 0,1 1 0 0 0,0-1 0 0 0,0 1 0 0 0,-1-1 0 0 0,1 1 0 0 0,0-1 0 0 0,0 1 0 0 0,0-1 0 0 0,0 1 0 0 0,0-2 0 0 0,-9-42 256 0 0,5-5-278 0 0,3 1-1 0 0,1-1 0 0 0,3 0 0 0 0,15-85 1 0 0,-14 113-28 0 0,1 0 0 0 0,1 0 1 0 0,1 0-1 0 0,1 1 0 0 0,1 0 1 0 0,0 1-1 0 0,2 0 0 0 0,0 0 1 0 0,1 1-1 0 0,1 1 0 0 0,0 0 0 0 0,2 1 1 0 0,18-18-1 0 0,-25 28-2 0 0,0 0 1 0 0,0 1-1 0 0,1 0 0 0 0,-1 0 1 0 0,1 1-1 0 0,0 0 0 0 0,1 0 1 0 0,-1 1-1 0 0,0 0 0 0 0,1 1 1 0 0,11-2-1 0 0,-17 4 24 0 0,0-1 0 0 0,-1 1 0 0 0,1 0 0 0 0,0 0 1 0 0,-1 0-1 0 0,1 1 0 0 0,0 0 0 0 0,-1-1 0 0 0,1 1 0 0 0,-1 0 1 0 0,1 1-1 0 0,-1-1 0 0 0,1 1 0 0 0,-1-1 0 0 0,0 1 0 0 0,0 0 0 0 0,0 0 1 0 0,0 0-1 0 0,0 1 0 0 0,0-1 0 0 0,0 1 0 0 0,-1-1 0 0 0,0 1 1 0 0,1 0-1 0 0,-1 0 0 0 0,0 0 0 0 0,0 0 0 0 0,-1 1 0 0 0,1-1 1 0 0,-1 0-1 0 0,1 1 0 0 0,1 6 0 0 0,-2-5 16 0 0,0 1-1 0 0,0-1 1 0 0,0 1-1 0 0,-1-1 1 0 0,0 1-1 0 0,0-1 1 0 0,0 1-1 0 0,-1-1 1 0 0,1 0-1 0 0,-1 1 1 0 0,-1-1 0 0 0,-2 10-1 0 0,0-6 10 0 0,-1 0 0 0 0,1 0-1 0 0,-1 0 1 0 0,-1-1 0 0 0,0 0-1 0 0,-10 12 1 0 0,-7 2 27 0 0,-1 0-1 0 0,-1-1 1 0 0,-34 21-1 0 0,59-42-42 0 0,-42 30 43 0 0,-1-3 0 0 0,-1-1-1 0 0,-51 21 1 0 0,93-46-10 0 0,4-4-48 0 0,0 1 4 0 0,0 0 0 0 0,1 0 0 0 0,-1 1-1 0 0,0-1 1 0 0,1 0 0 0 0,-1 1 0 0 0,1-1 0 0 0,0 1-1 0 0,-1 0 1 0 0,1 0 0 0 0,0 0 0 0 0,3 0 0 0 0,3-3-29 0 0,2 0 19 0 0,-1 0 0 0 0,1 1-1 0 0,-1 0 1 0 0,1 1 0 0 0,0 0-1 0 0,0 1 1 0 0,0 0-1 0 0,0 1 1 0 0,0 0 0 0 0,0 0-1 0 0,0 2 1 0 0,0-1 0 0 0,0 1-1 0 0,0 1 1 0 0,17 5 0 0 0,3 6 15 0 0,-1 0 1 0 0,0 2 0 0 0,50 36 0 0 0,-62-40 16 0 0,16 12 34 0 0,51 26 0 0 0,-75-45-20 0 0,-1-1 0 0 0,1 0 0 0 0,0 0 0 0 0,1-1-1 0 0,-1 0 1 0 0,1-1 0 0 0,-1 0 0 0 0,1-1 0 0 0,-1 0 0 0 0,19-1-1 0 0,-24-1-19 0 0,0 0-1 0 0,1 0 0 0 0,-1-1 0 0 0,0 1 0 0 0,0-1 0 0 0,0-1 1 0 0,0 1-1 0 0,0 0 0 0 0,-1-1 0 0 0,1 0 0 0 0,-1 0 0 0 0,0-1 0 0 0,0 1 1 0 0,0-1-1 0 0,0 0 0 0 0,0 0 0 0 0,-1 0 0 0 0,0 0 0 0 0,0-1 1 0 0,0 1-1 0 0,0-1 0 0 0,-1 0 0 0 0,0 0 0 0 0,0 0 0 0 0,0 0 1 0 0,-1 0-1 0 0,2-8 0 0 0,-1 4-34 0 0,0 0 0 0 0,-1-1-1 0 0,0 0 1 0 0,0 1 0 0 0,-1-1 0 0 0,-1 1 0 0 0,0-1 0 0 0,0 1-1 0 0,0-1 1 0 0,-1 1 0 0 0,-1 0 0 0 0,0-1 0 0 0,0 1-1 0 0,-8-14 1 0 0,9 18 9 0 0,-1 1 0 0 0,0-1 0 0 0,0 1 0 0 0,-1 0 0 0 0,0 0 0 0 0,1 0 0 0 0,-1 0 0 0 0,0 0 0 0 0,-1 1 0 0 0,1 0 0 0 0,-1 0-1 0 0,1 0 1 0 0,-1 1 0 0 0,0-1 0 0 0,0 1 0 0 0,0 0 0 0 0,0 1 0 0 0,0-1 0 0 0,-1 1 0 0 0,-7-1 0 0 0,5 2-2 0 0,0 0 0 0 0,0 0 1 0 0,0 1-1 0 0,1 0 0 0 0,-1 0 1 0 0,0 1-1 0 0,1 0 0 0 0,-1 0 1 0 0,1 1-1 0 0,0 0 0 0 0,0 1 1 0 0,0-1-1 0 0,-11 9 0 0 0,7-5 27 0 0,0 2 0 0 0,1-1 0 0 0,0 2 0 0 0,0-1-1 0 0,1 1 1 0 0,0 1 0 0 0,1-1 0 0 0,-10 17 0 0 0,16-23 2 0 0,0 0 0 0 0,0-1-1 0 0,0 1 1 0 0,1 0 0 0 0,-1 0 0 0 0,1 0 0 0 0,0 0 0 0 0,0 0 0 0 0,0 1 0 0 0,0-1 0 0 0,1 0-1 0 0,0 0 1 0 0,0 0 0 0 0,0 1 0 0 0,0-1 0 0 0,1 0 0 0 0,0 0 0 0 0,0 0 0 0 0,0 1 0 0 0,0-1 0 0 0,0 0-1 0 0,1 0 1 0 0,0-1 0 0 0,0 1 0 0 0,0 0 0 0 0,0-1 0 0 0,0 1 0 0 0,1-1 0 0 0,0 1 0 0 0,5 4 0 0 0,-4-4 11 0 0,1 0 0 0 0,0-1 0 0 0,0 1 1 0 0,0-1-1 0 0,0 0 0 0 0,1 0 0 0 0,-1-1 1 0 0,1 0-1 0 0,-1 0 0 0 0,1 0 0 0 0,0 0 1 0 0,0-1-1 0 0,0 0 0 0 0,10 0 0 0 0,-7-1 11 0 0,0 0-1 0 0,0-1 1 0 0,0 0-1 0 0,0-1 0 0 0,0 0 1 0 0,0 0-1 0 0,0-1 1 0 0,-1 0-1 0 0,12-6 1 0 0,-11 5-12 0 0,0-1 1 0 0,-1 0 0 0 0,0 0 0 0 0,0-1 0 0 0,0 0 0 0 0,-1 0 0 0 0,0-1 0 0 0,0 0 0 0 0,0 0-1 0 0,-1-1 1 0 0,0 0 0 0 0,-1 0 0 0 0,0 0 0 0 0,0 0 0 0 0,0-1 0 0 0,-1 0 0 0 0,-1 0 0 0 0,1 0 0 0 0,1-12-1 0 0,-5 1-55 0 0,0 20 34 0 0,0 0 0 0 0,-1 0-1 0 0,1 0 1 0 0,0 0 0 0 0,0-1 0 0 0,0 1 0 0 0,-1 0 0 0 0,1 0-1 0 0,0 0 1 0 0,0 0 0 0 0,0 0 0 0 0,0 0 0 0 0,-1 0 0 0 0,1 0-1 0 0,0 0 1 0 0,0 0 0 0 0,-1 0 0 0 0,1 0 0 0 0,0 0-1 0 0,0 0 1 0 0,0 0 0 0 0,-1 0 0 0 0,1 0 0 0 0,0 0 0 0 0,0 0-1 0 0,0 1 1 0 0,0-1 0 0 0,-1 0 0 0 0,1 0 0 0 0,0 0 0 0 0,0 0-1 0 0,0 0 1 0 0,0 0 0 0 0,-1 1 0 0 0,1-1 0 0 0,0 0 0 0 0,0 0-1 0 0,0 0 1 0 0,0 0 0 0 0,0 1 0 0 0,0-1 0 0 0,0 0 0 0 0,-3 3-16 0 0,1 0 0 0 0,0 0 0 0 0,0 1 0 0 0,0-1 0 0 0,0 1 0 0 0,1-1 0 0 0,-2 6 0 0 0,1-4 43 0 0,1 1 0 0 0,0 0 1 0 0,1-1-1 0 0,-1 1 0 0 0,1 0 0 0 0,0 0 0 0 0,0-1 1 0 0,1 1-1 0 0,0 0 0 0 0,0-1 0 0 0,0 1 1 0 0,1-1-1 0 0,0 1 0 0 0,0-1 0 0 0,0 1 0 0 0,1-1 1 0 0,-1 0-1 0 0,1 0 0 0 0,0-1 0 0 0,1 1 0 0 0,4 5 1 0 0,-3-5-174 0 0,0 0 0 0 0,0 0 0 0 0,1-1 1 0 0,0 0-1 0 0,-1 0 0 0 0,1 0 1 0 0,1-1-1 0 0,-1 0 0 0 0,1 0 0 0 0,-1 0 1 0 0,1-1-1 0 0,0 0 0 0 0,0 0 0 0 0,-1-1 1 0 0,1 0-1 0 0,1 0 0 0 0,6 0 0 0 0,4-1-1842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4:17.3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21 478 12515 0 0,'-2'2'267'0'0,"0"0"1"0"0,0 0-1 0 0,1 0 1 0 0,-1 0-1 0 0,1 0 1 0 0,-1 1-1 0 0,1-1 1 0 0,0 0-1 0 0,0 1 1 0 0,0-1-1 0 0,0 1 1 0 0,0-1-1 0 0,0 1 1 0 0,1 0-1 0 0,-1-1 1 0 0,1 1-1 0 0,0 0 1 0 0,0-1-1 0 0,0 1 1 0 0,0 3-1 0 0,1 1 162 0 0,-1 1-1 0 0,1 0 1 0 0,1-1-1 0 0,0 1 1 0 0,4 12-1 0 0,37 86 3209 0 0,-47-126-3595 0 0,1-1 0 0 0,2 0 1 0 0,0 0-1 0 0,1 0 0 0 0,1 0 0 0 0,1 0 0 0 0,1 0 1 0 0,7-24-1 0 0,-8 34-69 0 0,1 0 0 0 0,1 1 1 0 0,0-1-1 0 0,1 1 0 0 0,8-15 0 0 0,-12 22 10 0 0,1 0 0 0 0,-1 1 0 0 0,1 0 0 0 0,0-1-1 0 0,-1 1 1 0 0,1 0 0 0 0,0 0 0 0 0,0 0-1 0 0,1 0 1 0 0,-1 0 0 0 0,0 0 0 0 0,1 1 0 0 0,-1-1-1 0 0,1 1 1 0 0,-1-1 0 0 0,1 1 0 0 0,0 0-1 0 0,-1 0 1 0 0,1 0 0 0 0,0 1 0 0 0,0-1 0 0 0,0 1-1 0 0,0-1 1 0 0,-1 1 0 0 0,1 0 0 0 0,4 0-1 0 0,-5 1 3 0 0,1 0 0 0 0,-1 0 0 0 0,0 0 0 0 0,0 0 0 0 0,0 1 0 0 0,1-1 0 0 0,-1 1 0 0 0,-1-1 0 0 0,1 1 0 0 0,0 0 0 0 0,0-1 0 0 0,0 1 0 0 0,-1 0 0 0 0,1 0 0 0 0,-1 0 0 0 0,0 1-1 0 0,2 1 1 0 0,18 45-4 0 0,-17-37 28 0 0,12 30 54 0 0,-8-16 26 0 0,23 45 1 0 0,-27-64-67 0 0,0 0 0 0 0,0-1 1 0 0,0 0-1 0 0,1 0 0 0 0,0 0 1 0 0,0 0-1 0 0,1-1 0 0 0,-1 0 1 0 0,1 0-1 0 0,0 0 0 0 0,9 4 1 0 0,-11-7-8 0 0,1-1 0 0 0,-1 1 0 0 0,1-1 0 0 0,-1 0 1 0 0,1-1-1 0 0,-1 1 0 0 0,1-1 0 0 0,-1 0 0 0 0,1 0 1 0 0,-1 0-1 0 0,1-1 0 0 0,0 0 0 0 0,-1 0 0 0 0,0 0 1 0 0,1 0-1 0 0,-1-1 0 0 0,0 1 0 0 0,1-1 0 0 0,-1 0 1 0 0,4-3-1 0 0,4-2 10 0 0,0-1-1 0 0,-1 0 1 0 0,0 0 0 0 0,0-1 0 0 0,14-15-1 0 0,-13 10-9 0 0,-1 0 0 0 0,-1-1-1 0 0,-1 0 1 0 0,0 0 0 0 0,-1-1-1 0 0,0 0 1 0 0,-1-1 0 0 0,-1 1-1 0 0,-1-1 1 0 0,0-1 0 0 0,3-31-1 0 0,-5 24-27 0 0,-1 0 0 0 0,-2 0 0 0 0,-1 0 0 0 0,0 0-1 0 0,-2 0 1 0 0,-1 1 0 0 0,-14-48 0 0 0,15 61-3 0 0,-2-1-1 0 0,1 1 1 0 0,-1 1 0 0 0,-1-1 0 0 0,0 1-1 0 0,-11-14 1 0 0,15 21 3 0 0,-1-1 0 0 0,0 1-1 0 0,1 0 1 0 0,-1 0 0 0 0,-1 1-1 0 0,1-1 1 0 0,0 0 0 0 0,-1 1-1 0 0,1 0 1 0 0,-1 0 0 0 0,0 0 0 0 0,1 0-1 0 0,-1 1 1 0 0,0 0 0 0 0,0-1-1 0 0,0 1 1 0 0,0 1 0 0 0,0-1-1 0 0,-1 1 1 0 0,1-1 0 0 0,-7 1 0 0 0,8 1 3 0 0,0 0 0 0 0,1 0 1 0 0,-1 0-1 0 0,1 0 1 0 0,-1 0-1 0 0,1 0 0 0 0,-1 0 1 0 0,1 1-1 0 0,0-1 1 0 0,-1 1-1 0 0,1 0 0 0 0,0 0 1 0 0,0 0-1 0 0,0 0 1 0 0,1 0-1 0 0,-1 0 0 0 0,0 0 1 0 0,1 0-1 0 0,-1 1 1 0 0,1-1-1 0 0,0 1 1 0 0,0-1-1 0 0,0 1 0 0 0,0 0 1 0 0,0-1-1 0 0,1 1 1 0 0,-1 4-1 0 0,-1 5 4 0 0,0-1-1 0 0,1 0 1 0 0,1 1-1 0 0,0-1 1 0 0,2 15-1 0 0,6 11 2 0 0,0-1 1 0 0,3 0-1 0 0,1-1 0 0 0,22 45 0 0 0,2 9-1 0 0,-14-26 55 0 0,39 90 216 0 0,-60-152 36 0 0,-1-1-290 0 0,1-1 1 0 0,0 1 0 0 0,0-1-1 0 0,-1 1 1 0 0,1-1 0 0 0,0 1-1 0 0,-1-1 1 0 0,1 0 0 0 0,0 1-1 0 0,-1-1 1 0 0,1 0 0 0 0,-1 1-1 0 0,1-1 1 0 0,-1 0 0 0 0,0 0-1 0 0,1 1 1 0 0,-1-1 0 0 0,0 0-1 0 0,1 0 1 0 0,-1 0 0 0 0,0-1-1 0 0,6-23 87 0 0,-5 21-76 0 0,9-39-14 0 0,2 1 0 0 0,1 1 0 0 0,34-71 0 0 0,-43 104-27 0 0,1 1 1 0 0,0 0 0 0 0,0 0 0 0 0,0 0-1 0 0,1 1 1 0 0,0-1 0 0 0,0 1-1 0 0,1 1 1 0 0,9-7 0 0 0,-13 10 4 0 0,0 0-1 0 0,0 0 1 0 0,0 0 0 0 0,0 0 0 0 0,1 1 0 0 0,-1 0-1 0 0,0 0 1 0 0,1 0 0 0 0,-1 0 0 0 0,1 0 0 0 0,0 0-1 0 0,-1 1 1 0 0,1 0 0 0 0,0 0 0 0 0,-1 0 0 0 0,1 0-1 0 0,-1 0 1 0 0,1 1 0 0 0,0 0 0 0 0,-1 0 0 0 0,1 0 0 0 0,-1 0-1 0 0,0 0 1 0 0,6 3 0 0 0,-7-3 13 0 0,0 0-1 0 0,-1 0 1 0 0,1 0 0 0 0,-1 0 0 0 0,1 0 0 0 0,-1 1-1 0 0,1-1 1 0 0,-1 0 0 0 0,0 1 0 0 0,0-1-1 0 0,0 1 1 0 0,0-1 0 0 0,0 1 0 0 0,0 0-1 0 0,0-1 1 0 0,0 1 0 0 0,0 0 0 0 0,-1 0-1 0 0,1-1 1 0 0,-1 1 0 0 0,0 0 0 0 0,1 0 0 0 0,-1 0-1 0 0,0 0 1 0 0,0 0 0 0 0,0-1 0 0 0,0 1-1 0 0,0 0 1 0 0,-1 0 0 0 0,1 0 0 0 0,0 0-1 0 0,-1 0 1 0 0,0-1 0 0 0,1 1 0 0 0,-1 0-1 0 0,0-1 1 0 0,0 1 0 0 0,0 0 0 0 0,-2 2-1 0 0,-1 2 18 0 0,0-1-1 0 0,-1 1 0 0 0,0-1 0 0 0,0 0 0 0 0,0 0 0 0 0,0-1 1 0 0,-1 1-1 0 0,0-1 0 0 0,-9 5 0 0 0,-11 4 4 0 0,16-7-10 0 0,0 0 0 0 0,-1-1 0 0 0,0 0 0 0 0,0 0 0 0 0,-1-2-1 0 0,-20 5 1 0 0,32-8-16 0 0,-1 0 0 0 0,1 0 0 0 0,0 0-1 0 0,-1 0 1 0 0,1 0 0 0 0,0 0 0 0 0,-1 0-1 0 0,1 0 1 0 0,-1 0 0 0 0,1 0 0 0 0,0 0 0 0 0,-1 0-1 0 0,1 0 1 0 0,0 0 0 0 0,-1 0 0 0 0,1 1-1 0 0,0-1 1 0 0,-1 0 0 0 0,1 0 0 0 0,0 0 0 0 0,0 0-1 0 0,-1 1 1 0 0,1-1 0 0 0,0 0 0 0 0,-1 0-1 0 0,1 1 1 0 0,0-1 0 0 0,0 0 0 0 0,0 0-1 0 0,-1 1 1 0 0,1-1 0 0 0,0 0 0 0 0,0 1 0 0 0,0-1-1 0 0,9 9-55 0 0,21 3 48 0 0,247 49 791 0 0,-269-60-749 0 0,5 2 57 0 0,0-1 0 0 0,1 0 0 0 0,-1-2 0 0 0,0 1 0 0 0,26-4-1 0 0,-36 3-61 0 0,0 0 0 0 0,0-1 0 0 0,0 0 0 0 0,-1 0 0 0 0,1 0 0 0 0,0 0 0 0 0,0 0 0 0 0,-1 0 0 0 0,1-1 0 0 0,-1 1-1 0 0,1-1 1 0 0,-1 1 0 0 0,0-1 0 0 0,0 0 0 0 0,1 0 0 0 0,-1 0 0 0 0,-1-1 0 0 0,1 1 0 0 0,0 0 0 0 0,0-1 0 0 0,-1 1-1 0 0,0-1 1 0 0,1 1 0 0 0,-1-1 0 0 0,0 0 0 0 0,0 0 0 0 0,0 1 0 0 0,-1-1 0 0 0,1 0 0 0 0,-1 0 0 0 0,1 0 0 0 0,-1 0-1 0 0,0-5 1 0 0,-1 1-9 0 0,0 0-1 0 0,0 0 0 0 0,-1 0 0 0 0,0 0 0 0 0,0 0 0 0 0,0 0 1 0 0,-1 1-1 0 0,-4-9 0 0 0,-11-29-4 0 0,14 40-336 0 0,-1 10 277 0 0,5-4 58 0 0,-1-1-1 0 0,0 1 1 0 0,1-1-1 0 0,-1 1 1 0 0,1-1 0 0 0,0 1-1 0 0,-1-1 1 0 0,1 1-1 0 0,0 0 1 0 0,0-1 0 0 0,0 1-1 0 0,1 2 1 0 0,2 7 49 0 0,0-1-1 0 0,1 0 1 0 0,0 0 0 0 0,1-1 0 0 0,0 1 0 0 0,1-1 0 0 0,0 0 0 0 0,0-1 0 0 0,1 1 0 0 0,0-1-1 0 0,0 0 1 0 0,1-1 0 0 0,0 0 0 0 0,0 0 0 0 0,1-1 0 0 0,10 6 0 0 0,-12-8-184 0 0,0 0 0 0 0,0-1 1 0 0,1 0-1 0 0,0 0 0 0 0,-1-1 0 0 0,1 1 1 0 0,0-2-1 0 0,0 1 0 0 0,14-1 0 0 0,-16-1-341 0 0,1 0 0 0 0,-1-1 0 0 0,0 0 0 0 0,1 0 0 0 0,-1 0 0 0 0,0-1 0 0 0,1 0 1 0 0,-1 0-1 0 0,0-1 0 0 0,0 0 0 0 0,-1 0 0 0 0,1 0 0 0 0,5-4 0 0 0,1-2-2314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4:18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16540 0 0,'0'0'3123'0'0,"0"3"-2796"0"0,3 11-142 0 0,1-1 1 0 0,0 0 0 0 0,1 0 0 0 0,1 0-1 0 0,9 17 1 0 0,5 10-39 0 0,6 30 60 0 0,-17-43 33 0 0,1-1-1 0 0,16 29 1 0 0,-26-55-215 0 0,0 0 1 0 0,0 0 0 0 0,0 0 0 0 0,0 0-1 0 0,0 1 1 0 0,0-1 0 0 0,0 0 0 0 0,0 0-1 0 0,0 0 1 0 0,0 0 0 0 0,0 0 0 0 0,0 0-1 0 0,0 0 1 0 0,0 1 0 0 0,1-1 0 0 0,-1 0-1 0 0,0 0 1 0 0,0 0 0 0 0,0 0 0 0 0,0 0-1 0 0,0 0 1 0 0,0 0 0 0 0,0 0 0 0 0,0 0-1 0 0,1 0 1 0 0,-1 1 0 0 0,0-1-1 0 0,0 0 1 0 0,0 0 0 0 0,0 0 0 0 0,0 0-1 0 0,0 0 1 0 0,1 0 0 0 0,-1 0 0 0 0,0 0-1 0 0,0 0 1 0 0,0 0 0 0 0,0 0 0 0 0,0 0-1 0 0,0 0 1 0 0,1 0 0 0 0,-1 0 0 0 0,0 0-1 0 0,0 0 1 0 0,0 0 0 0 0,0 0 0 0 0,0-1-1 0 0,0 1 1 0 0,1 0 0 0 0,-1 0 0 0 0,0 0-1 0 0,0 0 1 0 0,0 0 0 0 0,0 0 0 0 0,0 0-1 0 0,0 0 1 0 0,0 0 0 0 0,0 0-1 0 0,0-1 1 0 0,1 1 0 0 0,-1 0 0 0 0,3-13 469 0 0,0-17-343 0 0,-2-7-64 0 0,6-49-1 0 0,-4 70-97 0 0,0 1-1 0 0,1-1 1 0 0,0 0-1 0 0,1 1 0 0 0,11-23 1 0 0,-15 36-5 0 0,0 1-1 0 0,-1-1 1 0 0,1 1-1 0 0,0-1 1 0 0,0 1 0 0 0,0 0-1 0 0,0-1 1 0 0,0 1 0 0 0,0 0-1 0 0,0 0 1 0 0,0 0 0 0 0,0 0-1 0 0,1 0 1 0 0,-1 0 0 0 0,0 0-1 0 0,1 0 1 0 0,-1 1-1 0 0,1-1 1 0 0,-1 0 0 0 0,1 1-1 0 0,-1-1 1 0 0,1 1 0 0 0,-1 0-1 0 0,1-1 1 0 0,0 1 0 0 0,1 0-1 0 0,0 0-6 0 0,-1 1 0 0 0,1 0 0 0 0,-1 0 0 0 0,0 0 0 0 0,1 0 0 0 0,-1 0 0 0 0,0 0 0 0 0,0 1 0 0 0,0-1 1 0 0,0 1-1 0 0,0-1 0 0 0,0 1 0 0 0,-1 0 0 0 0,1 0 0 0 0,0 0 0 0 0,1 3 0 0 0,24 32 106 0 0,2-1 0 0 0,0-1 1 0 0,40 34-1 0 0,-59-60-25 0 0,0 0 1 0 0,0-1-1 0 0,1-1 0 0 0,0 0 1 0 0,0 0-1 0 0,1-1 0 0 0,0 0 1 0 0,0-1-1 0 0,0-1 0 0 0,1 0 1 0 0,-1 0-1 0 0,1-2 1 0 0,0 1-1 0 0,0-1 0 0 0,23-1 1 0 0,-28-1-14 0 0,-1-2 1 0 0,0 1 0 0 0,1-1 0 0 0,-1 0-1 0 0,0 0 1 0 0,0-1 0 0 0,0 0-1 0 0,-1 0 1 0 0,1-1 0 0 0,-1 0 0 0 0,1 0-1 0 0,-1-1 1 0 0,-1 1 0 0 0,1-1-1 0 0,-1 0 1 0 0,1-1 0 0 0,-2 1 0 0 0,1-1-1 0 0,0 0 1 0 0,-1-1 0 0 0,0 1-1 0 0,-1-1 1 0 0,6-13 0 0 0,-6 14-36 0 0,0-1 0 0 0,-1 0 0 0 0,0 0 0 0 0,0-1 0 0 0,-1 1 0 0 0,0 0 0 0 0,0-1 0 0 0,-1 1 0 0 0,0 0 0 0 0,0-1 0 0 0,0 1 1 0 0,-1-1-1 0 0,0 1 0 0 0,-1 0 0 0 0,0 0 0 0 0,0 0 0 0 0,0 0 0 0 0,-1 0 0 0 0,0 0 0 0 0,0 0 0 0 0,-1 1 0 0 0,0 0 0 0 0,0 0 0 0 0,-7-8 0 0 0,8 11-23 0 0,0 0-1 0 0,0 0 0 0 0,-1 0 0 0 0,1 1 0 0 0,-1 0 1 0 0,0-1-1 0 0,0 1 0 0 0,1 0 0 0 0,-1 1 1 0 0,0-1-1 0 0,-1 1 0 0 0,1 0 0 0 0,0 0 0 0 0,0 0 1 0 0,-1 0-1 0 0,1 1 0 0 0,0 0 0 0 0,-1 0 1 0 0,1 0-1 0 0,0 0 0 0 0,-1 1 0 0 0,1-1 0 0 0,0 1 1 0 0,0 0-1 0 0,0 1 0 0 0,0-1 0 0 0,-5 3 1 0 0,1 0-13 0 0,-1 0 1 0 0,1 0-1 0 0,0 1 0 0 0,1 0 1 0 0,-1 1-1 0 0,1 0 1 0 0,0 0-1 0 0,0 1 1 0 0,1-1-1 0 0,0 1 1 0 0,-9 14-1 0 0,10-13 35 0 0,0 1 0 0 0,0 0 0 0 0,1 0 0 0 0,1 0 0 0 0,-1 1 0 0 0,1-1 0 0 0,1 1 0 0 0,0 0 0 0 0,0 0 0 0 0,1 0 0 0 0,0 0 1 0 0,1 0-1 0 0,0 0 0 0 0,1 0 0 0 0,0 0 0 0 0,0 0 0 0 0,1 0 0 0 0,0 0 0 0 0,1-1 0 0 0,0 1 0 0 0,1-1 0 0 0,0 0 0 0 0,0 0 0 0 0,1 0 0 0 0,0 0 0 0 0,7 8 0 0 0,8 9 240 0 0,31 30 0 0 0,-29-33-69 0 0,35 47 0 0 0,-52-63-144 0 0,0 1-1 0 0,0 0 1 0 0,-1 1 0 0 0,0-1-1 0 0,-1 1 1 0 0,0 0-1 0 0,0 0 1 0 0,-1 0-1 0 0,0 0 1 0 0,2 15-1 0 0,-4-20-7 0 0,-1 0 0 0 0,1-1 0 0 0,-1 1 0 0 0,1 0 0 0 0,-1 0 0 0 0,0 0 1 0 0,0-1-1 0 0,-1 1 0 0 0,1 0 0 0 0,-1-1 0 0 0,0 0 0 0 0,0 1 0 0 0,0-1 0 0 0,0 0 0 0 0,-1 0 0 0 0,1 0 0 0 0,-1 0 0 0 0,0 0 0 0 0,1-1 0 0 0,-1 1 0 0 0,-1-1 0 0 0,1 0 0 0 0,0 0 0 0 0,0 0 0 0 0,-1 0 1 0 0,-3 1-1 0 0,-11 5 72 0 0,0-1 1 0 0,0-1 0 0 0,-36 6-1 0 0,50-11-96 0 0,-18 4-280 0 0,0-1 0 0 0,0-1 0 0 0,0-1 0 0 0,-1-1 0 0 0,1-1 0 0 0,0-1 0 0 0,-36-6 0 0 0,48 3-1395 0 0,0 0-906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4:18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22 22605 0 0,'-1'-8'424'0'0,"2"3"8"0"0,-1 2 0 0 0,-1-2 1184 0 0,1 20-3232 0 0,1-5-1160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4:22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123 266 4193 0 0,'-4'-11'1165'0'0,"1"0"0"0"0,-4-21 0 0 0,6 22 400 0 0,-1 1 0 0 0,0-1 0 0 0,-1 1 0 0 0,-7-17 2782 0 0,4 28-3115 0 0,4-1-1193 0 0,1 0 1 0 0,0-1 0 0 0,-1 1-1 0 0,1 1 1 0 0,0-1 0 0 0,-1 0-1 0 0,1 0 1 0 0,0 0 0 0 0,0 1-1 0 0,0-1 1 0 0,0 0-1 0 0,0 1 1 0 0,0-1 0 0 0,1 1-1 0 0,-2 2 1 0 0,-4 31 670 0 0,3 35 30 0 0,3-1 0 0 0,3 1 1 0 0,2 0-1 0 0,23 100 0 0 0,-21-144-642 0 0,-5-20-28 0 0,0 1 1 0 0,0 0-1 0 0,-1 0 0 0 0,2 9 0 0 0,-3-15 701 0 0,0-2-724 0 0,1-1 0 0 0,-1 0 0 0 0,1 0 0 0 0,-1 0 0 0 0,0 0 0 0 0,0 1 0 0 0,0-1-1 0 0,0 0 1 0 0,0 0 0 0 0,0 0 0 0 0,0 0 0 0 0,-1 0 0 0 0,0-2 0 0 0,1 2 0 0 0,-17-97-292 0 0,-4 1 0 0 0,-48-138 1 0 0,69 235 230 0 0,-1 0 1 0 0,1 0 0 0 0,0 0 0 0 0,-1 0 0 0 0,1 0 0 0 0,0 0 0 0 0,-1 0 0 0 0,1 0 0 0 0,0 0 0 0 0,0 0 0 0 0,0 0 0 0 0,0 0 0 0 0,0 0 0 0 0,0-1 0 0 0,1 1 0 0 0,-1 0 0 0 0,0 0 0 0 0,0 0 0 0 0,1 0 0 0 0,-1 0 0 0 0,1 0 0 0 0,-1 0 0 0 0,1 0 0 0 0,-1 0 0 0 0,1 0 0 0 0,0-1 0 0 0,2 1-17 0 0,-1-1 1 0 0,1 1-1 0 0,-1 0 0 0 0,1 0 0 0 0,-1 0 1 0 0,1 0-1 0 0,0 0 0 0 0,4 0 0 0 0,2-2 69 0 0,17-5-39 0 0,-1-1-1 0 0,0-1 1 0 0,0-1 0 0 0,22-14-1 0 0,89-64 3 0 0,-71 45-2 0 0,-60 40-13 0 0,1 0 1 0 0,-1 1-1 0 0,1-1 0 0 0,0 2 0 0 0,10-5 0 0 0,-15 7 11 0 0,1 0 1 0 0,-1 0-1 0 0,0-1 1 0 0,0 1-1 0 0,0 0 1 0 0,0 0-1 0 0,0 0 0 0 0,0 0 1 0 0,0 0-1 0 0,0 1 1 0 0,0-1-1 0 0,0 0 1 0 0,0 0-1 0 0,0 1 0 0 0,0-1 1 0 0,0 0-1 0 0,0 1 1 0 0,0-1-1 0 0,0 1 1 0 0,0-1-1 0 0,-1 1 0 0 0,1 0 1 0 0,0-1-1 0 0,0 1 1 0 0,0 0-1 0 0,-1 0 0 0 0,1-1 1 0 0,0 1-1 0 0,-1 0 1 0 0,1 0-1 0 0,-1 0 1 0 0,1 0-1 0 0,-1 0 0 0 0,1 0 1 0 0,-1 0-1 0 0,0 0 1 0 0,0 0-1 0 0,1 0 1 0 0,-1 0-1 0 0,0 0 0 0 0,0 0 1 0 0,0 0-1 0 0,0 1 1 0 0,11 118 371 0 0,-4-23-50 0 0,27 119 213 0 0,-20-134-419 0 0,-11-64-85 0 0,0-1 0 0 0,1 0 0 0 0,0 0 0 0 0,2-1-1 0 0,11 26 1 0 0,-16-39-35 0 0,1 0 0 0 0,0 0 0 0 0,0 0 0 0 0,0 0 0 0 0,0 0-1 0 0,0-1 1 0 0,1 1 0 0 0,-1-1 0 0 0,1 1 0 0 0,0-1 0 0 0,-1 0 0 0 0,1 0 0 0 0,0 0 0 0 0,0-1-1 0 0,0 1 1 0 0,1-1 0 0 0,-1 1 0 0 0,0-1 0 0 0,1 0 0 0 0,-1 0 0 0 0,1-1 0 0 0,-1 1-1 0 0,0-1 1 0 0,1 0 0 0 0,0 1 0 0 0,-1-1 0 0 0,1-1 0 0 0,-1 1 0 0 0,1-1 0 0 0,-1 1-1 0 0,0-1 1 0 0,1 0 0 0 0,-1 0 0 0 0,6-3 0 0 0,15-7-137 0 0,0 0-1 0 0,-1-2 1 0 0,0-1 0 0 0,-1 0 0 0 0,-1-2-1 0 0,0 0 1 0 0,-1-2 0 0 0,26-29-1 0 0,-35 35 144 0 0,-1-1 0 0 0,0 0 0 0 0,-1 0 0 0 0,10-21 0 0 0,-16 29 4 0 0,-1-1 0 0 0,1 0 0 0 0,-1 0 0 0 0,-1 0 0 0 0,1 0 0 0 0,-1 0 0 0 0,0 0 0 0 0,0 0 0 0 0,-1-1 0 0 0,1 1 0 0 0,-1 0 0 0 0,-1 0 0 0 0,1-1 0 0 0,-3-7 0 0 0,2 11-7 0 0,0-1 0 0 0,-1 1 1 0 0,0 0-1 0 0,1 0 0 0 0,-1 0 0 0 0,0 0 0 0 0,0 1 0 0 0,-1-1 0 0 0,1 1 0 0 0,0-1 0 0 0,-1 1 0 0 0,0 0 0 0 0,1 0 0 0 0,-1 0 0 0 0,0 0 0 0 0,0 0 0 0 0,0 0 0 0 0,0 1 0 0 0,-1 0 0 0 0,1 0 0 0 0,0 0 0 0 0,0 0 0 0 0,-1 0 1 0 0,1 0-1 0 0,-1 1 0 0 0,-3 0 0 0 0,-8-2-9 0 0,1 2 1 0 0,-1 0 0 0 0,0 1 0 0 0,-24 4-1 0 0,26-2 35 0 0,0 0 0 0 0,0 0 0 0 0,0 1 0 0 0,1 1-1 0 0,-1 0 1 0 0,1 1 0 0 0,1 0 0 0 0,-1 1 0 0 0,1 0 0 0 0,-11 9-1 0 0,16-11-4 0 0,0 1 0 0 0,1-1-1 0 0,-1 1 1 0 0,1 1 0 0 0,0-1 0 0 0,1 1-1 0 0,-1 0 1 0 0,1 0 0 0 0,1 0-1 0 0,-1 0 1 0 0,1 1 0 0 0,1-1-1 0 0,-1 1 1 0 0,1 0 0 0 0,1 0-1 0 0,-1 0 1 0 0,1 12 0 0 0,1-12-4 0 0,0 0 0 0 0,1 0 0 0 0,0 1 0 0 0,1-1 0 0 0,-1 0 1 0 0,2 0-1 0 0,-1 0 0 0 0,1 0 0 0 0,0-1 0 0 0,1 1 0 0 0,0-1 0 0 0,0 0 0 0 0,8 10 0 0 0,-10-13 7 0 0,1-1-1 0 0,0 1 0 0 0,1-1 0 0 0,-1 0 1 0 0,0 0-1 0 0,1 0 0 0 0,0 0 0 0 0,-1 0 1 0 0,1-1-1 0 0,0 0 0 0 0,1 0 0 0 0,-1 0 1 0 0,0 0-1 0 0,0-1 0 0 0,1 1 0 0 0,-1-1 1 0 0,1 0-1 0 0,-1-1 0 0 0,1 1 0 0 0,0-1 1 0 0,-1 0-1 0 0,1 0 0 0 0,-1 0 0 0 0,1-1 1 0 0,8-1-1 0 0,-7-1-7 0 0,0 1 0 0 0,0-1 0 0 0,0 0 0 0 0,-1 0 0 0 0,1-1 1 0 0,-1 0-1 0 0,0 0 0 0 0,0 0 0 0 0,0-1 0 0 0,-1 1 0 0 0,1-1 0 0 0,-1 0 0 0 0,4-7 0 0 0,-1 2 8 0 0,0-1 0 0 0,-1 1 0 0 0,-1-1 1 0 0,0 0-1 0 0,0-1 0 0 0,3-13 0 0 0,-5 14-30 0 0,0 0-1 0 0,-1 0 1 0 0,-1 1 0 0 0,0-1 0 0 0,0 0 0 0 0,-1 0 0 0 0,-2-20-1 0 0,1 32 4 0 0,1-1 0 0 0,0 0-1 0 0,0 0 1 0 0,0 0 0 0 0,0 0 0 0 0,0 0-1 0 0,0 0 1 0 0,0 0 0 0 0,0 0-1 0 0,0 0 1 0 0,0 0 0 0 0,0 0-1 0 0,0 0 1 0 0,0 0 0 0 0,0 0 0 0 0,0 0-1 0 0,0 0 1 0 0,0 1 0 0 0,-1-1-1 0 0,1 0 1 0 0,0 0 0 0 0,0 0 0 0 0,0 0-1 0 0,0 0 1 0 0,0 0 0 0 0,0 0-1 0 0,0 0 1 0 0,0 0 0 0 0,0 0-1 0 0,0 0 1 0 0,0 0 0 0 0,-1 0 0 0 0,1 0-1 0 0,0 0 1 0 0,0 0 0 0 0,0 0-1 0 0,0-1 1 0 0,0 1 0 0 0,0 0-1 0 0,0 0 1 0 0,0 0 0 0 0,0 0 0 0 0,0 0-1 0 0,0 0 1 0 0,0 0 0 0 0,0 0-1 0 0,-1 0 1 0 0,1 0 0 0 0,0 0-1 0 0,0 0 1 0 0,0 0 0 0 0,0 0 0 0 0,0 0-1 0 0,0 0 1 0 0,0-1 0 0 0,0 1-1 0 0,0 0 1 0 0,0 0 0 0 0,0 0 0 0 0,0 0-1 0 0,0 0 1 0 0,0 0 0 0 0,0 0-1 0 0,0 0 1 0 0,0 0 0 0 0,0 0-1 0 0,0 0 1 0 0,0-1 0 0 0,0 1 0 0 0,-4 10-112 0 0,-3 15 48 0 0,7-18 77 0 0,0 1 1 0 0,0 0-1 0 0,1 0 0 0 0,0 0 0 0 0,0-1 1 0 0,1 1-1 0 0,0 0 0 0 0,0-1 0 0 0,1 0 1 0 0,0 1-1 0 0,0-1 0 0 0,0 0 0 0 0,1 0 1 0 0,6 7-1 0 0,-6-8 8 0 0,1-1 0 0 0,-1-1 0 0 0,1 1 0 0 0,0-1 0 0 0,0 1 0 0 0,1-1 0 0 0,-1-1 1 0 0,1 1-1 0 0,0-1 0 0 0,0 0 0 0 0,0-1 0 0 0,0 1 0 0 0,0-1 0 0 0,1 0 0 0 0,-1-1 0 0 0,1 1 0 0 0,8 0 0 0 0,-1-2-48 0 0,0 0 0 0 0,0-1 0 0 0,0 0 1 0 0,-1-1-1 0 0,1 0 0 0 0,0-2 0 0 0,-1 1 0 0 0,0-2 0 0 0,0 1 0 0 0,0-2 0 0 0,-1 0 0 0 0,1 0 0 0 0,-1-1 0 0 0,-1-1 0 0 0,1 0 0 0 0,19-18 0 0 0,-11 6 19 0 0,0-1 0 0 0,-1-1 0 0 0,-1 0 0 0 0,-2-1 0 0 0,0-1 0 0 0,-1-1 0 0 0,14-31 0 0 0,-28 54 15 0 0,-1 1 0 0 0,1-1-1 0 0,-1 1 0 0 0,1 0 1 0 0,-1-1-1 0 0,1 1 0 0 0,-1 0 1 0 0,0-1-1 0 0,0 1 0 0 0,0-1 1 0 0,0 1-1 0 0,0-1 0 0 0,0-1 0 0 0,-18 14 26 0 0,4 4 94 0 0,1 0-1 0 0,1 0 1 0 0,0 1 0 0 0,-16 31 0 0 0,7-12 41 0 0,-71 142 199 0 0,52-93-204 0 0,40-83-149 0 0,0-1 0 0 0,0 0 0 0 0,0 0-1 0 0,0 0 1 0 0,0 1 0 0 0,0-1 0 0 0,-1 0 0 0 0,1 0-1 0 0,0 0 1 0 0,0 1 0 0 0,0-1 0 0 0,0 0 0 0 0,0 0-1 0 0,0 0 1 0 0,0 1 0 0 0,0-1 0 0 0,-1 0 0 0 0,1 0 0 0 0,0 0-1 0 0,0 0 1 0 0,0 0 0 0 0,0 0 0 0 0,-1 1 0 0 0,1-1-1 0 0,0 0 1 0 0,0 0 0 0 0,0 0 0 0 0,-1 0 0 0 0,1 0-1 0 0,0 0 1 0 0,0 0 0 0 0,0 0 0 0 0,-1 0 0 0 0,1 0 0 0 0,0 0-1 0 0,0 0 1 0 0,-1 0 0 0 0,1 0 0 0 0,0 0 0 0 0,0 0-1 0 0,0 0 1 0 0,-1 0 0 0 0,1 0 0 0 0,0 0 0 0 0,-6-11 43 0 0,0-15-155 0 0,3 0 5 0 0,1 1 0 0 0,2 0 0 0 0,0-1-1 0 0,1 1 1 0 0,2-1 0 0 0,0 1 0 0 0,14-45 0 0 0,-17 69 73 0 0,2 2 21 0 0,0 1 19 0 0,-1-1 0 0 0,1 1 0 0 0,0-1 0 0 0,0 1 0 0 0,-1-1 0 0 0,1 1 1 0 0,-1 0-1 0 0,0 0 0 0 0,1 0 0 0 0,-1 0 0 0 0,2 4 0 0 0,8 16 140 0 0,2 0 1 0 0,0-1-1 0 0,1 0 1 0 0,1-1-1 0 0,1-1 1 0 0,33 30 0 0 0,-40-40-326 0 0,1-1 1 0 0,20 12 0 0 0,-26-18-323 0 0,0 0 1 0 0,1 0-1 0 0,-1 0 0 0 0,1-1 1 0 0,-1 0-1 0 0,8 2 1 0 0,3-3-3335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4:22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1 636 8586 0 0,'4'-8'11251'0'0,"21"-17"-9428"0"0,-7 7-847 0 0,11-16-615 0 0,-1-1 1 0 0,-1-2-1 0 0,-2 0 1 0 0,-2-2 0 0 0,-2-1-1 0 0,-1 0 1 0 0,-2-1 0 0 0,-2-2-1 0 0,-1 1 1 0 0,9-54 0 0 0,-16 63-344 0 0,-5 21-98 0 0,0-1-1 0 0,-1 0 0 0 0,1-16 1 0 0,-2 47 85 0 0,1 0 1 0 0,1 0-1 0 0,1 0 1 0 0,11 30-1 0 0,0 5 128 0 0,6 42 61 0 0,-8-33-134 0 0,2 0-1 0 0,46 114 1 0 0,-45-149-2022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4:23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13611 0 0,'1'-2'183'0'0,"0"0"0"0"0,0 0 0 0 0,0 0 1 0 0,1 0-1 0 0,-1 0 0 0 0,0 0 0 0 0,1 0 0 0 0,-1 1 0 0 0,1-1 1 0 0,0 1-1 0 0,-1-1 0 0 0,1 1 0 0 0,0 0 0 0 0,0 0 0 0 0,0 0 1 0 0,0 0-1 0 0,0 0 0 0 0,0 0 0 0 0,0 0 0 0 0,0 1 1 0 0,3-2-1 0 0,7 0 578 0 0,-1-1 0 0 0,19 0 0 0 0,68-1 984 0 0,144 12 0 0 0,-124-1-4268 0 0,-97-7-263 0 0,0 0 0 0 0,41-7 0 0 0,-39 3 7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4:24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341 127 1320 0 0,'2'-1'485'0'0,"0"-1"1"0"0,0 0-1 0 0,-1 0 0 0 0,1 0 0 0 0,-1 0 0 0 0,1 0 1 0 0,-1 0-1 0 0,0 0 0 0 0,0 0 0 0 0,0 0 0 0 0,0-1 0 0 0,0 1 1 0 0,0 0-1 0 0,-1-1 0 0 0,1 1 0 0 0,-1-1 0 0 0,1 1 1 0 0,-1 0-1 0 0,0-1 0 0 0,0 1 0 0 0,-1-4 0 0 0,0 3-94 0 0,0 0-1 0 0,0 1 1 0 0,0-1-1 0 0,0 0 1 0 0,-1 1 0 0 0,1-1-1 0 0,-1 1 1 0 0,0 0-1 0 0,0 0 1 0 0,0-1-1 0 0,0 1 1 0 0,0 0-1 0 0,0 1 1 0 0,0-1-1 0 0,-1 0 1 0 0,1 1 0 0 0,-6-3-1 0 0,-2-1-71 0 0,-1 0 0 0 0,0 1 0 0 0,0 0 0 0 0,0 1 0 0 0,0 1 1 0 0,-1 0-1 0 0,1 0 0 0 0,-1 1 0 0 0,1 0 0 0 0,-1 1 0 0 0,1 0 0 0 0,-1 1 0 0 0,-16 4 0 0 0,20-4-242 0 0,0 1 0 0 0,0 0 0 0 0,0 1 0 0 0,0-1 0 0 0,1 2 0 0 0,0-1 0 0 0,-1 1 0 0 0,1 0 0 0 0,1 0 0 0 0,-1 1 0 0 0,0 0 0 0 0,1 0 0 0 0,0 1 0 0 0,1 0 0 0 0,-1 0 0 0 0,1 0 0 0 0,0 0 0 0 0,0 1 0 0 0,-6 13 0 0 0,8-13-43 0 0,1 0 1 0 0,0-1-1 0 0,0 1 1 0 0,1 0-1 0 0,0 0 1 0 0,1 0-1 0 0,-1 1 1 0 0,1-1-1 0 0,0 0 1 0 0,1 0-1 0 0,0 0 1 0 0,0 0-1 0 0,1 0 1 0 0,-1 0-1 0 0,1-1 1 0 0,1 1-1 0 0,0 0 1 0 0,-1-1-1 0 0,2 1 1 0 0,3 5-1 0 0,-3-6-6 0 0,0 0-1 0 0,0 0 1 0 0,0 0-1 0 0,1-1 1 0 0,0 0 0 0 0,0 0-1 0 0,0 0 1 0 0,0-1-1 0 0,1 0 1 0 0,0 0-1 0 0,0 0 1 0 0,0-1-1 0 0,0 1 1 0 0,1-2-1 0 0,-1 1 1 0 0,1-1-1 0 0,0 0 1 0 0,-1 0 0 0 0,1 0-1 0 0,8 0 1 0 0,-8-2 2 0 0,0-1 1 0 0,1 0 0 0 0,-1 0-1 0 0,0 0 1 0 0,0-1 0 0 0,0 1-1 0 0,-1-2 1 0 0,1 1 0 0 0,0-1-1 0 0,-1 0 1 0 0,0-1 0 0 0,1 1-1 0 0,-1-1 1 0 0,-1 0 0 0 0,1-1-1 0 0,0 1 1 0 0,-1-1 0 0 0,0-1-1 0 0,0 1 1 0 0,-1 0 0 0 0,0-1-1 0 0,0 0 1 0 0,0 0 0 0 0,0 0-1 0 0,3-11 1 0 0,-4 10-17 0 0,0 1 1 0 0,0-1-1 0 0,-1 0 0 0 0,0 0 0 0 0,-1 0 1 0 0,0 0-1 0 0,0 0 0 0 0,0 0 1 0 0,-1 0-1 0 0,0 0 0 0 0,0 0 1 0 0,-1 0-1 0 0,0 0 0 0 0,0 0 1 0 0,0 0-1 0 0,-1 0 0 0 0,0 0 1 0 0,-1 1-1 0 0,1-1 0 0 0,-1 1 1 0 0,-1-1-1 0 0,1 1 0 0 0,-1 0 1 0 0,0 0-1 0 0,-9-9 0 0 0,12 14-27 0 0,0 0 1 0 0,0 0-1 0 0,1 0 0 0 0,-1 0 0 0 0,0 0 0 0 0,-1 1 1 0 0,1-1-1 0 0,0 0 0 0 0,0 1 0 0 0,0-1 0 0 0,0 1 1 0 0,0-1-1 0 0,-2 0 0 0 0,3 1 3 0 0,-1 0 1 0 0,1 1-1 0 0,0-1 1 0 0,0 0-1 0 0,-1 0 0 0 0,1 0 1 0 0,0 0-1 0 0,0 0 0 0 0,-1 0 1 0 0,1 0-1 0 0,0 0 1 0 0,0 1-1 0 0,-1-1 0 0 0,1 0 1 0 0,0 0-1 0 0,0 0 0 0 0,0 1 1 0 0,-1-1-1 0 0,1 0 1 0 0,0 0-1 0 0,0 0 0 0 0,0 1 1 0 0,0-1-1 0 0,-1 0 1 0 0,1 0-1 0 0,0 1 0 0 0,0-1 1 0 0,0 0-1 0 0,0 0 0 0 0,0 1 1 0 0,0-1-1 0 0,0 0 1 0 0,0 1-1 0 0,0-1 0 0 0,0 3-11 0 0,0 0 0 0 0,0 0 0 0 0,0-1-1 0 0,1 1 1 0 0,-1 0 0 0 0,1-1 0 0 0,0 1-1 0 0,0 0 1 0 0,0-1 0 0 0,2 5 0 0 0,16 22 51 0 0,39 47 0 0 0,-35-48-1 0 0,29 45 0 0 0,2 29 150 0 0,-49-90-148 0 0,-1-1-1 0 0,0 1 1 0 0,0 0 0 0 0,-1 0-1 0 0,-1 0 1 0 0,0 0 0 0 0,0 15 0 0 0,-2-25 450 0 0,-26-2 106 0 0,25 0-594 0 0,1 0-110 0 0,-1 0 122 0 0,-5 1 1 0 0,1 0 0 0 0,-1 1 1 0 0,1-1-1 0 0,-1 1 0 0 0,1 1 0 0 0,0-1 0 0 0,0 1 1 0 0,0 0-1 0 0,-6 5 0 0 0,-16 7 21 0 0,23-13-13 0 0,-1 0-1 0 0,1 0 1 0 0,-1 0 0 0 0,0-1-1 0 0,0 0 1 0 0,0 0-1 0 0,0-1 1 0 0,0 1-1 0 0,0-1 1 0 0,0 0-1 0 0,0 0 1 0 0,0 0 0 0 0,1-1-1 0 0,-1 0 1 0 0,-5-1-1 0 0,7 1-4 0 0,0 0-1 0 0,1-1 1 0 0,-1 1 0 0 0,1 0-1 0 0,-1-1 1 0 0,1 0 0 0 0,0 0-1 0 0,-1 1 1 0 0,1-1-1 0 0,0 0 1 0 0,0-1 0 0 0,0 1-1 0 0,0 0 1 0 0,1-1-1 0 0,-1 1 1 0 0,1-1 0 0 0,-1 1-1 0 0,1-1 1 0 0,0 1 0 0 0,0-1-1 0 0,0 0 1 0 0,1 0-1 0 0,-1 0 1 0 0,0 0 0 0 0,1 1-1 0 0,0-6 1 0 0,0 0-16 0 0,0 1-1 0 0,1-1 1 0 0,0 1 0 0 0,1 0 0 0 0,0 0 0 0 0,0 0 0 0 0,0 0-1 0 0,1 0 1 0 0,0 0 0 0 0,0 0 0 0 0,1 1 0 0 0,-1 0 0 0 0,2 0-1 0 0,-1 0 1 0 0,1 0 0 0 0,-1 0 0 0 0,2 1 0 0 0,7-7 0 0 0,11-8-9 0 0,1 0 1 0 0,52-29 0 0 0,-68 43 19 0 0,109-56 70 0 0,-8 6 59 0 0,-105 52-110 0 0,0 1 0 0 0,0-1 0 0 0,-1 0-1 0 0,1 0 1 0 0,-1-1 0 0 0,0 1 0 0 0,0-1 0 0 0,-1 0-1 0 0,5-7 1 0 0,-7 9-12 0 0,1 1 0 0 0,-1 0-1 0 0,0-1 1 0 0,0 1-1 0 0,0-1 1 0 0,0 0 0 0 0,0 1-1 0 0,0-1 1 0 0,-1 0-1 0 0,1 1 1 0 0,-1-1 0 0 0,0 0-1 0 0,0 0 1 0 0,0 0-1 0 0,0 1 1 0 0,-1-1 0 0 0,1 0-1 0 0,-1 1 1 0 0,1-1-1 0 0,-1 0 1 0 0,0 1 0 0 0,-2-5-1 0 0,1 4-12 0 0,0 0 0 0 0,0 1 0 0 0,0 0 0 0 0,-1 0 0 0 0,1 0 0 0 0,-1 0 0 0 0,1 0-1 0 0,-1 0 1 0 0,0 0 0 0 0,0 1 0 0 0,0-1 0 0 0,0 1 0 0 0,0 0 0 0 0,0 0 0 0 0,0 0 0 0 0,0 1-1 0 0,0-1 1 0 0,0 0 0 0 0,-1 1 0 0 0,1 0 0 0 0,0 0 0 0 0,0 0 0 0 0,-1 0 0 0 0,1 1 0 0 0,-5 1-1 0 0,-2-1-6 0 0,1 2-1 0 0,-1-1 0 0 0,1 2 0 0 0,0-1 0 0 0,0 1 0 0 0,0 0 0 0 0,-11 8 0 0 0,15-9 12 0 0,0 1 0 0 0,1 0 0 0 0,-1 0 1 0 0,1 0-1 0 0,0 0 0 0 0,0 1 0 0 0,0-1 0 0 0,1 1 1 0 0,0 0-1 0 0,0 0 0 0 0,0 0 0 0 0,0 1 1 0 0,-2 7-1 0 0,4-9 7 0 0,0-1 1 0 0,0 1-1 0 0,1 0 0 0 0,-1 0 1 0 0,1 0-1 0 0,0-1 0 0 0,0 1 1 0 0,0 0-1 0 0,0 0 1 0 0,1 0-1 0 0,0-1 0 0 0,0 1 1 0 0,0 0-1 0 0,0-1 0 0 0,0 1 1 0 0,1-1-1 0 0,-1 1 0 0 0,1-1 1 0 0,0 0-1 0 0,0 0 1 0 0,0 1-1 0 0,3 2 0 0 0,2 1 36 0 0,0 0 0 0 0,0 0-1 0 0,1-1 1 0 0,-1 0 0 0 0,1 0 0 0 0,1-1-1 0 0,-1 0 1 0 0,1 0 0 0 0,0-1-1 0 0,0 0 1 0 0,0 0 0 0 0,0-1-1 0 0,1-1 1 0 0,0 1 0 0 0,9 0 0 0 0,12-1-328 0 0,0-1 1 0 0,-1-1 0 0 0,46-6 0 0 0,-14 0-2111 0 0,-35 6 526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4:25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35 130 10578 0 0,'-4'-3'482'0'0,"1"-1"0"0"0,0 0 0 0 0,0 0 0 0 0,0-1 0 0 0,0 1 0 0 0,1 0-1 0 0,-1-1 1 0 0,1 0 0 0 0,1 0 0 0 0,-1 1 0 0 0,-1-10 0 0 0,15 118 5800 0 0,-7 4-3418 0 0,-5 116-2215 0 0,-2-85 74 0 0,2-138-133 0 0,-5-54-35 0 0,2 19-513 0 0,1 6-42 0 0,-5-152-166 0 0,7 158 127 0 0,2 1-1 0 0,0 0 0 0 0,2 0 0 0 0,0 1 0 0 0,1-1 1 0 0,11-27-1 0 0,-10 36 20 0 0,0 0 0 0 0,1 1 0 0 0,0 0 0 0 0,1 0 0 0 0,0 0 0 0 0,1 1 0 0 0,0 0 0 0 0,1 1 0 0 0,0 0 0 0 0,0 0 0 0 0,13-7 0 0 0,-14 10 11 0 0,0 1 0 0 0,0-1 0 0 0,0 2-1 0 0,0 0 1 0 0,1 0 0 0 0,0 0 0 0 0,0 1 0 0 0,0 1 0 0 0,0 0-1 0 0,0 0 1 0 0,1 1 0 0 0,-1 0 0 0 0,0 1 0 0 0,20 2-1 0 0,-26-2 6 0 0,-1 1 0 0 0,1 0 0 0 0,0 0 0 0 0,0 0 0 0 0,-1 1 0 0 0,1-1-1 0 0,-1 1 1 0 0,1 0 0 0 0,-1 0 0 0 0,0 0 0 0 0,0 0 0 0 0,0 1 0 0 0,0-1-1 0 0,0 1 1 0 0,0 0 0 0 0,4 6 0 0 0,-4-4 1 0 0,0 0 0 0 0,0 0 0 0 0,-1 1 0 0 0,1-1 0 0 0,-1 1 0 0 0,-1 0 0 0 0,1 0 0 0 0,-1 0 0 0 0,0 0 0 0 0,0 7 0 0 0,0-3 8 0 0,-1 1 1 0 0,0-1 0 0 0,-1 1-1 0 0,0 0 1 0 0,-1-1-1 0 0,0 1 1 0 0,-1-1 0 0 0,0 0-1 0 0,0 0 1 0 0,-1 0 0 0 0,-1 0-1 0 0,-5 9 1 0 0,1-6 0 0 0,-1-1 1 0 0,0 0-1 0 0,-1 0 1 0 0,0-1-1 0 0,-1-1 1 0 0,0 0-1 0 0,0 0 1 0 0,-22 11-1 0 0,24-15-9 0 0,0-1-1 0 0,0 0 1 0 0,0-1 0 0 0,-1 0-1 0 0,0-1 1 0 0,1 0 0 0 0,-1-1-1 0 0,0 0 1 0 0,0-1 0 0 0,-1 0-1 0 0,1 0 1 0 0,-21-3-1 0 0,30 2 0 0 0,1-1 0 0 0,-1 1-1 0 0,0-1 1 0 0,1 1-1 0 0,-1-1 1 0 0,1 0-1 0 0,-1 1 1 0 0,1-1-1 0 0,0 0 1 0 0,-1 0 0 0 0,1 0-1 0 0,0 0 1 0 0,-1 0-1 0 0,1-1 1 0 0,0 1-1 0 0,-1-2 1 0 0,1 2-3 0 0,1 1 1 0 0,0-1 0 0 0,0 1-1 0 0,-1-1 1 0 0,1 1-1 0 0,0-1 1 0 0,0 1-1 0 0,0-1 1 0 0,0 0 0 0 0,0 1-1 0 0,-1-1 1 0 0,1 1-1 0 0,0-1 1 0 0,1 1-1 0 0,-1-1 1 0 0,0 1-1 0 0,0-1 1 0 0,0 0 0 0 0,0 1-1 0 0,0-1 1 0 0,0 1-1 0 0,1-1 1 0 0,-1 1-1 0 0,0-1 1 0 0,0 1 0 0 0,1-1-1 0 0,-1 1 1 0 0,0-1-1 0 0,1 1 1 0 0,-1 0-1 0 0,1-1 1 0 0,-1 1-1 0 0,0 0 1 0 0,1-1 0 0 0,-1 1-1 0 0,1 0 1 0 0,-1-1-1 0 0,1 1 1 0 0,-1 0-1 0 0,1 0 1 0 0,-1-1 0 0 0,1 1-1 0 0,-1 0 1 0 0,1 0-1 0 0,0 0 1 0 0,-1 0-1 0 0,1 0 1 0 0,-1 0-1 0 0,2 0 1 0 0,9-2-31 0 0,0 0 0 0 0,1 1 0 0 0,-1 0 0 0 0,1 1 0 0 0,0 0-1 0 0,-1 1 1 0 0,1 0 0 0 0,-1 1 0 0 0,0 0 0 0 0,15 6 0 0 0,15 6 38 0 0,57 29-1 0 0,1 0 12 0 0,-63-29 28 0 0,1-3-1 0 0,0-1 0 0 0,1-1 1 0 0,0-3-1 0 0,70 4 0 0 0,-104-9-24 0 0,1-1 1 0 0,-1-1-1 0 0,0 1 0 0 0,1-1 0 0 0,-1 0 0 0 0,0 1 0 0 0,0-2 0 0 0,0 1 0 0 0,0 0 0 0 0,0-1 1 0 0,0 0-1 0 0,0 0 0 0 0,0 0 0 0 0,-1-1 0 0 0,1 1 0 0 0,-1-1 0 0 0,0 0 0 0 0,6-5 0 0 0,-7 5-6 0 0,0-1-1 0 0,0 1 0 0 0,0 0 1 0 0,-1-1-1 0 0,1 1 0 0 0,-1-1 1 0 0,0 0-1 0 0,0 1 0 0 0,0-1 0 0 0,0 0 1 0 0,-1 0-1 0 0,1 0 0 0 0,-1 1 1 0 0,0-1-1 0 0,0 0 0 0 0,-1 0 0 0 0,1 0 1 0 0,-1 1-1 0 0,0-1 0 0 0,0 0 1 0 0,-2-4-1 0 0,0-1-17 0 0,0 0 0 0 0,-1 1 0 0 0,0-1 1 0 0,-1 1-1 0 0,0 0 0 0 0,0 0 0 0 0,-1 1 0 0 0,0-1 1 0 0,0 1-1 0 0,-1 0 0 0 0,1 1 0 0 0,-2 0 0 0 0,-10-8 1 0 0,13 11-6 0 0,-1 0 0 0 0,1 0 1 0 0,-1 0-1 0 0,0 1 0 0 0,0 0 1 0 0,0 0-1 0 0,0 0 1 0 0,0 1-1 0 0,0 0 0 0 0,-1 0 1 0 0,1 1-1 0 0,0-1 0 0 0,-1 1 1 0 0,1 1-1 0 0,0-1 1 0 0,-1 1-1 0 0,1 0 0 0 0,0 1 1 0 0,0-1-1 0 0,-10 5 0 0 0,2 0 4 0 0,0 2-1 0 0,0-1 0 0 0,1 2 0 0 0,0 0 1 0 0,0 0-1 0 0,1 1 0 0 0,1 1 1 0 0,-18 18-1 0 0,24-23 19 0 0,0 0 0 0 0,1 0 0 0 0,-1 0 0 0 0,1 1 0 0 0,0 0 0 0 0,1-1 0 0 0,-1 1 0 0 0,1 1 0 0 0,1-1 0 0 0,0 0 0 0 0,0 1 0 0 0,0-1 0 0 0,1 1 0 0 0,0-1 0 0 0,0 1 0 0 0,1 0 0 0 0,0-1 0 0 0,0 1 0 0 0,2 11 0 0 0,0-14 5 0 0,-1 0 1 0 0,1 0-1 0 0,0 0 0 0 0,0 0 0 0 0,0-1 0 0 0,1 1 0 0 0,0-1 0 0 0,0 1 0 0 0,0-1 0 0 0,1 0 1 0 0,-1 0-1 0 0,1 0 0 0 0,0-1 0 0 0,0 1 0 0 0,0-1 0 0 0,0 0 0 0 0,1 0 0 0 0,-1 0 0 0 0,1-1 0 0 0,0 0 1 0 0,0 0-1 0 0,0 0 0 0 0,0 0 0 0 0,0-1 0 0 0,0 0 0 0 0,6 1 0 0 0,-3-1 8 0 0,1 0 0 0 0,0 0 0 0 0,0-1 0 0 0,-1-1 0 0 0,1 1 1 0 0,0-2-1 0 0,-1 1 0 0 0,1-1 0 0 0,0 0 0 0 0,-1-1 0 0 0,0 0 0 0 0,0 0 0 0 0,0-1 0 0 0,0 0 0 0 0,7-5 0 0 0,-5 2 5 0 0,-1-1-1 0 0,0 0 1 0 0,-1 0 0 0 0,1-1-1 0 0,-2 0 1 0 0,1 0 0 0 0,-1-1-1 0 0,-1 0 1 0 0,0 0 0 0 0,0-1-1 0 0,7-19 1 0 0,-10 22-20 0 0,0-1 0 0 0,-1 1 0 0 0,0-1 1 0 0,0 1-1 0 0,-1-1 0 0 0,0 0 0 0 0,0 0 0 0 0,-1 1 0 0 0,-1-1 0 0 0,1 0 0 0 0,-1 0 1 0 0,-1 1-1 0 0,0-1 0 0 0,0 1 0 0 0,0-1 0 0 0,-7-13 0 0 0,9 22-12 0 0,0 0-1 0 0,0 0 1 0 0,0 0-1 0 0,0 0 1 0 0,0-1-1 0 0,0 1 1 0 0,0 0-1 0 0,-1 0 1 0 0,1 0-1 0 0,0 0 1 0 0,0 0-1 0 0,0-1 1 0 0,0 1-1 0 0,0 0 1 0 0,0 0-1 0 0,0 0 1 0 0,0 0-1 0 0,0 0 1 0 0,-1 0-1 0 0,1 0 1 0 0,0-1 0 0 0,0 1-1 0 0,0 0 1 0 0,0 0-1 0 0,0 0 1 0 0,0 0-1 0 0,-1 0 1 0 0,1 0-1 0 0,0 0 1 0 0,0 0-1 0 0,0 0 1 0 0,0 0-1 0 0,-1 0 1 0 0,1 0-1 0 0,0 0 1 0 0,0 0-1 0 0,0 0 1 0 0,0 0-1 0 0,0 0 1 0 0,-1 0-1 0 0,1 0 1 0 0,0 0-1 0 0,0 0 1 0 0,0 0-1 0 0,-1 0 1 0 0,-3 9-86 0 0,-1 14 48 0 0,5-15 54 0 0,0 1 0 0 0,0 0 1 0 0,1 0-1 0 0,0 0 1 0 0,0 0-1 0 0,1-1 1 0 0,0 1-1 0 0,1-1 1 0 0,0 1-1 0 0,0-1 1 0 0,1 0-1 0 0,0 0 0 0 0,1 0 1 0 0,9 13-1 0 0,-9-15-28 0 0,0-1-1 0 0,1 1 1 0 0,-1-1-1 0 0,1 0 0 0 0,0-1 1 0 0,0 1-1 0 0,1-1 1 0 0,-1 0-1 0 0,1-1 1 0 0,0 1-1 0 0,0-1 1 0 0,0-1-1 0 0,0 0 0 0 0,1 0 1 0 0,-1 0-1 0 0,1-1 1 0 0,12 1-1 0 0,-14-1-358 0 0,0-1 0 0 0,0 1-1 0 0,0-2 1 0 0,0 1 0 0 0,0-1 0 0 0,0 0 0 0 0,0 0-1 0 0,0 0 1 0 0,0-1 0 0 0,0 0 0 0 0,-1 0-1 0 0,1-1 1 0 0,7-4 0 0 0,-1-2-1545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4:27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21 313 13835 0 0,'-4'8'825'0'0,"1"1"0"0"0,0-1 0 0 0,0 0 0 0 0,1 1 0 0 0,0-1 0 0 0,0 11 1 0 0,1-5-383 0 0,0-1 0 0 0,1 1 0 0 0,1-1 0 0 0,1 1 0 0 0,0-1 1 0 0,3 14-1 0 0,-3-17-329 0 0,1-1 1 0 0,-1 1-1 0 0,2-1 1 0 0,-1 0-1 0 0,1 0 0 0 0,1 0 1 0 0,-1 0-1 0 0,2-1 1 0 0,6 9-1 0 0,-11-16 412 0 0,3-2-148 0 0,-2 0-349 0 0,-1-1 0 0 0,1 1 0 0 0,0-1 0 0 0,-1 1-1 0 0,0-1 1 0 0,1 1 0 0 0,-1-1 0 0 0,0 0 0 0 0,0 1 0 0 0,0-1-1 0 0,0 0 1 0 0,0 0 0 0 0,0 0 0 0 0,0 0 0 0 0,-1 0-1 0 0,1 0 1 0 0,-1 0 0 0 0,1 0 0 0 0,-1-3 0 0 0,6-53 131 0 0,-4 28-133 0 0,1 6-8 0 0,1 0 0 0 0,12-37-1 0 0,-13 53-28 0 0,-1 1 0 0 0,1-1 0 0 0,1 0 0 0 0,-1 1 0 0 0,2 0 0 0 0,-1 0 0 0 0,0 0 0 0 0,1 1-1 0 0,1-1 1 0 0,-1 1 0 0 0,10-8 0 0 0,-14 12 3 0 0,1 1-1 0 0,0-1 1 0 0,0 1 0 0 0,1-1-1 0 0,-1 1 1 0 0,0-1 0 0 0,0 1-1 0 0,1 0 1 0 0,-1 0 0 0 0,1 0-1 0 0,-1 1 1 0 0,1-1 0 0 0,-1 0-1 0 0,1 1 1 0 0,-1 0-1 0 0,1 0 1 0 0,-1-1 0 0 0,1 1-1 0 0,0 1 1 0 0,-1-1 0 0 0,1 0-1 0 0,-1 1 1 0 0,1-1 0 0 0,-1 1-1 0 0,1 0 1 0 0,-1 0 0 0 0,0 0-1 0 0,1 0 1 0 0,-1 0 0 0 0,0 0-1 0 0,1 1 1 0 0,-1-1-1 0 0,0 1 1 0 0,0 0 0 0 0,0-1-1 0 0,-1 1 1 0 0,1 0 0 0 0,2 4-1 0 0,5 6 24 0 0,-1 1 0 0 0,-1 1 0 0 0,0-1-1 0 0,-1 1 1 0 0,6 20 0 0 0,-6-19 9 0 0,-2-6-12 0 0,-1 0 0 0 0,2 0 0 0 0,-1-1 0 0 0,1 0 0 0 0,0 0 0 0 0,1 0 0 0 0,0-1 0 0 0,0 1 0 0 0,0-1 0 0 0,1-1 0 0 0,0 1 0 0 0,1-1 0 0 0,-1-1 0 0 0,1 1 0 0 0,0-1 0 0 0,1-1 0 0 0,-1 1 0 0 0,1-1 0 0 0,0-1-1 0 0,0 0 1 0 0,0 0 0 0 0,0-1 0 0 0,0 0 0 0 0,1 0 0 0 0,-1-1 0 0 0,1 0 0 0 0,-1-1 0 0 0,1 0 0 0 0,-1-1 0 0 0,1 0 0 0 0,-1 0 0 0 0,1-1 0 0 0,-1 0 0 0 0,17-7 0 0 0,-16 6-26 0 0,-1-2 0 0 0,1 1 1 0 0,-1-1-1 0 0,0-1 0 0 0,0 0 0 0 0,0 0 1 0 0,-1-1-1 0 0,0 0 0 0 0,0 0 1 0 0,9-11-1 0 0,-13 12 4 0 0,0 0 0 0 0,0 0 0 0 0,-1 0 0 0 0,0 0 0 0 0,0-1 0 0 0,0 1 0 0 0,-1-1 0 0 0,0 0 0 0 0,0 1 0 0 0,-1-1 0 0 0,0 0 0 0 0,0 0 0 0 0,-1 0 0 0 0,1-1-1 0 0,-1 1 1 0 0,-2-9 0 0 0,2 11 2 0 0,-1-1-1 0 0,0 1 0 0 0,0 0 0 0 0,-1 0 0 0 0,1 0 0 0 0,-1 0 0 0 0,0 0 0 0 0,0 1 1 0 0,-1-1-1 0 0,1 0 0 0 0,-1 1 0 0 0,0 0 0 0 0,0 0 0 0 0,-1 0 0 0 0,-4-5 0 0 0,5 7 2 0 0,-1-1 0 0 0,0 1 0 0 0,0-1 0 0 0,0 1 0 0 0,0 1 0 0 0,0-1 0 0 0,0 0 0 0 0,0 1 0 0 0,-1 0 0 0 0,1 0 0 0 0,-1 0 0 0 0,1 1 0 0 0,-1-1 0 0 0,1 1 0 0 0,-1 0 0 0 0,1 1 0 0 0,-1-1 0 0 0,-4 2 0 0 0,-1 0 11 0 0,0 0-1 0 0,0 1 0 0 0,1 0 0 0 0,-1 1 1 0 0,1 0-1 0 0,0 0 0 0 0,0 1 0 0 0,0 1 1 0 0,1-1-1 0 0,0 1 0 0 0,0 1 1 0 0,0-1-1 0 0,-9 11 0 0 0,13-12-1 0 0,-1 0 0 0 0,1 0-1 0 0,0 1 1 0 0,1-1 0 0 0,0 1 0 0 0,0 0 0 0 0,0 0 0 0 0,0 0-1 0 0,1 0 1 0 0,0 0 0 0 0,0 0 0 0 0,1 1 0 0 0,-1-1-1 0 0,1 1 1 0 0,1-1 0 0 0,0 1 0 0 0,-1-1 0 0 0,2 1-1 0 0,-1-1 1 0 0,1 1 0 0 0,3 11 0 0 0,-2-12 6 0 0,0 0 0 0 0,1-1 0 0 0,0 1 0 0 0,0-1 0 0 0,0 0 0 0 0,1 0 0 0 0,-1 0 1 0 0,1 0-1 0 0,0-1 0 0 0,1 1 0 0 0,-1-1 0 0 0,1 0 0 0 0,0 0 0 0 0,7 4 0 0 0,-8-5 9 0 0,0-1 0 0 0,1 0 0 0 0,-1 0 0 0 0,0 0 0 0 0,1-1 0 0 0,-1 1 0 0 0,1-1 0 0 0,-1 0 0 0 0,1 0-1 0 0,0-1 1 0 0,-1 1 0 0 0,1-1 0 0 0,0 0 0 0 0,-1 0 0 0 0,1-1 0 0 0,0 0 0 0 0,-1 1 0 0 0,1-1 0 0 0,7-3 0 0 0,-3 0 8 0 0,0-1 0 0 0,0 0 1 0 0,-1 0-1 0 0,1 0 1 0 0,-1-1-1 0 0,0-1 1 0 0,0 1-1 0 0,-1-1 1 0 0,0-1-1 0 0,0 1 1 0 0,-1-1-1 0 0,0 0 0 0 0,0-1 1 0 0,-1 1-1 0 0,0-1 1 0 0,-1 0-1 0 0,0-1 1 0 0,0 1-1 0 0,-1-1 1 0 0,3-12-1 0 0,-1-2-2 0 0,-2 0 0 0 0,-1 0 0 0 0,0-1 0 0 0,-2 1 0 0 0,-1 0 0 0 0,-1-1-1 0 0,-7-32 1 0 0,5 30-21 0 0,2 15-18 0 0,1 0-1 0 0,-1 1 1 0 0,-1-1 0 0 0,0 1-1 0 0,-1-1 1 0 0,0 1 0 0 0,-8-14-1 0 0,12 24-66 0 0,-9 17-184 0 0,6 11 229 0 0,0 0-1 0 0,2 0 1 0 0,1-1 0 0 0,1 1-1 0 0,1 0 1 0 0,1 0-1 0 0,9 34 1 0 0,-7-46 45 0 0,0 0 0 0 0,0 0-1 0 0,1-1 1 0 0,1 0 0 0 0,0 0 0 0 0,1 0-1 0 0,1-1 1 0 0,0-1 0 0 0,0 1 0 0 0,2-1-1 0 0,-1-1 1 0 0,1 0 0 0 0,1 0 0 0 0,14 9 0 0 0,-12-11 27 0 0,1 0 0 0 0,0-1 0 0 0,0-1 0 0 0,1-1 0 0 0,0 0 1 0 0,0 0-1 0 0,1-2 0 0 0,-1 0 0 0 0,1-1 0 0 0,0-1 1 0 0,28 1-1 0 0,-34-3 5 0 0,-1 0 1 0 0,0-1-1 0 0,0 0 1 0 0,1 0-1 0 0,-1-1 1 0 0,0-1-1 0 0,0 0 1 0 0,-1 0-1 0 0,1 0 1 0 0,-1-2-1 0 0,1 1 0 0 0,-1-1 1 0 0,-1 0-1 0 0,1-1 1 0 0,-1 0-1 0 0,0 0 1 0 0,0-1-1 0 0,0 0 1 0 0,-1-1-1 0 0,9-12 1 0 0,-13 16-29 0 0,0-1 1 0 0,0 0 0 0 0,0-1-1 0 0,-1 1 1 0 0,0 0 0 0 0,0-1-1 0 0,-1 1 1 0 0,1-1-1 0 0,-1 0 1 0 0,-1 1 0 0 0,1-1-1 0 0,-1 0 1 0 0,0 0 0 0 0,0 1-1 0 0,0-1 1 0 0,-1 0-1 0 0,0 1 1 0 0,0-1 0 0 0,0 0-1 0 0,-1 1 1 0 0,0-1 0 0 0,0 1-1 0 0,0 0 1 0 0,-1 0-1 0 0,0 0 1 0 0,-6-10 0 0 0,5 10-25 0 0,-1 0 1 0 0,1 0-1 0 0,0 0 1 0 0,-1 0-1 0 0,0 1 0 0 0,0 0 1 0 0,-1 0-1 0 0,1 0 1 0 0,-1 1-1 0 0,0 0 1 0 0,0 0-1 0 0,0 0 1 0 0,0 1-1 0 0,0-1 1 0 0,0 2-1 0 0,-1-1 1 0 0,1 1-1 0 0,-1 0 1 0 0,1 0-1 0 0,-1 0 0 0 0,0 1 1 0 0,1 0-1 0 0,-8 2 1 0 0,5-1-11 0 0,0 1 1 0 0,1 1-1 0 0,-1-1 0 0 0,0 2 1 0 0,1-1-1 0 0,0 1 1 0 0,-1 0-1 0 0,2 1 1 0 0,-1 0-1 0 0,0 0 0 0 0,1 1 1 0 0,0 0-1 0 0,0 0 1 0 0,-6 9-1 0 0,8-10 5 0 0,0 1 1 0 0,1 1-1 0 0,0-1 0 0 0,1 0 1 0 0,-1 1-1 0 0,1 0 0 0 0,0 0 1 0 0,1 0-1 0 0,0 0 0 0 0,0 0 1 0 0,0 0-1 0 0,1 1 0 0 0,0-1 0 0 0,0 0 1 0 0,1 1-1 0 0,0-1 0 0 0,2 15 1 0 0,-1-18 19 0 0,0 1 0 0 0,0-1 0 0 0,1 1 1 0 0,0-1-1 0 0,-1 0 0 0 0,2 0 0 0 0,-1 1 1 0 0,0-2-1 0 0,1 1 0 0 0,-1 0 0 0 0,1 0 1 0 0,0-1-1 0 0,1 1 0 0 0,-1-1 0 0 0,0 0 1 0 0,1 0-1 0 0,0 0 0 0 0,0-1 0 0 0,0 1 1 0 0,0-1-1 0 0,0 0 0 0 0,0 0 0 0 0,0-1 1 0 0,1 1-1 0 0,-1-1 0 0 0,9 2 0 0 0,-6-2 21 0 0,0 0-1 0 0,0 0 1 0 0,1 0-1 0 0,-1-1 1 0 0,0 0-1 0 0,1-1 1 0 0,-1 0-1 0 0,0 0 1 0 0,0 0-1 0 0,0-1 1 0 0,0 0-1 0 0,0-1 1 0 0,0 1-1 0 0,0-1 1 0 0,-1 0-1 0 0,9-6 0 0 0,-3 0 9 0 0,0-1 0 0 0,-1-1 0 0 0,0 0 0 0 0,0-1-1 0 0,-2 0 1 0 0,14-20 0 0 0,40-84 73 0 0,-24 39-140 0 0,-39 76 27 0 0,0 1 0 0 0,1-1 0 0 0,-1 1 0 0 0,0-1 1 0 0,0 1-1 0 0,0 0 0 0 0,1-1 0 0 0,-1 1 0 0 0,0 0 1 0 0,1-1-1 0 0,-1 1 0 0 0,0 0 0 0 0,1-1 0 0 0,-1 1 1 0 0,0 0-1 0 0,1-1 0 0 0,-1 1 0 0 0,0 0 0 0 0,1 0 1 0 0,-1 0-1 0 0,1-1 0 0 0,-1 1 0 0 0,1 0 0 0 0,-1 0 1 0 0,0 0-1 0 0,1 0 0 0 0,-1 0 0 0 0,1 0 0 0 0,-1 0 1 0 0,1 0-1 0 0,9 10-173 0 0,5 25-5 0 0,-14-31 176 0 0,29 98-40 0 0,-20-61 94 0 0,23 57 0 0 0,-32-96-4 0 0,8 28 507 0 0,3-57-207 0 0,-2-9-292 0 0,25-58 0 0 0,-5 13-101 0 0,-7 40-202 0 0,-23 40 158 0 0,2 2 66 0 0,0 0 0 0 0,-1 0 0 0 0,1 0 0 0 0,-1 0 0 0 0,1 0 0 0 0,-1 1 0 0 0,0-1 0 0 0,1 0 0 0 0,1 3 0 0 0,20 92-207 0 0,-18-71 247 0 0,1-1 0 0 0,1 0 0 0 0,19 46 0 0 0,-16-52 25 0 0,-7-13 11 0 0,0 0 1 0 0,0 0 0 0 0,0 0 0 0 0,-1 1-1 0 0,0-1 1 0 0,0 1 0 0 0,0-1-1 0 0,1 8 1 0 0,12-20 108 0 0,-12 4-138 0 0,-1-1 0 0 0,1 1 0 0 0,0-1 1 0 0,-1 0-1 0 0,0 0 0 0 0,0 0 0 0 0,3-8 1 0 0,-2 4-17 0 0,99-237-157 0 0,-101 241 134 0 0,1 0 1 0 0,-1 0-1 0 0,1 0 1 0 0,0 0-1 0 0,0 1 1 0 0,1-1 0 0 0,-1 1-1 0 0,1 0 1 0 0,0 0-1 0 0,-1 0 1 0 0,2 0-1 0 0,-1 0 1 0 0,5-3-1 0 0,-7 6 20 0 0,-1 0-1 0 0,1 0 1 0 0,0 0 0 0 0,-1 0-1 0 0,1 0 1 0 0,-1 0 0 0 0,1 0 0 0 0,0 0-1 0 0,-1 0 1 0 0,1 1 0 0 0,-1-1-1 0 0,1 0 1 0 0,-1 0 0 0 0,1 1-1 0 0,-1-1 1 0 0,1 0 0 0 0,-1 1-1 0 0,1-1 1 0 0,-1 0 0 0 0,1 1-1 0 0,-1-1 1 0 0,1 1 0 0 0,-1-1-1 0 0,0 1 1 0 0,1-1 0 0 0,-1 1-1 0 0,0-1 1 0 0,1 1 0 0 0,-1-1-1 0 0,0 1 1 0 0,0-1 0 0 0,0 1-1 0 0,1-1 1 0 0,-1 2 0 0 0,6 25 86 0 0,-4-21-49 0 0,11 77 630 0 0,-9-48-126 0 0,14 53 1 0 0,-15-79-471 0 0,0 0 0 0 0,0 0 0 0 0,1 0-1 0 0,0-1 1 0 0,0 1 0 0 0,1-1 0 0 0,0 0 0 0 0,1 0 0 0 0,-1-1 0 0 0,11 10 0 0 0,-13-13-45 0 0,1-1 0 0 0,0 0 0 0 0,-1-1 0 0 0,1 1 0 0 0,0-1 1 0 0,0 1-1 0 0,1-1 0 0 0,-1-1 0 0 0,0 1 0 0 0,1 0 0 0 0,-1-1 1 0 0,1 0-1 0 0,-1 0 0 0 0,6 0 0 0 0,-1-1-571 0 0,0 0 0 0 0,0-1 0 0 0,-1 0 0 0 0,1-1 0 0 0,0 1 0 0 0,12-6 0 0 0,-5 2-1678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4:44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187 123 6241 0 0,'-3'-6'748'0'0,"0"0"0"0"0,1-1 0 0 0,0 1 0 0 0,0 0 0 0 0,-1-8 0 0 0,-9-25 7650 0 0,12 39-8106 0 0,-1-2 244 0 0,1 0-235 0 0,-1 0 131 0 0,1-1 270 0 0,0-3 426 0 0,0 3-510 0 0,0 1-161 0 0,1 1-404 0 0,-1 0-1 0 0,0 0 0 0 0,0 0 1 0 0,0 0-1 0 0,0 0 1 0 0,0 0-1 0 0,0 0 1 0 0,-1 0-1 0 0,1 0 1 0 0,0 0-1 0 0,0 0 1 0 0,-1 0-1 0 0,1 0 1 0 0,-1 0-1 0 0,1 0 0 0 0,-1-1 1 0 0,0 2-33 0 0,1 0 1 0 0,-1 0-1 0 0,1 0 0 0 0,0 0 1 0 0,-1 0-1 0 0,1 0 0 0 0,-1 1 1 0 0,1-1-1 0 0,0 0 0 0 0,-1 0 0 0 0,1 0 1 0 0,0 1-1 0 0,-1-1 0 0 0,1 0 1 0 0,0 0-1 0 0,-1 1 0 0 0,1-1 1 0 0,0 0-1 0 0,-1 1 0 0 0,1-1 1 0 0,0 0-1 0 0,0 1 0 0 0,0-1 1 0 0,-1 0-1 0 0,1 1 0 0 0,0 0 1 0 0,-21 41 590 0 0,19-37-513 0 0,-27 59 487 0 0,6-13 14 0 0,-31 94 0 0 0,50-129-534 0 0,0 0 0 0 0,1 1 1 0 0,0-1-1 0 0,2 0 0 0 0,0 1 1 0 0,0-1-1 0 0,2 1 1 0 0,0 0-1 0 0,1-1 0 0 0,6 25 1 0 0,-6-33-34 0 0,1-1-1 0 0,0 1 1 0 0,0-1 0 0 0,1 1 0 0 0,0-1 0 0 0,0 0 0 0 0,1-1 0 0 0,0 1 0 0 0,0-1 0 0 0,0 0 0 0 0,1 0-1 0 0,0 0 1 0 0,0-1 0 0 0,0 0 0 0 0,1 0 0 0 0,0-1 0 0 0,0 0 0 0 0,0 0 0 0 0,0 0 0 0 0,1-1 0 0 0,13 4-1 0 0,-12-4-81 0 0,0-1-1 0 0,1-1 0 0 0,-1 0 0 0 0,1 0 0 0 0,-1 0 0 0 0,1-1 0 0 0,0-1 0 0 0,-1 0 0 0 0,1 0 0 0 0,-1-1 1 0 0,1 0-1 0 0,-1 0 0 0 0,0-1 0 0 0,0 0 0 0 0,0-1 0 0 0,0 0 0 0 0,-1-1 0 0 0,9-5 0 0 0,-5 2-934 0 0,1-1-1 0 0,15-16 1 0 0,-11 7-1097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4:44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37 286 11586 0 0,'0'0'2633'0'0,"7"5"-569"0"0,3-4-1167 0 0,2 3-1 0 0,3-3-232 0 0,3 1 24 0 0,5-2 56 0 0,2 2-288 0 0,4-2-120 0 0,-1 0-63 0 0,0-2-25 0 0,2 0-144 0 0,-3 1-320 0 0,1-1-289 0 0,-6-1-119 0 0,-2-1-456 0 0</inkml:trace>
  <inkml:trace contextRef="#ctx0" brushRef="#br0" timeOffset="1">1 52 15331 0 0,'3'-4'400'0'0,"1"1"0"0"0,-1-1 0 0 0,1 1 0 0 0,0 0 0 0 0,0 0 0 0 0,0 0 0 0 0,1 0 0 0 0,-1 1 0 0 0,1-1 0 0 0,-1 1 0 0 0,1 1 0 0 0,0-1 0 0 0,0 1 0 0 0,0-1 0 0 0,6 0 0 0 0,15-2-56 0 0,43-2 0 0 0,-52 6-78 0 0,113-1-540 0 0,-103 4-1235 0 0,31 6 0 0 0,-35-4-176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4:44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0 11266 0 0,'-15'4'1415'0'0,"0"1"-1"0"0,0 1 1 0 0,0 0-1 0 0,1 1 0 0 0,-20 13 1 0 0,27-16-1192 0 0,1 1 1 0 0,0 0-1 0 0,1 0 1 0 0,-1 1-1 0 0,1-1 0 0 0,0 1 1 0 0,0 0-1 0 0,1 1 1 0 0,0-1-1 0 0,0 1 1 0 0,0-1-1 0 0,1 1 0 0 0,-3 11 1 0 0,2-6-114 0 0,0 0 0 0 0,1 1 0 0 0,1 0 0 0 0,0 0 0 0 0,1 0 0 0 0,0 0 0 0 0,1 0 1 0 0,0 0-1 0 0,4 21 0 0 0,-2-27-76 0 0,0 0-1 0 0,0-1 1 0 0,0 1 0 0 0,1 0 0 0 0,0-1-1 0 0,0 0 1 0 0,0 1 0 0 0,1-1 0 0 0,0-1-1 0 0,0 1 1 0 0,1-1 0 0 0,0 1 0 0 0,0-1 0 0 0,0 0-1 0 0,0-1 1 0 0,1 1 0 0 0,0-1 0 0 0,0 0-1 0 0,7 3 1 0 0,-1-1 12 0 0,0-1 0 0 0,0-1 0 0 0,1 0 0 0 0,-1 0 0 0 0,1-1 0 0 0,0-1-1 0 0,0 0 1 0 0,0-1 0 0 0,0 0 0 0 0,1-1 0 0 0,25-3 0 0 0,-28 2-26 0 0,-1-1 0 0 0,1-1 0 0 0,0 0 0 0 0,-1 0 0 0 0,0-1 0 0 0,0-1 0 0 0,0 1 0 0 0,0-1 0 0 0,-1-1 0 0 0,1 0 0 0 0,-2-1 0 0 0,1 1 0 0 0,-1-1 0 0 0,14-15 0 0 0,-19 18-19 0 0,0 1-1 0 0,0-1 1 0 0,0 0-1 0 0,-1-1 1 0 0,1 1-1 0 0,-1 0 1 0 0,0-1-1 0 0,0 1 1 0 0,-1-1-1 0 0,1 1 1 0 0,-1-1-1 0 0,0 0 1 0 0,0 0-1 0 0,0 0 1 0 0,-1 0-1 0 0,0 0 1 0 0,0 1-1 0 0,0-1 1 0 0,-1 0-1 0 0,1 0 1 0 0,-1 0-1 0 0,0 0 1 0 0,-1 1-1 0 0,1-1 1 0 0,-1 0-1 0 0,0 1 1 0 0,0-1-1 0 0,0 1 1 0 0,-1 0-1 0 0,1 0 1 0 0,-1 0-1 0 0,0 0 1 0 0,0 0-1 0 0,-1 1 1 0 0,1-1-1 0 0,-1 1 1 0 0,0 0-1 0 0,0 0 1 0 0,0 0 0 0 0,0 0-1 0 0,0 1 1 0 0,0 0-1 0 0,-1 0 1 0 0,1 0-1 0 0,-1 0 1 0 0,-5 0-1 0 0,2-1-7 0 0,-1 1-1 0 0,1 1 1 0 0,-1 0-1 0 0,0 0 1 0 0,0 1-1 0 0,0 0 1 0 0,0 0 0 0 0,1 1-1 0 0,-1 0 1 0 0,0 1-1 0 0,0 0 1 0 0,1 0-1 0 0,-15 6 1 0 0,16-5 1 0 0,0 1 0 0 0,1-1 0 0 0,-1 1 0 0 0,1 0 0 0 0,0 0 0 0 0,0 1 0 0 0,0 0 0 0 0,1 0 0 0 0,0 0 0 0 0,0 0 0 0 0,0 1 0 0 0,0 0 0 0 0,1 0 0 0 0,0 1-1 0 0,0-1 1 0 0,-4 13 0 0 0,7-16-53 0 0,0-1 0 0 0,0 1-1 0 0,0 0 1 0 0,0-1 0 0 0,1 1-1 0 0,-1 0 1 0 0,1 0 0 0 0,0 0-1 0 0,0-1 1 0 0,0 1 0 0 0,0 0 0 0 0,0 0-1 0 0,1 0 1 0 0,-1-1 0 0 0,1 1-1 0 0,0 0 1 0 0,0-1 0 0 0,0 1-1 0 0,0 0 1 0 0,0-1 0 0 0,0 0-1 0 0,1 1 1 0 0,0-1 0 0 0,-1 0-1 0 0,4 4 1 0 0,-1-3-258 0 0,-1 0 0 0 0,1 0-1 0 0,0-1 1 0 0,0 1 0 0 0,1-1 0 0 0,-1 0 0 0 0,0 0 0 0 0,1-1-1 0 0,-1 1 1 0 0,1-1 0 0 0,-1 0 0 0 0,1 0 0 0 0,0 0 0 0 0,7-1-1 0 0,10 1-2368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4:45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55 117 12371 0 0,'0'-2'268'0'0,"-1"1"-1"0"0,0 0 1 0 0,1 0 0 0 0,-1 0 0 0 0,0 0 0 0 0,0 0 0 0 0,0 0 0 0 0,0 0 0 0 0,0 1-1 0 0,0-1 1 0 0,0 0 0 0 0,0 0 0 0 0,-1 1 0 0 0,1-1 0 0 0,0 1 0 0 0,0-1 0 0 0,0 1 0 0 0,-1-1-1 0 0,1 1 1 0 0,0 0 0 0 0,-3-1 0 0 0,2 2-148 0 0,1-1 0 0 0,0 1-1 0 0,0-1 1 0 0,0 1 0 0 0,-1 0 0 0 0,1 0-1 0 0,0-1 1 0 0,0 1 0 0 0,0 0 0 0 0,0 0 0 0 0,0 0-1 0 0,0 0 1 0 0,1 0 0 0 0,-1 0 0 0 0,0 1-1 0 0,0-1 1 0 0,1 0 0 0 0,-1 0 0 0 0,1 0 0 0 0,-1 1-1 0 0,0 2 1 0 0,-1 3 28 0 0,0 0-1 0 0,1 0 1 0 0,0 0 0 0 0,0 1-1 0 0,0-1 1 0 0,1 1-1 0 0,0-1 1 0 0,1 1 0 0 0,1 8-1 0 0,1 2 71 0 0,1 1-1 0 0,9 24 1 0 0,-5-22-34 0 0,16 28 0 0 0,-12-25-96 0 0,-12-24-81 0 0,0 0 0 0 0,0 0 1 0 0,0 0-1 0 0,0 0 0 0 0,1-1 1 0 0,-1 1-1 0 0,0 0 1 0 0,0 0-1 0 0,0 0 0 0 0,0 0 1 0 0,0 0-1 0 0,0 0 0 0 0,0 0 1 0 0,0 0-1 0 0,0 0 0 0 0,0 0 1 0 0,0 0-1 0 0,0 0 1 0 0,0 0-1 0 0,1 0 0 0 0,-1 0 1 0 0,0 0-1 0 0,0 0 0 0 0,0 0 1 0 0,0 0-1 0 0,0 0 0 0 0,0 0 1 0 0,0 0-1 0 0,0 0 1 0 0,0 0-1 0 0,1 0 0 0 0,-1 0 1 0 0,0 0-1 0 0,0 0 0 0 0,0 0 1 0 0,0 0-1 0 0,0 0 0 0 0,0 0 1 0 0,0 0-1 0 0,0 0 0 0 0,0 0 1 0 0,0 0-1 0 0,1 0 1 0 0,-1 0-1 0 0,0 0 0 0 0,0 0 1 0 0,0 0-1 0 0,0 0 0 0 0,0 0 1 0 0,0 0-1 0 0,0 1 0 0 0,0-1 1 0 0,0 0-1 0 0,0 0 1 0 0,0 0-1 0 0,0 0 0 0 0,0 0 1 0 0,1-15 150 0 0,-2-18-103 0 0,-3 3-43 0 0,1 1 0 0 0,2 0-1 0 0,2-32 1 0 0,0 47-24 0 0,1-1 0 0 0,0 1 0 0 0,1-1 0 0 0,0 1 1 0 0,2 0-1 0 0,-1 0 0 0 0,2 1 0 0 0,7-15 0 0 0,-12 25 2 0 0,1 1 1 0 0,0-1 0 0 0,0 0-1 0 0,0 0 1 0 0,0 1-1 0 0,0-1 1 0 0,1 1 0 0 0,-1 0-1 0 0,1 0 1 0 0,-1 0-1 0 0,1 0 1 0 0,0 0 0 0 0,0 0-1 0 0,0 1 1 0 0,0-1-1 0 0,0 1 1 0 0,0 0 0 0 0,0 0-1 0 0,1 0 1 0 0,5-1-1 0 0,-7 2 9 0 0,1 1-1 0 0,0-1 0 0 0,0 0 0 0 0,-1 1 1 0 0,1-1-1 0 0,0 1 0 0 0,-1 0 0 0 0,1 0 1 0 0,0 0-1 0 0,-1 0 0 0 0,1 0 0 0 0,-1 1 1 0 0,0-1-1 0 0,1 1 0 0 0,-1 0 0 0 0,0-1 1 0 0,0 1-1 0 0,0 0 0 0 0,0 0 1 0 0,-1 0-1 0 0,1 1 0 0 0,0-1 0 0 0,-1 0 1 0 0,1 1-1 0 0,0 2 0 0 0,11 22 22 0 0,9 29 1 0 0,-15-34 14 0 0,1-1 1 0 0,2-1-1 0 0,13 24 1 0 0,-19-38-15 0 0,0 0 0 0 0,1 0-1 0 0,0 0 1 0 0,0 0 0 0 0,1-1 0 0 0,-1 0 0 0 0,1 0 0 0 0,0-1 0 0 0,1 1-1 0 0,-1-1 1 0 0,1-1 0 0 0,0 1 0 0 0,10 3 0 0 0,-4-3 12 0 0,0 0-1 0 0,0-1 1 0 0,1-1 0 0 0,-1 0-1 0 0,0-1 1 0 0,1-1 0 0 0,-1 0 0 0 0,1 0-1 0 0,-1-1 1 0 0,1-1 0 0 0,-1-1 0 0 0,21-5-1 0 0,-28 6-21 0 0,1 0 0 0 0,-1-1-1 0 0,0 0 1 0 0,0 0 0 0 0,0 0 0 0 0,0 0-1 0 0,-1-1 1 0 0,1 0 0 0 0,-1 0-1 0 0,0-1 1 0 0,0 1 0 0 0,0-1 0 0 0,-1 0-1 0 0,0-1 1 0 0,0 1 0 0 0,0-1-1 0 0,-1 1 1 0 0,1-1 0 0 0,-2 0 0 0 0,1-1-1 0 0,0 1 1 0 0,-1 0 0 0 0,0-1-1 0 0,-1 1 1 0 0,0-1 0 0 0,1 1 0 0 0,-1-8-1 0 0,-1 9-10 0 0,0 0 0 0 0,0 0 0 0 0,0 0-1 0 0,-1 0 1 0 0,0 0 0 0 0,0 1 0 0 0,0-1 0 0 0,0 0-1 0 0,-1 0 1 0 0,1 1 0 0 0,-1-1 0 0 0,-1 1 0 0 0,1 0-1 0 0,0 0 1 0 0,-1 0 0 0 0,0 0 0 0 0,0 0 0 0 0,0 0-1 0 0,-1 1 1 0 0,1-1 0 0 0,-1 1 0 0 0,0 0-1 0 0,0 0 1 0 0,0 0 0 0 0,-8-3 0 0 0,6 3-9 0 0,-1 0 1 0 0,0 1 0 0 0,0 0-1 0 0,0 0 1 0 0,0 1-1 0 0,0 0 1 0 0,0 0-1 0 0,0 1 1 0 0,0 0-1 0 0,0 0 1 0 0,0 0 0 0 0,0 1-1 0 0,-1 0 1 0 0,1 1-1 0 0,1-1 1 0 0,-1 1-1 0 0,-7 4 1 0 0,4-2 6 0 0,0 1-1 0 0,0 0 1 0 0,1 0-1 0 0,0 1 1 0 0,1 0 0 0 0,-1 1-1 0 0,1 0 1 0 0,0 1 0 0 0,1-1-1 0 0,0 1 1 0 0,-9 13-1 0 0,13-17 1 0 0,1 0 0 0 0,0 0-1 0 0,0 0 1 0 0,0 0-1 0 0,0 0 1 0 0,1 0-1 0 0,-1 0 1 0 0,1 1-1 0 0,0-1 1 0 0,1 0-1 0 0,-1 1 1 0 0,1-1-1 0 0,-1 1 1 0 0,1-1-1 0 0,1 0 1 0 0,-1 1-1 0 0,1-1 1 0 0,0 1 0 0 0,0-1-1 0 0,0 0 1 0 0,0 0-1 0 0,1 0 1 0 0,-1 1-1 0 0,1-1 1 0 0,0-1-1 0 0,1 1 1 0 0,-1 0-1 0 0,1 0 1 0 0,5 5-1 0 0,-4-4-202 0 0,1 0-1 0 0,0-1 1 0 0,0 0-1 0 0,0 0 1 0 0,1 0 0 0 0,-1-1-1 0 0,1 1 1 0 0,0-1-1 0 0,0-1 1 0 0,0 1-1 0 0,1-1 1 0 0,-1 0-1 0 0,0-1 1 0 0,1 1-1 0 0,-1-1 1 0 0,11 0 0 0 0,0 0-1364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4:46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98 13563 0 0,'0'0'817'0'0,"2"3"-324"0"0,2 1-205 0 0,-2 0 0 0 0,1 0 0 0 0,0 0 0 0 0,-1 0 0 0 0,0 1 0 0 0,0-1 0 0 0,0 1 0 0 0,0 0 0 0 0,-1-1 0 0 0,2 9 1 0 0,6 60 2292 0 0,-4-33-1597 0 0,-2-20-522 0 0,0 4 331 0 0,2 32-1 0 0,-13-62-366 0 0,3-14-370 0 0,1 0-1 0 0,1-1 1 0 0,0 1 0 0 0,2-1 0 0 0,0 1 0 0 0,1-1-1 0 0,1 0 1 0 0,1 1 0 0 0,1-1 0 0 0,1 1 0 0 0,0 0-1 0 0,14-34 1 0 0,-16 49-35 0 0,0 0 0 0 0,0 1 0 0 0,1-1 0 0 0,0 1 0 0 0,0-1 0 0 0,0 1 0 0 0,1 0 0 0 0,-1 0-1 0 0,1 0 1 0 0,0 1 0 0 0,6-5 0 0 0,-9 7-14 0 0,1 0 1 0 0,0 0-1 0 0,-1 0 0 0 0,1 0 0 0 0,0 0 0 0 0,0 0 1 0 0,0 1-1 0 0,0-1 0 0 0,0 1 0 0 0,0 0 0 0 0,0-1 0 0 0,0 1 1 0 0,0 0-1 0 0,0 0 0 0 0,0 0 0 0 0,0 0 0 0 0,0 0 1 0 0,0 1-1 0 0,-1-1 0 0 0,1 1 0 0 0,0-1 0 0 0,0 1 1 0 0,0 0-1 0 0,0 0 0 0 0,0 0 0 0 0,-1 0 0 0 0,1 0 0 0 0,0 0 1 0 0,-1 0-1 0 0,1 0 0 0 0,-1 1 0 0 0,3 1 0 0 0,5 8 17 0 0,-1 1-1 0 0,0 0 0 0 0,-1 0 0 0 0,0 1 0 0 0,-1-1 0 0 0,0 2 0 0 0,6 23 0 0 0,5 7 8 0 0,-6-15-6 0 0,-6-15-9 0 0,1 1 0 0 0,0-1 0 0 0,1-1 0 0 0,0 1 0 0 0,1-1 0 0 0,0 0 0 0 0,18 19-1 0 0,-25-31 127 0 0,-1-2-136 0 0,1 1 0 0 0,0 0 0 0 0,-1 0 0 0 0,1 0 0 0 0,0 0 0 0 0,-1-1 0 0 0,1 1 0 0 0,-1 0 1 0 0,1-1-1 0 0,0 1 0 0 0,-1 0 0 0 0,1-1 0 0 0,-1 1 0 0 0,1-1 0 0 0,-1 1 0 0 0,0-1 0 0 0,1 1 0 0 0,-1-1 0 0 0,1 1 0 0 0,-1-1 1 0 0,0 0-1 0 0,1 1 0 0 0,-1-1 0 0 0,0 1 0 0 0,0-1 0 0 0,1 0 0 0 0,-1 1 0 0 0,0-1 0 0 0,0 0 0 0 0,0 1 0 0 0,0-1 0 0 0,0-1 1 0 0,1-29 48 0 0,-2 18-31 0 0,3-12-17 0 0,0-1 0 0 0,2 1 1 0 0,0-1-1 0 0,2 1 0 0 0,1 1 0 0 0,12-29 1 0 0,-18 50-14 0 0,1 0 1 0 0,0-1 0 0 0,0 1-1 0 0,0 0 1 0 0,0 0 0 0 0,0 0 0 0 0,1 0-1 0 0,-1 0 1 0 0,1 1 0 0 0,0-1 0 0 0,0 1-1 0 0,0 0 1 0 0,0-1 0 0 0,4-1-1 0 0,-5 4 3 0 0,0-1-1 0 0,-1 1 0 0 0,1 0 0 0 0,0-1 1 0 0,0 1-1 0 0,-1 0 0 0 0,1 0 0 0 0,0 0 0 0 0,0 0 1 0 0,0 0-1 0 0,-1 1 0 0 0,1-1 0 0 0,0 0 1 0 0,0 1-1 0 0,-1-1 0 0 0,1 1 0 0 0,0 0 0 0 0,-1 0 1 0 0,1-1-1 0 0,-1 1 0 0 0,1 0 0 0 0,-1 0 1 0 0,1 0-1 0 0,-1 1 0 0 0,0-1 0 0 0,0 0 0 0 0,1 1 1 0 0,-1-1-1 0 0,0 0 0 0 0,0 1 0 0 0,1 2 1 0 0,11 16-4 0 0,-2 2 1 0 0,0-1-1 0 0,-1 1 1 0 0,10 36-1 0 0,-9-27 0 0 0,23 47 0 0 0,-23-53 8 0 0,-10-24 11 0 0,0-2-10 0 0,1 1 0 0 0,-1-1 0 0 0,1 1 0 0 0,-1-1 0 0 0,1 0-1 0 0,-1 1 1 0 0,0-1 0 0 0,1 0 0 0 0,-1 0 0 0 0,0 0 0 0 0,0 0 0 0 0,1 0 0 0 0,-1 0-1 0 0,0 0 1 0 0,0 0 0 0 0,0-1 0 0 0,0 1 0 0 0,-1 0 0 0 0,1-1 0 0 0,0 1 0 0 0,0-1-1 0 0,0-2 1 0 0,16-45 4 0 0,-9 26-5 0 0,2-5-3 0 0,0 1-2 0 0,1 0-1 0 0,1 0 1 0 0,1 1-1 0 0,29-43 1 0 0,-42 69 2 0 0,1-1 1 0 0,-1 0 0 0 0,1 0 0 0 0,-1 1 0 0 0,1-1-1 0 0,0 0 1 0 0,-1 1 0 0 0,1-1 0 0 0,0 1 0 0 0,-1-1-1 0 0,1 1 1 0 0,0-1 0 0 0,0 1 0 0 0,0-1 0 0 0,-1 1-1 0 0,1 0 1 0 0,0-1 0 0 0,0 1 0 0 0,0 0 0 0 0,0 0-1 0 0,0 0 1 0 0,-1 0 0 0 0,1 0 0 0 0,0 0 0 0 0,1 0 0 0 0,0 0-4 0 0,-1 1 1 0 0,0 0 0 0 0,0-1 0 0 0,1 1 0 0 0,-1 0 0 0 0,0 0 0 0 0,0 0 0 0 0,0 0 0 0 0,0 0 0 0 0,0 0-1 0 0,0 0 1 0 0,-1 0 0 0 0,1 0 0 0 0,1 2 0 0 0,3 7-23 0 0,0 1-1 0 0,-1-1 1 0 0,4 15-1 0 0,-6-16 23 0 0,4 8 6 0 0,-1 1 10 0 0,0 0-1 0 0,2-1 1 0 0,0 0-1 0 0,13 21 1 0 0,-18-35-10 0 0,0 1 1 0 0,0-1 0 0 0,1 0 0 0 0,-1 1 0 0 0,1-1 0 0 0,0-1 0 0 0,0 1 0 0 0,0 0 0 0 0,0-1 0 0 0,0 1 0 0 0,1-1 0 0 0,-1 0 0 0 0,1 0-1 0 0,0-1 1 0 0,-1 1 0 0 0,1-1 0 0 0,0 1 0 0 0,0-1 0 0 0,0 0 0 0 0,0-1 0 0 0,0 1 0 0 0,0-1 0 0 0,0 0 0 0 0,0 0 0 0 0,7 0 0 0 0,-8-1 2 0 0,1 0 0 0 0,0-1 1 0 0,-1 1-1 0 0,1-1 0 0 0,0 1 1 0 0,-1-1-1 0 0,0 0 0 0 0,1-1 1 0 0,-1 1-1 0 0,0 0 1 0 0,0-1-1 0 0,0 0 0 0 0,-1 0 1 0 0,1 0-1 0 0,-1 0 0 0 0,1 0 1 0 0,2-6-1 0 0,2-2 6 0 0,-1-2 1 0 0,0 1-1 0 0,7-22 1 0 0,-9 24-10 0 0,-1 0 1 0 0,-1 0 0 0 0,1 0-1 0 0,-2 0 1 0 0,0 0 0 0 0,0-15 0 0 0,9 41 30 0 0,6 41 32 0 0,-11-38 4 0 0,0 0 0 0 0,1 0 1 0 0,1-1-1 0 0,10 20 0 0 0,-14-33-157 0 0,0 0 0 0 0,0 0 0 0 0,1-1 1 0 0,0 1-1 0 0,-1-1 0 0 0,2 0 0 0 0,-1 0 1 0 0,0 0-1 0 0,1 0 0 0 0,0-1 0 0 0,0 0 0 0 0,0 0 1 0 0,0 0-1 0 0,0 0 0 0 0,0-1 0 0 0,1 0 1 0 0,0 0-1 0 0,7 1 0 0 0,-7-2-821 0 0,1 0-1 0 0,-1-1 1 0 0,1 0-1 0 0,-1 0 1 0 0,9-1-1 0 0,1-1-2287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4:46.8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32 15643 0 0,'-5'-10'1097'0'0,"3"4"-601"0"0,4-1-424 0 0,-2 2 1400 0 0,1 2-1288 0 0,3 3-64 0 0,1 0-24 0 0,0 1-32 0 0,-2 1-48 0 0,2 3-256 0 0,2 2-184 0 0,-1-1-56 0 0,3 3-328 0 0,1-3-1753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4:47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1 16980 0 0,'0'0'2249'0'0,"-2"1"-1402"0"0,-17 11-77 0 0,0 0 0 0 0,1 1 0 0 0,1 1 0 0 0,0 1 0 0 0,0 0 0 0 0,2 1 0 0 0,-14 19 0 0 0,22-26-665 0 0,0 0 0 0 0,1 0 0 0 0,0 1 0 0 0,0 0 0 0 0,1 0 0 0 0,1 1 0 0 0,0 0 0 0 0,0 0 0 0 0,1 0 0 0 0,0 0 0 0 0,1 0 0 0 0,0 0 0 0 0,1 1 1 0 0,0-1-1 0 0,2 21 0 0 0,0-27-66 0 0,0 0 1 0 0,0 0 0 0 0,1 0 0 0 0,0 0-1 0 0,-1 0 1 0 0,2 0 0 0 0,-1 0 0 0 0,1-1 0 0 0,-1 1-1 0 0,1-1 1 0 0,0 1 0 0 0,1-1 0 0 0,-1 0-1 0 0,1 0 1 0 0,0-1 0 0 0,0 1 0 0 0,0-1-1 0 0,0 0 1 0 0,1 0 0 0 0,-1 0 0 0 0,1-1-1 0 0,0 1 1 0 0,0-1 0 0 0,0 0 0 0 0,0-1 0 0 0,0 1-1 0 0,0-1 1 0 0,0 0 0 0 0,0 0 0 0 0,1-1-1 0 0,-1 1 1 0 0,8-1 0 0 0,7-1-285 0 0,0 0 1 0 0,-1-1 0 0 0,1-1-1 0 0,0-1 1 0 0,-1-1-1 0 0,0-1 1 0 0,0 0-1 0 0,0-1 1 0 0,22-13-1 0 0,-13 6-2478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4:49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92 310 11234 0 0,'3'-4'1236'0'0,"8"-9"-132"0"0,-5 9 3178 0 0,-6 3-3830 0 0,-1-2-164 0 0,0 1-151 0 0,-2-8 315 0 0,-1 11-88 0 0,1 5-37 0 0,-1 5-24 0 0,-63 169 2558 0 0,59-154-2627 0 0,2 0-1 0 0,1 0 0 0 0,1 1 0 0 0,1-1 1 0 0,1 33-1 0 0,2-51-161 0 0,5 59 264 0 0,-5-64-316 0 0,1 1-1 0 0,0-1 1 0 0,-1 1 0 0 0,1-1 0 0 0,1 1-1 0 0,-1-1 1 0 0,0 1 0 0 0,1-1 0 0 0,0 0-1 0 0,-1 0 1 0 0,1 0 0 0 0,0 0 0 0 0,1 0-1 0 0,4 5 1 0 0,-7-8-13 0 0,1 0-1 0 0,-1 1 1 0 0,1-1 0 0 0,-1 0 0 0 0,1 0-1 0 0,-1 1 1 0 0,1-1 0 0 0,-1 0-1 0 0,1 0 1 0 0,-1 0 0 0 0,1 0-1 0 0,-1 0 1 0 0,1 0 0 0 0,-1 0-1 0 0,1 0 1 0 0,-1 0 0 0 0,1 0-1 0 0,-1 0 1 0 0,1 0 0 0 0,-1 0 0 0 0,1 0-1 0 0,-1 0 1 0 0,1 0 0 0 0,-1 0-1 0 0,1-1 1 0 0,-1 1 0 0 0,1 0-1 0 0,0-1 1 0 0,11-14 115 0 0,2-23-4 0 0,-13 35-109 0 0,38-190 84 0 0,-30 135-81 0 0,3 1 0 0 0,20-61 0 0 0,-23 92-12 0 0,1 1 0 0 0,1 1 0 0 0,25-41 0 0 0,-30 57-1 0 0,-1 0-1 0 0,2 0 1 0 0,-1 0-1 0 0,1 1 0 0 0,0 0 1 0 0,1 0-1 0 0,0 0 0 0 0,0 1 1 0 0,0 0-1 0 0,1 1 0 0 0,-1 0 1 0 0,1 1-1 0 0,12-5 0 0 0,-18 8 1 0 0,0-1 0 0 0,0 1 0 0 0,0 1 0 0 0,0-1 0 0 0,0 0 0 0 0,0 1 0 0 0,1 0 0 0 0,-1-1 0 0 0,0 1 0 0 0,0 1 0 0 0,0-1 0 0 0,1 0 0 0 0,-1 1 0 0 0,0-1 0 0 0,0 1 0 0 0,0 0 0 0 0,0 0 0 0 0,0 0 0 0 0,0 1 0 0 0,0-1 0 0 0,0 1 0 0 0,-1-1 0 0 0,1 1 0 0 0,0 0 0 0 0,-1 0 0 0 0,0 0 0 0 0,1 1 0 0 0,-1-1 0 0 0,0 0 0 0 0,0 1 0 0 0,0 0 0 0 0,0-1 0 0 0,-1 1 0 0 0,1 0 0 0 0,-1 0 0 0 0,2 5 0 0 0,0 0 5 0 0,-1-1 1 0 0,0 1 0 0 0,0 0 0 0 0,-1 0-1 0 0,0 0 1 0 0,0 0 0 0 0,-1 0 0 0 0,0 0-1 0 0,-1 0 1 0 0,0 0 0 0 0,0 0 0 0 0,0-1-1 0 0,-1 1 1 0 0,-3 8 0 0 0,-2 0 6 0 0,-1 1 0 0 0,-1-1 0 0 0,0-1 0 0 0,-2 0 0 0 0,1 0 0 0 0,-2-1 0 0 0,-25 25 0 0 0,17-21 5 0 0,0-1 0 0 0,-2 0-1 0 0,0-2 1 0 0,-42 22 0 0 0,65-35-20 0 0,8 1-3 0 0,27 2-17 0 0,33 8-5 0 0,-44-4 30 0 0,0 1 0 0 0,-1 2 0 0 0,0 1 0 0 0,-1 0 0 0 0,-1 2 0 0 0,40 32 1 0 0,-55-41 0 0 0,0-1 0 0 0,1 0 1 0 0,-1 0-1 0 0,1 0 0 0 0,1-1 0 0 0,-1 0 1 0 0,0-1-1 0 0,1 0 0 0 0,11 2 1 0 0,-16-4 0 0 0,-1-1 1 0 0,1 1-1 0 0,0-1 1 0 0,0 0 0 0 0,0 0-1 0 0,-1 0 1 0 0,1-1-1 0 0,0 0 1 0 0,0 1-1 0 0,-1-1 1 0 0,1 0-1 0 0,0-1 1 0 0,-1 1 0 0 0,0-1-1 0 0,1 1 1 0 0,-1-1-1 0 0,0 0 1 0 0,1-1-1 0 0,-1 1 1 0 0,-1 0-1 0 0,1-1 1 0 0,0 1-1 0 0,0-1 1 0 0,3-5 0 0 0,0-1-2 0 0,-1 0 0 0 0,0-1 0 0 0,0 1 0 0 0,-1-1 0 0 0,0 0 0 0 0,-1 0 0 0 0,0 0 0 0 0,-1 0 0 0 0,0-1 0 0 0,-1 1 1 0 0,1-14-1 0 0,-2 16-3 0 0,0 1 1 0 0,-1 0 0 0 0,1 0 0 0 0,-2-1-1 0 0,1 1 1 0 0,-1 0 0 0 0,-4-12-1 0 0,4 15 0 0 0,0 0-1 0 0,0 1 1 0 0,0-1-1 0 0,0 0 1 0 0,-1 1-1 0 0,0 0 1 0 0,0-1-1 0 0,0 1 1 0 0,0 0-1 0 0,0 0 1 0 0,0 1-1 0 0,-1-1 0 0 0,-6-3 1 0 0,8 5-2 0 0,-1-1 1 0 0,0 1-1 0 0,0 0 1 0 0,0 0-1 0 0,0 0 0 0 0,-1 0 1 0 0,1 1-1 0 0,0-1 1 0 0,0 1-1 0 0,0 0 0 0 0,0 0 1 0 0,-1 0-1 0 0,1 1 1 0 0,0-1-1 0 0,0 0 0 0 0,0 1 1 0 0,0 0-1 0 0,0 0 1 0 0,0 0-1 0 0,0 0 1 0 0,0 1-1 0 0,0-1 0 0 0,0 1 1 0 0,1-1-1 0 0,-1 1 1 0 0,1 0-1 0 0,-1 0 0 0 0,1 0 1 0 0,0 1-1 0 0,-1-1 1 0 0,1 1-1 0 0,-2 3 0 0 0,-2 1 4 0 0,1 1 0 0 0,0 0 0 0 0,1 0 0 0 0,0 0 0 0 0,0 0 0 0 0,0 1 0 0 0,1 0 0 0 0,1-1 0 0 0,-1 1 0 0 0,0 11 0 0 0,2-12 0 0 0,0 0-1 0 0,1 0 1 0 0,0 0-1 0 0,0 0 1 0 0,1 0-1 0 0,0 1 1 0 0,0-1-1 0 0,1 0 1 0 0,0-1-1 0 0,1 1 1 0 0,0 0 0 0 0,0-1-1 0 0,0 1 1 0 0,1-1-1 0 0,0 0 1 0 0,1 0-1 0 0,-1 0 1 0 0,1-1-1 0 0,0 0 1 0 0,1 0-1 0 0,0 0 1 0 0,0 0-1 0 0,0-1 1 0 0,1 0-1 0 0,-1 0 1 0 0,1-1-1 0 0,0 0 1 0 0,0 0-1 0 0,1-1 1 0 0,-1 0-1 0 0,1 0 1 0 0,13 3 0 0 0,-6-4-4 0 0,0 0 1 0 0,1-1 0 0 0,-1-1-1 0 0,1 0 1 0 0,-1-1 0 0 0,1 0-1 0 0,-1-2 1 0 0,0 0 0 0 0,0 0-1 0 0,0-2 1 0 0,0 1 0 0 0,21-12 0 0 0,-16 6-1 0 0,-1 0 0 0 0,-1-2 0 0 0,0 0 0 0 0,0-1 0 0 0,-1-1 0 0 0,-1 0 0 0 0,0-1 0 0 0,18-25 1 0 0,-30 36 5 0 0,-1-1 0 0 0,0 0 1 0 0,0-1-1 0 0,0 1 0 0 0,-1-1 1 0 0,1 1-1 0 0,-1-1 0 0 0,-1 0 1 0 0,1 1-1 0 0,-1-1 0 0 0,0 0 1 0 0,0 0-1 0 0,-1 0 0 0 0,0 0 1 0 0,-1-8-1 0 0,1 10 2 0 0,0 1 1 0 0,-1 0-1 0 0,1 0 1 0 0,-1 0 0 0 0,0 0-1 0 0,0 0 1 0 0,-1 1-1 0 0,1-1 1 0 0,0 0-1 0 0,-1 0 1 0 0,0 1-1 0 0,1-1 1 0 0,-1 1-1 0 0,0-1 1 0 0,0 1 0 0 0,-1 0-1 0 0,1 0 1 0 0,0 0-1 0 0,-1 0 1 0 0,1 0-1 0 0,-1 0 1 0 0,0 1-1 0 0,0-1 1 0 0,1 1-1 0 0,-1 0 1 0 0,0 0 0 0 0,0 0-1 0 0,0 0 1 0 0,0 0-1 0 0,0 1 1 0 0,-4-1-1 0 0,1 1 8 0 0,0-1 0 0 0,1 1-1 0 0,-1 0 1 0 0,0 1 0 0 0,0 0-1 0 0,0 0 1 0 0,1 0 0 0 0,-1 0-1 0 0,1 1 1 0 0,-1 0 0 0 0,1 0-1 0 0,-1 0 1 0 0,1 1 0 0 0,0 0 0 0 0,-5 4-1 0 0,3-2-5 0 0,1 0 1 0 0,0 0-1 0 0,1 1 0 0 0,-1 0 1 0 0,1 0-1 0 0,0 1 0 0 0,1 0 0 0 0,-1-1 1 0 0,1 1-1 0 0,-3 10 0 0 0,3-8-3 0 0,0 0-1 0 0,1 0 0 0 0,0 0 1 0 0,1 1-1 0 0,0-1 0 0 0,1 1 1 0 0,0-1-1 0 0,0 1 0 0 0,1-1 1 0 0,0 1-1 0 0,1 0 1 0 0,0-1-1 0 0,0 1 0 0 0,1-1 1 0 0,1 1-1 0 0,-1-1 0 0 0,1 0 1 0 0,8 16-1 0 0,-2-12 12 0 0,1-1 0 0 0,0-1 0 0 0,1 0 1 0 0,0 0-1 0 0,0-1 0 0 0,1 0 0 0 0,26 15 0 0 0,-21-14 38 0 0,0 1 0 0 0,-1 1-1 0 0,24 23 1 0 0,-32-26-24 0 0,0 0-1 0 0,-1 1 1 0 0,0-1 0 0 0,0 1-1 0 0,-1 0 1 0 0,-1 1 0 0 0,0 0-1 0 0,5 14 1 0 0,-9-22-33 0 0,0 0 1 0 0,0 0-1 0 0,0 0 1 0 0,0 0-1 0 0,-1 0 1 0 0,1 1-1 0 0,-1-1 0 0 0,0 0 1 0 0,-1 0-1 0 0,1 0 1 0 0,-1 0-1 0 0,0 1 1 0 0,0-1-1 0 0,0 0 1 0 0,0 0-1 0 0,-1-1 0 0 0,1 1 1 0 0,-1 0-1 0 0,0 0 1 0 0,0-1-1 0 0,-1 1 1 0 0,1-1-1 0 0,-1 0 1 0 0,1 1-1 0 0,-1-1 0 0 0,0-1 1 0 0,0 1-1 0 0,-6 4 1 0 0,3-4-37 0 0,1 0 0 0 0,-2 0 1 0 0,1 0-1 0 0,0-1 0 0 0,0 0 1 0 0,-1 0-1 0 0,1 0 0 0 0,-1-1 1 0 0,0 0-1 0 0,1-1 0 0 0,-1 1 1 0 0,0-1-1 0 0,1 0 0 0 0,-1-1 1 0 0,0 0-1 0 0,1 0 0 0 0,-1 0 1 0 0,-10-4-1 0 0,9 2 7 0 0,1 1 0 0 0,0-1 0 0 0,0-1 1 0 0,1 1-1 0 0,-1-1 0 0 0,1-1 0 0 0,0 1 0 0 0,0-1 0 0 0,0 0 0 0 0,0 0 1 0 0,1 0-1 0 0,0-1 0 0 0,0 0 0 0 0,1 0 0 0 0,0-1 0 0 0,-5-8 0 0 0,7 10 33 0 0,0 1-1 0 0,1-1 0 0 0,0 1 0 0 0,0-1 0 0 0,0 1 0 0 0,0-1 0 0 0,1 0 0 0 0,0 0 0 0 0,0 1 0 0 0,0-1 0 0 0,0 0 0 0 0,1 1 0 0 0,0-1 0 0 0,0 0 0 0 0,0 1 0 0 0,1-1 0 0 0,-1 1 0 0 0,1-1 0 0 0,0 1 0 0 0,0 0 0 0 0,1 0 1 0 0,-1 0-1 0 0,1 0 0 0 0,0 0 0 0 0,4-3 0 0 0,8-10 39 0 0,1 1 0 0 0,1 1 0 0 0,35-25 0 0 0,-46 35-27 0 0,71-48 139 0 0,-32 23 67 0 0,68-58-1 0 0,-102 77-168 0 0,0 0 1 0 0,0-1-1 0 0,-1 0 1 0 0,0 0-1 0 0,-1-1 1 0 0,0 0-1 0 0,-1-1 1 0 0,-1 0-1 0 0,0 0 1 0 0,5-18-1 0 0,-10 24-19 0 0,0 0-1 0 0,-1 0 1 0 0,0 0-1 0 0,0 1 1 0 0,-1-12-1 0 0,0 15-16 0 0,0 0 1 0 0,0 0-1 0 0,-1 0 0 0 0,0 0 0 0 0,0 0 0 0 0,0 0 0 0 0,0 0 0 0 0,0 0 0 0 0,-1 0 0 0 0,0 1 0 0 0,0-1 0 0 0,-2-3 0 0 0,4 7-13 0 0,0-1 0 0 0,-1 1 0 0 0,1 0 0 0 0,0-1 0 0 0,0 1 0 0 0,-1 0 0 0 0,1 0 0 0 0,0-1 0 0 0,-1 1 0 0 0,1 0 0 0 0,0 0 0 0 0,-1 0 0 0 0,1-1 0 0 0,0 1 0 0 0,-1 0 0 0 0,1 0 0 0 0,0 0 0 0 0,-1 0 0 0 0,1 0 0 0 0,0 0 0 0 0,-1-1 0 0 0,1 1 0 0 0,-1 0 0 0 0,1 0 0 0 0,0 0 0 0 0,-1 0 0 0 0,1 0 0 0 0,0 1 0 0 0,-1-1 0 0 0,1 0 0 0 0,-1 0 0 0 0,1 0 0 0 0,0 0 0 0 0,-1 1 0 0 0,-10 12-37 0 0,-1 18-1 0 0,7-5 37 0 0,1-1-1 0 0,1 1 0 0 0,1-1 0 0 0,2 38 1 0 0,1-28-1 0 0,-1-29 3 0 0,0 0-1 0 0,1 0 0 0 0,0 0 0 0 0,0 0 1 0 0,0 0-1 0 0,1-1 0 0 0,0 1 0 0 0,0 0 1 0 0,0-1-1 0 0,1 0 0 0 0,5 9 0 0 0,-7-13 2 0 0,0 1 0 0 0,0 0-1 0 0,1-1 1 0 0,-1 1 0 0 0,1-1-1 0 0,-1 0 1 0 0,1 1 0 0 0,-1-1-1 0 0,1 0 1 0 0,0 0 0 0 0,0 0-1 0 0,0 0 1 0 0,-1 0 0 0 0,1 0-1 0 0,0-1 1 0 0,0 1 0 0 0,0-1-1 0 0,0 1 1 0 0,0-1 0 0 0,0 0 0 0 0,0 0-1 0 0,1 0 1 0 0,-1 0 0 0 0,0 0-1 0 0,0 0 1 0 0,0 0 0 0 0,0-1-1 0 0,0 1 1 0 0,0-1 0 0 0,0 1-1 0 0,0-1 1 0 0,0 0 0 0 0,-1 0-1 0 0,1 0 1 0 0,0 0 0 0 0,2-1-1 0 0,7-6 6 0 0,1-1 0 0 0,-1 1 0 0 0,0-2 0 0 0,-1 1 0 0 0,0-1 0 0 0,-1-1 0 0 0,0 0 0 0 0,0 0 0 0 0,-1-1 0 0 0,-1 0 0 0 0,6-13 0 0 0,-5 8-13 0 0,-1 1 0 0 0,-1-1 0 0 0,-1 0 0 0 0,0 0 0 0 0,-1 0 1 0 0,-1-1-1 0 0,-1 0 0 0 0,1-24 0 0 0,-10 56-85 0 0,6-1 84 0 0,1 1-1 0 0,0-1 1 0 0,1 1 0 0 0,1-1 0 0 0,0 1 0 0 0,1-1-1 0 0,0 0 1 0 0,1 0 0 0 0,0 0 0 0 0,1-1 0 0 0,7 14-1 0 0,-8-20 9 0 0,-1 0 0 0 0,1 0 0 0 0,0-1 0 0 0,0 1 0 0 0,1-1 0 0 0,-1 0 0 0 0,1 0 0 0 0,0-1 0 0 0,1 1 0 0 0,-1-1 0 0 0,1 0 0 0 0,0-1 0 0 0,0 1-1 0 0,0-1 1 0 0,0 0 0 0 0,0-1 0 0 0,1 1 0 0 0,0-1 0 0 0,-1-1 0 0 0,1 1 0 0 0,0-1 0 0 0,0 0 0 0 0,9-1 0 0 0,-7 0 2 0 0,0-1 0 0 0,0 0 1 0 0,0 0-1 0 0,-1-1 0 0 0,1 0 1 0 0,0-1-1 0 0,-1 0 1 0 0,1 0-1 0 0,-1-1 0 0 0,0 0 1 0 0,0 0-1 0 0,0-1 0 0 0,-1 0 1 0 0,0-1-1 0 0,0 0 0 0 0,0 0 1 0 0,0 0-1 0 0,8-11 0 0 0,-7 7 3 0 0,-1-1 0 0 0,0 0 0 0 0,0-1 0 0 0,-1 1 0 0 0,0-1 0 0 0,-1 0 0 0 0,0 0 0 0 0,-1-1 0 0 0,-1 0 0 0 0,0 1 0 0 0,-1-1 0 0 0,1-16 0 0 0,-2 11-9 0 0,-1 0 0 0 0,-1-1 0 0 0,0 1 0 0 0,-1 0 0 0 0,-2 0 0 0 0,0 0 0 0 0,0 1 0 0 0,-2-1 0 0 0,0 1 0 0 0,-1 0 0 0 0,-1 1 0 0 0,0-1 0 0 0,-21-28 0 0 0,28 43 0 0 0,0 1 0 0 0,0-1 0 0 0,0 1 0 0 0,-1-1 0 0 0,1 1 0 0 0,0-1 0 0 0,-1 1 0 0 0,1 0 0 0 0,-1 0 0 0 0,0-1 0 0 0,1 1 0 0 0,-1 0 0 0 0,0 1-1 0 0,0-1 1 0 0,1 0 0 0 0,-1 0 0 0 0,0 1 0 0 0,0-1 0 0 0,0 1 0 0 0,0 0 0 0 0,0 0 0 0 0,-2-1 0 0 0,1 2-2 0 0,1 0 0 0 0,0-1 0 0 0,-1 1 0 0 0,1 0 0 0 0,0 0 0 0 0,0 0-1 0 0,0 1 1 0 0,0-1 0 0 0,0 0 0 0 0,0 1 0 0 0,0 0 0 0 0,0-1 0 0 0,0 1 0 0 0,1 0 0 0 0,-1 0 0 0 0,0 0-1 0 0,-1 3 1 0 0,-3 5 0 0 0,1 0 0 0 0,0 0-1 0 0,0 1 1 0 0,1-1 0 0 0,0 1-1 0 0,1 0 1 0 0,0 1 0 0 0,1-1-1 0 0,1 0 1 0 0,-1 1 0 0 0,2-1-1 0 0,0 13 1 0 0,0-3-1 0 0,2-1 0 0 0,1 1-1 0 0,0 0 1 0 0,1 0 0 0 0,13 33 0 0 0,-12-39-4 0 0,2 0 1 0 0,-1 0-1 0 0,2-1 0 0 0,0-1 0 0 0,0 1 1 0 0,1-1-1 0 0,1 0 0 0 0,12 11 0 0 0,-16-18 7 0 0,1 0 0 0 0,0 0 0 0 0,0-1 0 0 0,1 0-1 0 0,-1 0 1 0 0,1-1 0 0 0,0 0 0 0 0,1 0-1 0 0,-1-1 1 0 0,1 0 0 0 0,-1 0 0 0 0,1-1 0 0 0,0-1-1 0 0,0 1 1 0 0,13 0 0 0 0,-9-2 8 0 0,0-1 1 0 0,-1 0-1 0 0,1-1 1 0 0,0 0-1 0 0,-1-1 1 0 0,0 0-1 0 0,0-1 0 0 0,0 0 1 0 0,0-1-1 0 0,0-1 1 0 0,-1 0-1 0 0,16-10 0 0 0,-22 12 1 0 0,0 0-1 0 0,0 0 1 0 0,0 0-1 0 0,0-1 1 0 0,0 0-1 0 0,-1 0 1 0 0,0 0-1 0 0,0 0 1 0 0,0-1-1 0 0,-1 1 1 0 0,0-1-1 0 0,0 0 0 0 0,0 0 1 0 0,-1 0-1 0 0,0 0 1 0 0,0 0-1 0 0,0-1 1 0 0,-1 1-1 0 0,0-1 1 0 0,0 1-1 0 0,-1-1 1 0 0,0 0-1 0 0,0 1 0 0 0,0-1 1 0 0,-3-10-1 0 0,3 14-4 0 0,-1 1 0 0 0,1-1 0 0 0,-1 1-1 0 0,0-1 1 0 0,1 1 0 0 0,-1-1 0 0 0,0 1-1 0 0,-1-1 1 0 0,1 1 0 0 0,0 0 0 0 0,-1 0 0 0 0,1 0-1 0 0,-1-1 1 0 0,0 2 0 0 0,0-1 0 0 0,0 0-1 0 0,0 0 1 0 0,0 0 0 0 0,0 1 0 0 0,0-1-1 0 0,0 1 1 0 0,-1 0 0 0 0,1 0 0 0 0,0 0 0 0 0,-1 0-1 0 0,1 0 1 0 0,-1 0 0 0 0,0 1 0 0 0,1-1-1 0 0,-1 1 1 0 0,1-1 0 0 0,-1 1 0 0 0,0 0-1 0 0,1 0 1 0 0,-1 1 0 0 0,0-1 0 0 0,-2 1 0 0 0,-3 1-7 0 0,-1 0 1 0 0,1 0-1 0 0,0 1 1 0 0,0 0-1 0 0,0 1 1 0 0,0-1-1 0 0,1 2 1 0 0,-1-1-1 0 0,1 1 1 0 0,-8 7-1 0 0,6-4 4 0 0,1 1-1 0 0,-1 0 0 0 0,2 0 1 0 0,-1 1-1 0 0,1 0 0 0 0,1 0 0 0 0,-8 16 1 0 0,11-22 1 0 0,1 0 0 0 0,1 0 0 0 0,-1 1 0 0 0,0-1 0 0 0,1 1 0 0 0,0 0 1 0 0,0-1-1 0 0,0 1 0 0 0,1 0 0 0 0,0 0 0 0 0,0-1 0 0 0,0 1 0 0 0,0 0 1 0 0,1 0-1 0 0,-1-1 0 0 0,1 1 0 0 0,1 0 0 0 0,-1-1 0 0 0,1 1 0 0 0,-1-1 1 0 0,5 8-1 0 0,-5-11 3 0 0,0 1 1 0 0,0 0-1 0 0,1-1 1 0 0,-1 0 0 0 0,0 1-1 0 0,1-1 1 0 0,-1 0-1 0 0,1 0 1 0 0,-1 0 0 0 0,1 0-1 0 0,0 0 1 0 0,-1 0-1 0 0,1 0 1 0 0,0 0 0 0 0,0-1-1 0 0,0 1 1 0 0,0-1-1 0 0,-1 1 1 0 0,4-1 0 0 0,-1 0 3 0 0,0 0 1 0 0,0 0 0 0 0,0 0 0 0 0,0-1-1 0 0,0 0 1 0 0,0 0 0 0 0,0 0 0 0 0,7-3 0 0 0,-1-1 7 0 0,1 0 1 0 0,-1-1 0 0 0,-1 0 0 0 0,1-1 0 0 0,13-12-1 0 0,-10 6 18 0 0,-1 0 0 0 0,-1-1-1 0 0,14-20 1 0 0,-25 33-31 0 0,0 1 0 0 0,1 0 0 0 0,-1 0 0 0 0,0 0 0 0 0,0 0 0 0 0,0 0 0 0 0,0 0 0 0 0,0 0 0 0 0,0 0 0 0 0,1 0 0 0 0,-1 0 0 0 0,0 0 0 0 0,0-1 0 0 0,0 1 0 0 0,0 0 0 0 0,1 0 0 0 0,-1 0 0 0 0,0 0 0 0 0,0 0 0 0 0,0 0-1 0 0,0 0 1 0 0,1 0 0 0 0,-1 0 0 0 0,0 1 0 0 0,0-1 0 0 0,0 0 0 0 0,0 0 0 0 0,0 0 0 0 0,1 0 0 0 0,-1 0 0 0 0,0 0 0 0 0,0 0 0 0 0,0 0 0 0 0,0 0 0 0 0,0 0 0 0 0,1 0 0 0 0,-1 1 0 0 0,0-1 0 0 0,0 0 0 0 0,0 0 0 0 0,0 0 0 0 0,0 0 0 0 0,0 0 0 0 0,0 1 0 0 0,0-1 0 0 0,0 0 0 0 0,0 0 0 0 0,0 0 0 0 0,1 1 0 0 0,21 25 13 0 0,-20-23-10 0 0,1 1 0 0 0,-1-1 0 0 0,1 0 1 0 0,0 0-1 0 0,0 1 0 0 0,0-2 0 0 0,0 1 0 0 0,0 0 0 0 0,1-1 0 0 0,-1 1 0 0 0,1-1 0 0 0,0 0 1 0 0,-1 0-1 0 0,1-1 0 0 0,0 1 0 0 0,0-1 0 0 0,7 2 0 0 0,-5-3 1 0 0,0 0 1 0 0,0 0-1 0 0,0 0 1 0 0,1-1-1 0 0,-1 0 0 0 0,0 0 1 0 0,0-1-1 0 0,0 1 1 0 0,0-1-1 0 0,-1 0 0 0 0,1-1 1 0 0,0 0-1 0 0,-1 0 0 0 0,0 0 1 0 0,0 0-1 0 0,0-1 1 0 0,0 0-1 0 0,0 0 0 0 0,-1 0 1 0 0,1-1-1 0 0,4-6 1 0 0,5-7 6 0 0,0-1 0 0 0,-1 0 1 0 0,-1-1-1 0 0,13-31 0 0 0,-17 30-10 0 0,0 1-1 0 0,-1-2 0 0 0,-2 1 1 0 0,0-1-1 0 0,3-35 0 0 0,-4 1-35 0 0,-4-57-1 0 0,-7 40-69 0 0,-3 76 46 0 0,7 1 51 0 0,0 1 0 0 0,0-1 1 0 0,1 0-1 0 0,0 1 0 0 0,0-1 0 0 0,0 1 0 0 0,0 0 1 0 0,1 0-1 0 0,-2 9 0 0 0,0-2-3 0 0,-4 12 12 0 0,1 1 1 0 0,2-1 0 0 0,0 1-1 0 0,2 0 1 0 0,0 0-1 0 0,2 0 1 0 0,1 0 0 0 0,6 39-1 0 0,-3-46 8 0 0,0 0 1 0 0,0-1-1 0 0,2 1 0 0 0,0-1 0 0 0,1-1 1 0 0,1 1-1 0 0,1-1 0 0 0,0 0 0 0 0,1-1 1 0 0,0 0-1 0 0,1-1 0 0 0,20 20 0 0 0,-24-28 2 0 0,1 0 0 0 0,-1 0-1 0 0,1-1 1 0 0,0 0 0 0 0,1-1-1 0 0,-1 1 1 0 0,1-2-1 0 0,0 1 1 0 0,0-1 0 0 0,0-1-1 0 0,0 1 1 0 0,1-2 0 0 0,-1 1-1 0 0,1-1 1 0 0,-1-1 0 0 0,1 1-1 0 0,-1-2 1 0 0,1 1-1 0 0,-1-1 1 0 0,1-1 0 0 0,-1 0-1 0 0,0 0 1 0 0,12-5 0 0 0,-13 4-6 0 0,-1 0 1 0 0,1 0-1 0 0,-1-1 1 0 0,1 0-1 0 0,-1 0 1 0 0,0 0-1 0 0,-1-1 1 0 0,1-1-1 0 0,-1 1 1 0 0,0-1-1 0 0,0 0 1 0 0,-1 0-1 0 0,1 0 1 0 0,-2-1-1 0 0,1 0 1 0 0,-1 0-1 0 0,0 0 1 0 0,0-1-1 0 0,-1 1 1 0 0,0-1-1 0 0,0 0 1 0 0,-1 0-1 0 0,0 0 1 0 0,0 0-1 0 0,-1 0 1 0 0,1-15-1 0 0,-2 19-7 0 0,0 1 0 0 0,0 0-1 0 0,0 0 1 0 0,-1 0 0 0 0,1-1-1 0 0,-1 1 1 0 0,0 0 0 0 0,0 0-1 0 0,0 0 1 0 0,0 0-1 0 0,0 0 1 0 0,-1 0 0 0 0,1 0-1 0 0,-1 1 1 0 0,0-1 0 0 0,0 0-1 0 0,0 1 1 0 0,0 0 0 0 0,0-1-1 0 0,-1 1 1 0 0,1 0-1 0 0,0 0 1 0 0,-1 0 0 0 0,0 0-1 0 0,0 1 1 0 0,1-1 0 0 0,-1 1-1 0 0,-6-3 1 0 0,5 3 1 0 0,-1 1 0 0 0,1-1 0 0 0,-1 0 0 0 0,1 1 0 0 0,-1 0 0 0 0,1 0 0 0 0,-1 0-1 0 0,1 1 1 0 0,-1 0 0 0 0,1-1 0 0 0,0 2 0 0 0,-1-1 0 0 0,1 0 0 0 0,0 1 0 0 0,0 0 0 0 0,0 0 0 0 0,0 0 0 0 0,0 0 0 0 0,0 1 0 0 0,-4 3 0 0 0,4-3 12 0 0,0 1 1 0 0,0-1-1 0 0,0 1 0 0 0,1 0 1 0 0,0-1-1 0 0,0 1 1 0 0,0 1-1 0 0,0-1 1 0 0,0 0-1 0 0,1 1 0 0 0,0 0 1 0 0,0-1-1 0 0,0 1 1 0 0,1 0-1 0 0,-1 0 0 0 0,1 0 1 0 0,0 0-1 0 0,1 0 1 0 0,-1 0-1 0 0,1 0 0 0 0,0 0 1 0 0,0 1-1 0 0,1-1 1 0 0,-1 0-1 0 0,1 0 1 0 0,0 0-1 0 0,1 0 0 0 0,-1 0 1 0 0,1-1-1 0 0,0 1 1 0 0,0 0-1 0 0,4 5 0 0 0,-1-2 6 0 0,0 1 0 0 0,1-1 0 0 0,1 0 0 0 0,-1 0 0 0 0,1-1 0 0 0,0 0 0 0 0,1 0 0 0 0,0-1 0 0 0,0 0 0 0 0,0 0 0 0 0,1-1 0 0 0,0 0 0 0 0,0-1 0 0 0,0 0 0 0 0,16 5 0 0 0,-14-6-104 0 0,0-1 1 0 0,0-1-1 0 0,0 0 1 0 0,0-1-1 0 0,0 0 0 0 0,0 0 1 0 0,0-1-1 0 0,1 0 1 0 0,-1-1-1 0 0,-1-1 0 0 0,1 0 1 0 0,10-4-1 0 0,-10 3-766 0 0,-1-1 1 0 0,0 0-1 0 0,0 0 0 0 0,0-1 0 0 0,-1 0 0 0 0,1-1 0 0 0,8-8 1 0 0,-4-2-2182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4:50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 21028 0 0,'23'-6'449'0'0,"4"1"-41"0"0,1 0 0 0 0,0-2-80 0 0,2 2-80 0 0,4-2 40 0 0,1 4-128 0 0,1 0-136 0 0,1-1-240 0 0,0 1-168 0 0,-2 1-272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4:50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101 143 13235 0 0,'0'0'388'0'0,"-8"-9"265"0"0,8 9-530 0 0,0 0 0 0 0,0-1-1 0 0,0 1 1 0 0,0 0 0 0 0,-1 0 0 0 0,1-1 0 0 0,0 1-1 0 0,0 0 1 0 0,0 0 0 0 0,0 0 0 0 0,-1-1-1 0 0,1 1 1 0 0,0 0 0 0 0,0 0 0 0 0,-1 0 0 0 0,1 0-1 0 0,0 0 1 0 0,0-1 0 0 0,-1 1 0 0 0,1 0-1 0 0,0 0 1 0 0,-1 0 0 0 0,1 0 0 0 0,0 0 0 0 0,0 0-1 0 0,-1 0 1 0 0,1 0 0 0 0,0 0 0 0 0,-1 0-1 0 0,1 0 1 0 0,0 0 0 0 0,0 0 0 0 0,-1 0 0 0 0,1 1-1 0 0,-6 4 218 0 0,-1-9 72 0 0,2 2-56 0 0,3 5-97 0 0,1 3-56 0 0,-52 391 3651 0 0,50-362-3789 0 0,-4 14 217 0 0,8-49-274 0 0,1-1 1 0 0,-1 1 0 0 0,1-1-1 0 0,-1 1 1 0 0,1-1-1 0 0,-1 0 1 0 0,0 1 0 0 0,1-1-1 0 0,-1 0 1 0 0,0 0-1 0 0,0 0 1 0 0,1 0 0 0 0,-1 0-1 0 0,0 0 1 0 0,0 0-1 0 0,0-1 1 0 0,0 1 0 0 0,-1 0-1 0 0,1 0 1 0 0,0-1-1 0 0,0-1 1 0 0,17-38 26 0 0,-14 29-30 0 0,16-43-4 0 0,-3 0-1 0 0,11-68 0 0 0,-16 66-14 0 0,2 1 0 0 0,24-61 0 0 0,-35 110 12 0 0,0 1 0 0 0,0-1 0 0 0,1 0 0 0 0,0 1 0 0 0,0 0 0 0 0,1 0 0 0 0,0 0 0 0 0,0 1 0 0 0,9-8 0 0 0,-12 11 4 0 0,-1 1 1 0 0,1 0-1 0 0,0 0 0 0 0,0 0 0 0 0,0 0 1 0 0,0 0-1 0 0,0 0 0 0 0,0 0 1 0 0,0 1-1 0 0,0-1 0 0 0,0 1 1 0 0,0-1-1 0 0,0 1 0 0 0,0 0 1 0 0,0 0-1 0 0,0 0 0 0 0,1 0 0 0 0,-1 0 1 0 0,0 0-1 0 0,0 1 0 0 0,0-1 1 0 0,0 1-1 0 0,0-1 0 0 0,0 1 1 0 0,0 0-1 0 0,0 0 0 0 0,0 0 1 0 0,0 0-1 0 0,0 0 0 0 0,-1 0 0 0 0,1 0 1 0 0,0 1-1 0 0,-1-1 0 0 0,1 1 1 0 0,-1-1-1 0 0,3 4 0 0 0,3 4 15 0 0,0 0 0 0 0,-1 1 1 0 0,0-1-1 0 0,-1 1 0 0 0,0 1 0 0 0,4 11 0 0 0,19 70 97 0 0,-15-48-54 0 0,27 80 77 0 0,22 79-284 0 0,-60-196-49 0 0,5 32-290 0 0,-6-37 217 0 0,-1 0 0 0 0,0 1-1 0 0,0-1 1 0 0,0 0-1 0 0,0 0 1 0 0,0 1 0 0 0,-1-1-1 0 0,1 0 1 0 0,0 0 0 0 0,-1 0-1 0 0,0 0 1 0 0,0 1 0 0 0,-1 2-1 0 0,-2 0-2210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4:51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0 138 14075 0 0,'10'-4'467'0'0,"0"0"-1"0"0,0 1 1 0 0,0 0 0 0 0,0 0-1 0 0,0 2 1 0 0,14-2-1 0 0,65 0 1613 0 0,-70 3-1731 0 0,208 7 2422 0 0,32 0-1622 0 0,-196-8-986 0 0,0-4 0 0 0,68-13 0 0 0,-125 17-135 0 0,1-1 0 0 0,-1 1 0 0 0,0-2 0 0 0,0 1 0 0 0,1-1 0 0 0,9-6 0 0 0,-15 8-16 0 0,1 1 0 0 0,-1-1-1 0 0,-1 0 1 0 0,1 0 0 0 0,0 0-1 0 0,0 0 1 0 0,0 0-1 0 0,0 0 1 0 0,0 0 0 0 0,-1 0-1 0 0,1 0 1 0 0,-1 0 0 0 0,1 0-1 0 0,-1 0 1 0 0,1 0 0 0 0,-1-1-1 0 0,1-1 1 0 0,-1 2-3 0 0,0-1 1 0 0,0 1-1 0 0,-1 0 1 0 0,1-1-1 0 0,0 1 1 0 0,-1 0-1 0 0,1-1 1 0 0,-1 1-1 0 0,1 0 1 0 0,-1 0-1 0 0,0 0 0 0 0,0-1 1 0 0,1 1-1 0 0,-1 0 1 0 0,0 0-1 0 0,0 0 1 0 0,0 0-1 0 0,0 0 1 0 0,0 0-1 0 0,-2 0 1 0 0,-3-4-5 0 0,-1 1 1 0 0,0 0-1 0 0,0 0 1 0 0,-1 0 0 0 0,1 1-1 0 0,-1 1 1 0 0,1-1 0 0 0,-1 1-1 0 0,0 0 1 0 0,0 1-1 0 0,-11-1 1 0 0,1 1 2 0 0,-1 0-1 0 0,1 2 0 0 0,-37 5 1 0 0,47-5 1 0 0,-1 1 0 0 0,0 1 0 0 0,1 0 0 0 0,-1 0-1 0 0,1 0 1 0 0,0 1 0 0 0,0 1 0 0 0,0-1 0 0 0,0 1 0 0 0,1 0 0 0 0,0 1 0 0 0,0 0 0 0 0,0 0-1 0 0,-5 8 1 0 0,8-10-3 0 0,2 0 0 0 0,-1 0 0 0 0,0 0-1 0 0,1 0 1 0 0,0 0 0 0 0,0 1 0 0 0,0-1 0 0 0,0 1-1 0 0,1-1 1 0 0,0 1 0 0 0,0 0 0 0 0,0-1-1 0 0,1 1 1 0 0,-1 0 0 0 0,1 0 0 0 0,0 0 0 0 0,0 0-1 0 0,1-1 1 0 0,0 1 0 0 0,0 0 0 0 0,0 0-1 0 0,0-1 1 0 0,1 1 0 0 0,-1-1 0 0 0,1 1-1 0 0,0-1 1 0 0,5 8 0 0 0,-4-8 3 0 0,0 0 0 0 0,-1 0 1 0 0,1-1-1 0 0,0 1 0 0 0,1-1 0 0 0,-1 1 1 0 0,1-1-1 0 0,0 0 0 0 0,-1-1 0 0 0,1 1 1 0 0,0-1-1 0 0,1 1 0 0 0,-1-1 0 0 0,0-1 1 0 0,8 3-1 0 0,-5-2 0 0 0,1-1 0 0 0,0 0 1 0 0,-1 0-1 0 0,1 0 0 0 0,0-1 0 0 0,-1-1 0 0 0,1 1 1 0 0,0-1-1 0 0,7-2 0 0 0,-1-1 7 0 0,0 0 0 0 0,0-1 0 0 0,0 0 1 0 0,0-2-1 0 0,-1 1 0 0 0,0-1 0 0 0,0-1 0 0 0,-1 0 0 0 0,18-16 0 0 0,-26 20 12 0 0,0 0-1 0 0,0 0 0 0 0,-1 0 1 0 0,1 0-1 0 0,-1-1 1 0 0,0 1-1 0 0,0-1 0 0 0,-1 0 1 0 0,1 0-1 0 0,-1 0 0 0 0,0 0 1 0 0,-1 0-1 0 0,1 0 0 0 0,-1-1 1 0 0,0 1-1 0 0,0-6 1 0 0,-1 10 133 0 0,-1 4-157 0 0,0-1 0 0 0,0 1 0 0 0,0 0 0 0 0,1 0 0 0 0,-1-1 0 0 0,1 1 0 0 0,-1 0 0 0 0,1 0 0 0 0,0 5 0 0 0,0-7-1 0 0,0 40 50 0 0,3-1 1 0 0,0 0 0 0 0,3 0 0 0 0,13 48 0 0 0,7 49 122 0 0,-23-113-158 0 0,-1 0-1 0 0,-1-1 1 0 0,-4 44-1 0 0,2-64-16 0 0,1 1 0 0 0,-1 0 0 0 0,1 0 0 0 0,-1-1 0 0 0,0 1 0 0 0,-1 0 0 0 0,1-1 0 0 0,-1 1 0 0 0,1-1 0 0 0,-1 1 0 0 0,0-1 0 0 0,0 0 0 0 0,-1 0 0 0 0,1 0 0 0 0,-1 0 0 0 0,-3 4 0 0 0,2-5-2 0 0,0 0-1 0 0,0 1 1 0 0,0-1-1 0 0,-1-1 1 0 0,1 1-1 0 0,0 0 1 0 0,-1-1-1 0 0,1 0 1 0 0,-1 0-1 0 0,1-1 1 0 0,-1 1-1 0 0,1-1 1 0 0,-7 0-1 0 0,-14-1-2 0 0,0-1 0 0 0,1-1 1 0 0,-1-1-1 0 0,1-1 0 0 0,0-1 0 0 0,0-1 0 0 0,1-1 0 0 0,0-1 0 0 0,0-1 0 0 0,1-1 0 0 0,1-1 0 0 0,-26-20 0 0 0,43 30 5 0 0,1 0-1 0 0,0-1 1 0 0,-1 0-1 0 0,2 0 1 0 0,-1 0-1 0 0,0 0 0 0 0,0 0 1 0 0,1-1-1 0 0,0 1 1 0 0,0-1-1 0 0,0 0 1 0 0,0 1-1 0 0,0-1 1 0 0,1 0-1 0 0,0 0 1 0 0,0 0-1 0 0,0 0 0 0 0,0 0 1 0 0,0 0-1 0 0,1-1 1 0 0,0 1-1 0 0,0 0 1 0 0,0 0-1 0 0,0 0 1 0 0,1 0-1 0 0,0 0 1 0 0,-1-1-1 0 0,1 1 0 0 0,1 0 1 0 0,-1 1-1 0 0,1-1 1 0 0,-1 0-1 0 0,1 0 1 0 0,0 1-1 0 0,1-1 1 0 0,-1 1-1 0 0,1-1 1 0 0,3-3-1 0 0,13-14-4 0 0,0 1 0 0 0,2 1 0 0 0,0 0 0 0 0,1 2 0 0 0,1 0 0 0 0,26-14 0 0 0,156-71 112 0 0,-175 88-75 0 0,164-65 299 0 0,7-4 330 0 0,-186 74-505 0 0,-14 8-86 0 0,-16-2 63 0 0,-19 8-86 0 0,-57 16 1 0 0,74-15-40 0 0,1-1 1 0 0,0 2-1 0 0,1 0 1 0 0,-1 1-1 0 0,-20 14 0 0 0,33-20 14 0 0,0 0 0 0 0,0 1 0 0 0,0-1 0 0 0,0 1 0 0 0,1-1 0 0 0,-1 1 0 0 0,1 0 0 0 0,0-1-1 0 0,0 1 1 0 0,0 1 0 0 0,0-1 0 0 0,1 0 0 0 0,-1 0 0 0 0,1 1 0 0 0,-1-1 0 0 0,1 0 0 0 0,1 1 0 0 0,-1 0 0 0 0,0-1-1 0 0,1 1 1 0 0,-1-1 0 0 0,1 1 0 0 0,0 0 0 0 0,1-1 0 0 0,-1 1 0 0 0,0-1 0 0 0,1 1 0 0 0,0-1 0 0 0,0 1-1 0 0,0-1 1 0 0,0 1 0 0 0,1-1 0 0 0,-1 0 0 0 0,1 1 0 0 0,0-1 0 0 0,0 0 0 0 0,0 0 0 0 0,0 0 0 0 0,0-1 0 0 0,1 1-1 0 0,-1 0 1 0 0,1-1 0 0 0,0 0 0 0 0,0 0 0 0 0,0 1 0 0 0,5 1 0 0 0,8 5 124 0 0,0-1-1 0 0,1-1 1 0 0,0-1 0 0 0,1 0-1 0 0,-1-1 1 0 0,1-1 0 0 0,0-1 0 0 0,0 0-1 0 0,1-2 1 0 0,21 0 0 0 0,25-2 238 0 0,94-16 0 0 0,37-13-203 0 0,-190 30-716 0 0,-9 2-1912 0 0,-10 1-2192 0 0,12-2 4545 0 0,-9 2-3240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4:56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79 8162 0 0,'-1'-27'2673'0'0,"0"16"-459"0"0,0 4-37 0 0,-1 2 577 0 0,0 2-1618 0 0,-1-1-32 0 0,-2-2-499 0 0,-6-5-915 0 0,8 8 336 0 0,2 2 380 0 0,1 1-384 0 0,-1 0-1 0 0,1 0 1 0 0,0 0 0 0 0,-1 0-1 0 0,1 0 1 0 0,0 0-1 0 0,0 0 1 0 0,-1 0-1 0 0,1 0 1 0 0,0 0 0 0 0,-1 0-1 0 0,1 0 1 0 0,0 0-1 0 0,-1 0 1 0 0,1 1 0 0 0,0-1-1 0 0,-1 0 1 0 0,1 0-1 0 0,0 0 1 0 0,0 0 0 0 0,-1 1-1 0 0,1-1 1 0 0,0 0-1 0 0,0 0 1 0 0,0 1 0 0 0,-1-1-1 0 0,1 0 1 0 0,0 0-1 0 0,0 1 1 0 0,0-1-1 0 0,0 0 1 0 0,-1 0 0 0 0,1 1-1 0 0,0-1 1 0 0,0 0-1 0 0,0 1 1 0 0,0-1 0 0 0,0 0-1 0 0,0 1 1 0 0,0-1-1 0 0,0 1 1 0 0,-5 15 461 0 0,5-15-442 0 0,-12 46 808 0 0,2 1 0 0 0,-4 66 0 0 0,12-96-739 0 0,2-1 0 0 0,1 1 1 0 0,0 0-1 0 0,1 0 1 0 0,0-1-1 0 0,2 1 0 0 0,0-1 1 0 0,1 0-1 0 0,14 31 0 0 0,-18-44-92 0 0,1-1-1 0 0,0 0 1 0 0,0 1 0 0 0,0-1-1 0 0,0 0 1 0 0,1 0-1 0 0,-1 0 1 0 0,1 0 0 0 0,0 0-1 0 0,0-1 1 0 0,0 1-1 0 0,0-1 1 0 0,0 0 0 0 0,0 0-1 0 0,0 0 1 0 0,1 0-1 0 0,-1-1 1 0 0,1 1 0 0 0,0-1-1 0 0,-1 0 1 0 0,1 0 0 0 0,0 0-1 0 0,0-1 1 0 0,0 1-1 0 0,-1-1 1 0 0,1 0 0 0 0,0 0-1 0 0,0 0 1 0 0,0 0-1 0 0,0-1 1 0 0,0 0 0 0 0,-1 0-1 0 0,1 0 1 0 0,0 0-1 0 0,5-2 1 0 0,4-3 6 0 0,0 0 0 0 0,-1-1-1 0 0,1-1 1 0 0,-1 0 0 0 0,-1 0 0 0 0,0-1 0 0 0,0-1 0 0 0,12-13-1 0 0,-11 9-11 0 0,0-1 0 0 0,-1 0 1 0 0,-1-1-1 0 0,-1 0 0 0 0,0 0 0 0 0,-2-1 0 0 0,1 0 0 0 0,8-34 0 0 0,-10 26-2 0 0,-1 0 0 0 0,-1 0 0 0 0,-1 0 0 0 0,-1-1-1 0 0,-4-48 1 0 0,3 73-93 0 0,-1 1-1 0 0,0-1 0 0 0,0 1 1 0 0,0-1-1 0 0,0 0 0 0 0,0 1 0 0 0,-1-1 1 0 0,1 1-1 0 0,0-1 0 0 0,0 1 0 0 0,0-1 1 0 0,0 1-1 0 0,-1-1 0 0 0,1 1 1 0 0,0-1-1 0 0,0 1 0 0 0,-1-1 0 0 0,1 1 1 0 0,0-1-1 0 0,-1 1 0 0 0,1-1 0 0 0,-1 1 1 0 0,1-1-1 0 0,-1 1 0 0 0,0-1 1 0 0,1 2-22 0 0,-1-1 0 0 0,1 0 1 0 0,0 0-1 0 0,-1 1 0 0 0,1-1 1 0 0,-1 0-1 0 0,1 1 1 0 0,0-1-1 0 0,0 1 0 0 0,-1-1 1 0 0,1 1-1 0 0,0-1 1 0 0,0 0-1 0 0,-1 1 0 0 0,1-1 1 0 0,0 1-1 0 0,0-1 1 0 0,0 1-1 0 0,0-1 0 0 0,0 1 1 0 0,0-1-1 0 0,0 1 1 0 0,0-1-1 0 0,0 1 0 0 0,0-1 1 0 0,0 1-1 0 0,0-1 1 0 0,0 2-1 0 0,0 6-1909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4:56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47 14011 0 0,'-3'-17'1536'0'0,"2"13"-1014"0"0,1 0 0 0 0,-1 1 1 0 0,0-1-1 0 0,0 1 0 0 0,0-1 0 0 0,-3-4 2128 0 0,3 10-2139 0 0,-2 5-298 0 0,0 1 0 0 0,1-1 0 0 0,-1 1 0 0 0,2-1 0 0 0,-1 1 0 0 0,1 0 0 0 0,0 0 0 0 0,0 0 0 0 0,2 8 1 0 0,5 76 741 0 0,0-46-652 0 0,1 0 0 0 0,2 0 1 0 0,27 77-1 0 0,-34-118-288 0 0,-1-2-4 0 0,0 0 1 0 0,0-1-1 0 0,1 1 1 0 0,-1 0-1 0 0,1 0 1 0 0,-1-1-1 0 0,1 1 1 0 0,0-1-1 0 0,4 5 1 0 0,-5-6 26 0 0,1-2-2 0 0,0 0-28 0 0,0 0-1 0 0,0 0 0 0 0,0 0 1 0 0,0-1-1 0 0,0 1 1 0 0,0 0-1 0 0,0-1 0 0 0,-1 0 1 0 0,1 1-1 0 0,0-1 0 0 0,-1 0 1 0 0,0 0-1 0 0,1 0 1 0 0,-1 0-1 0 0,0 0 0 0 0,0 0 1 0 0,1-3-1 0 0,16-46 37 0 0,-14 36-38 0 0,3-9 2 0 0,-2-1 1 0 0,-1-1-1 0 0,-1 1 1 0 0,-1-36-1 0 0,-1 31 2 0 0,1 1 0 0 0,8-46 0 0 0,-9 70-10 0 0,1 1-1 0 0,-1-1 1 0 0,0 1 0 0 0,1 0-1 0 0,0 0 1 0 0,0 0 0 0 0,0 0-1 0 0,1 0 1 0 0,-1 1-1 0 0,1-1 1 0 0,4-3 0 0 0,-6 6-1 0 0,0 0 1 0 0,0 0 0 0 0,1 0-1 0 0,-1 0 1 0 0,1 0 0 0 0,-1 0-1 0 0,1 1 1 0 0,-1-1 0 0 0,1 1-1 0 0,-1-1 1 0 0,1 1 0 0 0,-1-1-1 0 0,1 1 1 0 0,0 0 0 0 0,-1 0-1 0 0,1 0 1 0 0,0 0 0 0 0,-1 0-1 0 0,1 0 1 0 0,-1 0 0 0 0,1 1-1 0 0,0-1 1 0 0,-1 1-1 0 0,1-1 1 0 0,-1 1 0 0 0,1-1-1 0 0,-1 1 1 0 0,1 0 0 0 0,-1 0-1 0 0,0 0 1 0 0,1 0 0 0 0,-1 0-1 0 0,2 1 1 0 0,2 3 8 0 0,1 0 0 0 0,-1 0 0 0 0,0 0 0 0 0,0 1 0 0 0,-1 0 0 0 0,1 0 0 0 0,-1 0 0 0 0,-1 0 0 0 0,1 1 0 0 0,3 9 0 0 0,0 6 70 0 0,10 45 1 0 0,-11-41-77 0 0,9 29 0 0 0,-12-47-37 0 0,0 0 1 0 0,1-1 0 0 0,-1 0 0 0 0,1 0 0 0 0,1 0 0 0 0,-1-1 0 0 0,1 1-1 0 0,6 6 1 0 0,-9-11-16 0 0,0-1 0 0 0,-1 1 0 0 0,1-1 0 0 0,0 1 0 0 0,0-1-1 0 0,0 0 1 0 0,0 0 0 0 0,0 0 0 0 0,0 0 0 0 0,0 0 0 0 0,0 0-1 0 0,0 0 1 0 0,3 0 0 0 0,-4-1-83 0 0,1 0 1 0 0,-1 0-1 0 0,1 0 1 0 0,-1 0-1 0 0,0 0 0 0 0,1 0 1 0 0,-1-1-1 0 0,1 1 0 0 0,-1-1 1 0 0,0 1-1 0 0,1-1 0 0 0,-1 1 1 0 0,0-1-1 0 0,0 0 1 0 0,1 1-1 0 0,0-2 0 0 0,2-2-517 0 0,1-1 1 0 0,-2 1-1 0 0,1-1 0 0 0,0 1 0 0 0,-1-1 0 0 0,0 0 0 0 0,0-1 0 0 0,3-8 0 0 0,2-2-1273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4:57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12195 0 0,'1'30'9163'0'0,"2"20"-6276"0"0,4 83-2212 0 0,-6-92-408 0 0,4 81 220 0 0,-3-107-449 0 0,0-1-1 0 0,1 1 1 0 0,1-1 0 0 0,0 1-1 0 0,12 25 1 0 0,-15-36-31 0 0,-1-3-6 0 0,1 0 0 0 0,-1 0 0 0 0,1 0 0 0 0,-1 0 0 0 0,0 0 0 0 0,1 0 0 0 0,-1-1 0 0 0,1 1 0 0 0,0 0 0 0 0,-1 0 0 0 0,1 0 0 0 0,0-1 0 0 0,-1 1-1 0 0,1 0 1 0 0,0-1 0 0 0,0 1 0 0 0,1 0 0 0 0,-2-1-2 0 0,1 0 1 0 0,-1 0-1 0 0,0 0 0 0 0,1 0 0 0 0,-1 0 0 0 0,1 0 0 0 0,-1 0 1 0 0,1 0-1 0 0,-1-1 0 0 0,1 1 0 0 0,-1 0 0 0 0,0 0 0 0 0,1 0 1 0 0,-1-1-1 0 0,1 1 0 0 0,-1 0 0 0 0,0 0 0 0 0,1-1 0 0 0,-1 1 1 0 0,0 0-1 0 0,1-1 0 0 0,-1 1 0 0 0,0 0 0 0 0,1-1 0 0 0,-1 1 0 0 0,0 0 1 0 0,0-1-1 0 0,1 1 0 0 0,-1-1 0 0 0,0 1 0 0 0,0 0 0 0 0,0-1 1 0 0,0 1-1 0 0,0-1 0 0 0,0 1 0 0 0,1-1 0 0 0,4-17-42 0 0,-5 17 41 0 0,3-24-79 0 0,2-42 0 0 0,-5 39 41 0 0,8-43 0 0 0,-6 63 35 0 0,-1 0 0 0 0,1 1 0 0 0,1-1 0 0 0,0 1 0 0 0,0 0 0 0 0,0 0 0 0 0,1 0 0 0 0,0 0 0 0 0,0 1 0 0 0,6-8 0 0 0,-7 11 7 0 0,-1 0 0 0 0,1 0 1 0 0,0 0-1 0 0,0 1 0 0 0,0 0 0 0 0,0-1 0 0 0,0 1 1 0 0,1 0-1 0 0,-1 0 0 0 0,0 0 0 0 0,1 1 1 0 0,0-1-1 0 0,-1 1 0 0 0,1 0 0 0 0,0 0 1 0 0,0 0-1 0 0,-1 1 0 0 0,1-1 0 0 0,0 1 1 0 0,0 0-1 0 0,0 0 0 0 0,0 0 0 0 0,0 1 1 0 0,-1-1-1 0 0,1 1 0 0 0,0 0 0 0 0,0 0 1 0 0,-1 0-1 0 0,1 1 0 0 0,0-1 0 0 0,-1 1 0 0 0,5 3 1 0 0,-1-1 36 0 0,0 1 0 0 0,0 0-1 0 0,-1 1 1 0 0,1 0 0 0 0,-1 0 0 0 0,0 0 0 0 0,-1 1 0 0 0,0-1 0 0 0,0 1 0 0 0,0 1 0 0 0,-1-1 0 0 0,0 1 0 0 0,5 14 0 0 0,-4-6 11 0 0,-2 0 1 0 0,0 0 0 0 0,-1 0 0 0 0,1 29-1 0 0,0 6-317 0 0,-3-51 188 0 0,0 1 0 0 0,0-1 1 0 0,0 0-1 0 0,0 1 0 0 0,1-1 0 0 0,-1 0 0 0 0,0 1 0 0 0,0-1 0 0 0,0 0 0 0 0,1 1 0 0 0,-1-1 1 0 0,0 0-1 0 0,0 1 0 0 0,1-1 0 0 0,-1 0 0 0 0,0 0 0 0 0,1 1 0 0 0,-1-1 0 0 0,0 0 0 0 0,1 0 1 0 0,-1 0-1 0 0,0 1 0 0 0,1-1 0 0 0,-1 0 0 0 0,1 0 0 0 0,-1 0 0 0 0,0 0 0 0 0,1 0 0 0 0,-1 0 1 0 0,1 0-1 0 0,-1 0 0 0 0,0 0 0 0 0,1 0 0 0 0,-1 0 0 0 0,1 0 0 0 0,-1 0 0 0 0,0 0 1 0 0,1 0-1 0 0,-1 0 0 0 0,0 0 0 0 0,1-1 0 0 0,-1 1 0 0 0,0 0 0 0 0,1 0 0 0 0,-1 0 0 0 0,0-1 1 0 0,1 1-1 0 0,-1 0 0 0 0,0 0 0 0 0,1-1 0 0 0,-1 1 0 0 0,9-9-1475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4:57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7 209 15347 0 0,'-6'-7'4059'0'0,"12"13"-2648"0"0,23 18-805 0 0,-11-15-475 0 0,1-1 0 0 0,0 0-1 0 0,1-2 1 0 0,-1 0 0 0 0,1-1-1 0 0,1-1 1 0 0,-1-1 0 0 0,0-1-1 0 0,1 0 1 0 0,-1-2 0 0 0,1 0 0 0 0,-1-2-1 0 0,28-4 1 0 0,-41 5-115 0 0,-1-1-1 0 0,1 0 1 0 0,-1 0 0 0 0,0 0-1 0 0,1-1 1 0 0,-1 1-1 0 0,-1-2 1 0 0,1 1 0 0 0,0 0-1 0 0,-1-1 1 0 0,1 0 0 0 0,-1-1-1 0 0,-1 1 1 0 0,1-1 0 0 0,0 0-1 0 0,-1 0 1 0 0,5-8-1 0 0,-6 9-3 0 0,-1-1-1 0 0,0 0 1 0 0,0 0-1 0 0,0 1 1 0 0,-1-1-1 0 0,1 0 0 0 0,-1-1 1 0 0,0 1-1 0 0,-1 0 1 0 0,1 0-1 0 0,-1 0 0 0 0,0 0 1 0 0,0-1-1 0 0,-1 1 1 0 0,1 0-1 0 0,-1 0 1 0 0,0 0-1 0 0,-1 0 0 0 0,1 0 1 0 0,-1 0-1 0 0,0 0 1 0 0,-5-8-1 0 0,3 6 24 0 0,-1 1 1 0 0,0-1-1 0 0,0 1 0 0 0,-1 0 1 0 0,0 0-1 0 0,0 0 0 0 0,0 1 1 0 0,0 0-1 0 0,-1 0 0 0 0,0 1 1 0 0,-13-7-1 0 0,17 9 4 0 0,0 1 0 0 0,0 0 0 0 0,0-1 1 0 0,0 1-1 0 0,-1 0 0 0 0,1 0 0 0 0,0 1 0 0 0,0-1 0 0 0,-1 1 0 0 0,1 0 1 0 0,0 0-1 0 0,-1 0 0 0 0,1 0 0 0 0,-1 0 0 0 0,1 1 0 0 0,0-1 0 0 0,0 1 0 0 0,-1 0 1 0 0,1 0-1 0 0,0 0 0 0 0,0 1 0 0 0,0-1 0 0 0,0 1 0 0 0,0-1 0 0 0,0 1 1 0 0,1 0-1 0 0,-1 0 0 0 0,0 1 0 0 0,1-1 0 0 0,0 0 0 0 0,-3 4 0 0 0,-4 7 139 0 0,1 1-1 0 0,0 0 0 0 0,1 0 1 0 0,1 1-1 0 0,0 0 0 0 0,1 0 1 0 0,0 1-1 0 0,1-1 1 0 0,-2 23-1 0 0,3-15 93 0 0,2 1 1 0 0,0-1 0 0 0,1 1-1 0 0,2-1 1 0 0,7 42-1 0 0,-1-27 122 0 0,27 73 0 0 0,-30-97-487 0 0,1 0-1 0 0,1-1 1 0 0,0 1-1 0 0,1-2 1 0 0,0 1 0 0 0,1-1-1 0 0,1-1 1 0 0,14 15-1 0 0,-21-24-297 0 0,0 0-1 0 0,0 1 1 0 0,0-1-1 0 0,1-1 1 0 0,-1 1-1 0 0,0 0 0 0 0,6 1 1 0 0,1-1-1345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4:58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13 678 11763 0 0,'-1'0'153'0'0,"1"1"1"0"0,-1-1 0 0 0,0 0 0 0 0,0 1 0 0 0,1-1 0 0 0,-1 1 0 0 0,1-1 0 0 0,-1 1 0 0 0,0-1 0 0 0,1 1 0 0 0,-1 0 0 0 0,1-1 0 0 0,-1 1 0 0 0,1 0 0 0 0,-1-1 0 0 0,1 1 0 0 0,0 0 0 0 0,-1 0 0 0 0,1-1 0 0 0,0 1 0 0 0,-1 0-1 0 0,1 0 1 0 0,0-1 0 0 0,0 1 0 0 0,0 0 0 0 0,0 0 0 0 0,0 0 0 0 0,0 0 0 0 0,0-1 0 0 0,0 1 0 0 0,0 0 0 0 0,0 0 0 0 0,0 0 0 0 0,1-1 0 0 0,-1 1 0 0 0,0 0 0 0 0,1 1 0 0 0,0-1 6 0 0,0 0 0 0 0,0-1 1 0 0,0 1-1 0 0,0 0 0 0 0,0 0 1 0 0,0-1-1 0 0,1 1 0 0 0,-1 0 1 0 0,0-1-1 0 0,0 1 0 0 0,0-1 1 0 0,1 0-1 0 0,-1 1 0 0 0,0-1 0 0 0,1 0 1 0 0,-1 0-1 0 0,0 0 0 0 0,1 0 1 0 0,-1 0-1 0 0,0 0 0 0 0,0 0 1 0 0,1 0-1 0 0,-1-1 0 0 0,2 1 1 0 0,5-3 84 0 0,-1 1 1 0 0,0-1 0 0 0,0-1 0 0 0,0 1 0 0 0,0-1 0 0 0,-1 0-1 0 0,9-7 1 0 0,41-39 557 0 0,-37 32-553 0 0,121-123 666 0 0,-113 111-803 0 0,-2-1-1 0 0,-2-1 0 0 0,21-36 1 0 0,-35 51-77 0 0,0-2 0 0 0,-1 1 0 0 0,-1-1 0 0 0,0 0 0 0 0,-2-1 0 0 0,0 1 0 0 0,-2-1 0 0 0,0 0 0 0 0,-1 0 0 0 0,-1 0 0 0 0,-1 0 0 0 0,-2-26 0 0 0,1 44-20 0 0,1 0-1 0 0,0 0 1 0 0,-1 0 0 0 0,1 0 0 0 0,-1 0 0 0 0,0 0 0 0 0,0 0 0 0 0,1 0 0 0 0,-1 0 0 0 0,0 0-1 0 0,-1 0 1 0 0,1 1 0 0 0,-2-3 0 0 0,3 4-11 0 0,-1 0 0 0 0,1-1 0 0 0,0 1 0 0 0,0 0 0 0 0,-1 0 0 0 0,1 0 0 0 0,0 0 0 0 0,-1-1-1 0 0,1 1 1 0 0,0 0 0 0 0,-1 0 0 0 0,1 0 0 0 0,0 0 0 0 0,-1 0 0 0 0,1 0 0 0 0,0 0 0 0 0,-1 0 0 0 0,1 0 0 0 0,0 0 0 0 0,-1 0 0 0 0,1 0 0 0 0,0 0-1 0 0,-1 0 1 0 0,1 0 0 0 0,0 1 0 0 0,-1-1 0 0 0,1 0 0 0 0,0 0 0 0 0,-1 0 0 0 0,0 1 1 0 0,0 1 0 0 0,0-1 0 0 0,0 0 0 0 0,0 0 0 0 0,0 0 0 0 0,0 1-1 0 0,1-1 1 0 0,-1 0 0 0 0,0 1 0 0 0,1-1 0 0 0,-1 2 0 0 0,-5 16 9 0 0,1-1 0 0 0,1 1 1 0 0,0 0-1 0 0,2 0 0 0 0,0 0 0 0 0,2 32 0 0 0,3-4 34 0 0,13 72-1 0 0,19 35 79 0 0,-29-130-305 0 0,2 0-1 0 0,1-1 0 0 0,1-1 1 0 0,17 30-1 0 0,-26-51-51 0 0,0 1-1 0 0,0 0 0 0 0,0 0 1 0 0,0 0-1 0 0,1-1 0 0 0,-1 1 1 0 0,0 0-1 0 0,1-1 0 0 0,-1 1 1 0 0,1-1-1 0 0,-1 0 0 0 0,1 0 1 0 0,0 1-1 0 0,0-1 0 0 0,0 0 1 0 0,-1 0-1 0 0,1-1 1 0 0,0 1-1 0 0,0 0 0 0 0,0-1 1 0 0,3 1-1 0 0,2-1-2019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4:58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84 11763 0 0,'-2'-6'654'0'0,"-1"0"1"0"0,0 0-1 0 0,0 0 1 0 0,-1 1-1 0 0,0-1 1 0 0,0 1-1 0 0,-4-5 1 0 0,7 9-549 0 0,-1 0 1 0 0,1 0-1 0 0,0 0 1 0 0,0 0-1 0 0,-1 0 0 0 0,1 1 1 0 0,0-1-1 0 0,-1 0 1 0 0,1 1-1 0 0,-1-1 1 0 0,1 1-1 0 0,-1 0 0 0 0,1-1 1 0 0,-1 1-1 0 0,1 0 1 0 0,-1 0-1 0 0,1 0 0 0 0,-1 0 1 0 0,1 0-1 0 0,-1 0 1 0 0,1 0-1 0 0,-1 0 0 0 0,1 1 1 0 0,-1-1-1 0 0,1 1 1 0 0,-1-1-1 0 0,1 1 0 0 0,-1 0 1 0 0,1-1-1 0 0,0 1 1 0 0,0 0-1 0 0,-1 0 1 0 0,1 0-1 0 0,0 0 0 0 0,-2 2 1 0 0,-5 4 107 0 0,1 1-1 0 0,0 0 1 0 0,1 0 0 0 0,-1 1 0 0 0,2 0-1 0 0,-1 0 1 0 0,1 0 0 0 0,1 1 0 0 0,-1 0-1 0 0,2 0 1 0 0,-6 20 0 0 0,4-7 21 0 0,1 1 0 0 0,1-1-1 0 0,1 1 1 0 0,2 30 0 0 0,0-42-167 0 0,1 0 0 0 0,1 0 0 0 0,0 0 0 0 0,1 0 0 0 0,0 0 0 0 0,1 0-1 0 0,1-1 1 0 0,-1 0 0 0 0,2 0 0 0 0,-1 0 0 0 0,11 14 0 0 0,-13-21-46 0 0,0 1-1 0 0,0-1 1 0 0,1 0 0 0 0,0-1 0 0 0,0 1 0 0 0,0 0 0 0 0,0-1-1 0 0,0 0 1 0 0,0 0 0 0 0,1 0 0 0 0,0-1 0 0 0,0 1-1 0 0,-1-1 1 0 0,1 0 0 0 0,0-1 0 0 0,1 1 0 0 0,-1-1-1 0 0,0 0 1 0 0,0 0 0 0 0,0-1 0 0 0,1 1 0 0 0,-1-1-1 0 0,0-1 1 0 0,1 1 0 0 0,-1-1 0 0 0,0 1 0 0 0,0-1-1 0 0,8-3 1 0 0,1-2-8 0 0,0 0 1 0 0,0-1-1 0 0,-1 0 0 0 0,0-1 0 0 0,-1-1 1 0 0,1 0-1 0 0,-2-1 0 0 0,1 0 0 0 0,-1 0 0 0 0,-1-1 1 0 0,0-1-1 0 0,-1 0 0 0 0,0 0 0 0 0,-1-1 1 0 0,0 0-1 0 0,-1 0 0 0 0,0-1 0 0 0,-1 0 1 0 0,-1 0-1 0 0,0-1 0 0 0,-1 1 0 0 0,0-1 0 0 0,1-20 1 0 0,-5 25-11 0 0,-1 0 0 0 0,0 0 0 0 0,0 0 0 0 0,-1 0 0 0 0,0 0 0 0 0,-1 0 0 0 0,0 1 0 0 0,-1-1 0 0 0,0 1 0 0 0,0 0 0 0 0,-1 0 0 0 0,0 1 0 0 0,-1-1 1 0 0,0 1-1 0 0,0 0 0 0 0,-1 1 0 0 0,0-1 0 0 0,-10-7 0 0 0,11 10-3 0 0,0 0-1 0 0,-1 0 1 0 0,1 1 0 0 0,-1 0 0 0 0,0 0-1 0 0,-1 1 1 0 0,1 0 0 0 0,0 0 0 0 0,-1 0-1 0 0,-11-1 1 0 0,13 3-2 0 0,0 1 1 0 0,0-1-1 0 0,0 1 0 0 0,0 0 0 0 0,-1 1 0 0 0,1 0 0 0 0,0 0 1 0 0,0 0-1 0 0,0 1 0 0 0,1-1 0 0 0,-1 1 0 0 0,0 1 1 0 0,1-1-1 0 0,-10 6 0 0 0,5-1-32 0 0,0-1 0 0 0,0 1 0 0 0,1 1-1 0 0,-1 0 1 0 0,-11 13 0 0 0,19-19-122 0 0,1 0 0 0 0,-1 0 0 0 0,0 0 0 0 0,1 0 0 0 0,0 0 0 0 0,-1 1 0 0 0,1-1 0 0 0,0 0 0 0 0,0 1 0 0 0,1-1 0 0 0,-1 0-1 0 0,0 1 1 0 0,1-1 0 0 0,-1 1 0 0 0,1-1 0 0 0,0 1 0 0 0,0 0 0 0 0,0-1 0 0 0,0 1 0 0 0,0-1 0 0 0,1 1 0 0 0,-1-1 0 0 0,1 1 0 0 0,-1-1 0 0 0,1 0 0 0 0,0 1 0 0 0,0-1 0 0 0,0 0 0 0 0,0 1 0 0 0,1-1 0 0 0,-1 0 0 0 0,1 0-1 0 0,1 2 1 0 0,8 6-2441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4:59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 8 17308 0 0,'0'-1'138'0'0,"0"1"1"0"0,0 0 0 0 0,0-1 0 0 0,-1 1 0 0 0,1-1-1 0 0,0 1 1 0 0,-1-1 0 0 0,1 1 0 0 0,-1 0 0 0 0,1-1-1 0 0,0 1 1 0 0,-1-1 0 0 0,1 1 0 0 0,-1 0 0 0 0,1 0-1 0 0,-1-1 1 0 0,1 1 0 0 0,-1 0 0 0 0,1 0 0 0 0,-1 0-1 0 0,1-1 1 0 0,-1 1 0 0 0,1 0 0 0 0,-1 0 0 0 0,1 0-1 0 0,-1 0 1 0 0,1 0 0 0 0,-1 0 0 0 0,0 0 0 0 0,-18 10 1680 0 0,-20 27-1024 0 0,32-29-350 0 0,-14 16-45 0 0,2 1 0 0 0,1 1 1 0 0,1 0-1 0 0,-20 41 0 0 0,17-25-62 0 0,-18 52 0 0 0,32-75-637 0 0,0 1 0 0 0,1-1 1 0 0,2 1-1 0 0,0 0 1 0 0,-1 27-1 0 0,4-46-338 0 0,14-8-4418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4:59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17284 0 0,'2'-2'246'0'0,"0"1"0"0"0,0-1 0 0 0,0 1 0 0 0,0 0 0 0 0,1 0 1 0 0,-1 0-1 0 0,1 0 0 0 0,-1 0 0 0 0,0 1 0 0 0,1-1 0 0 0,-1 1 1 0 0,1-1-1 0 0,-1 1 0 0 0,1 0 0 0 0,0 0 0 0 0,-1 0 0 0 0,1 1 0 0 0,-1-1 1 0 0,4 1-1 0 0,0 0 98 0 0,-1 0 1 0 0,1 1 0 0 0,-1 0-1 0 0,1 0 1 0 0,-1 0 0 0 0,1 1-1 0 0,5 3 1 0 0,5 7 19 0 0,-1 0 0 0 0,0 1 0 0 0,-1 0 0 0 0,0 1 0 0 0,-1 1-1 0 0,-1 0 1 0 0,17 31 0 0 0,-10-10-1863 0 0,-10-12-3798 0 0,-6-13 1950 0 0</inkml:trace>
  <inkml:trace contextRef="#ctx0" brushRef="#br0" timeOffset="1">499 424 15891 0 0,'15'-2'3456'0'0,"1"0"-1"0"0,22 0 2544 0 0,-38 17-8028 0 0,0-14 646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5:06.0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0 147 9666 0 0,'4'-13'751'0'0,"-1"3"21"0"0,0-1 1 0 0,1 1-1 0 0,0 0 1 0 0,0 0 0 0 0,1 0-1 0 0,10-15 1 0 0,-14 24-715 0 0,3-5 378 0 0,-3-1-150 0 0,-2-20 463 0 0,3 20 194 0 0,7 11 215 0 0,3 10-23 0 0,-8-5-760 0 0,0 1 0 0 0,-1-1 0 0 0,0 1 0 0 0,-1 0 0 0 0,0 0 0 0 0,-1 0 0 0 0,1 16 0 0 0,-6 76 1056 0 0,2-66-905 0 0,1 4-32 0 0,2 1 0 0 0,1 0 0 0 0,10 49 0 0 0,38 118 405 0 0,-43-180-811 0 0,2-2 0 0 0,22 46 0 0 0,-31-85-669 0 0,-6-7-1133 0 0,0-1-1 0 0,-2-27 1 0 0,2 10-1154 0 0,0 11 474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5:06.7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0 157 13875 0 0,'12'-7'807'0'0,"-1"1"-1"0"0,1 0 1 0 0,1 1-1 0 0,-1 0 1 0 0,1 1 0 0 0,-1 1-1 0 0,1 0 1 0 0,17-2-1 0 0,112-3 1703 0 0,-69 7-2023 0 0,83-8 247 0 0,374-11 392 0 0,272 1-470 0 0,-268-21-453 0 0,-387 25-98 0 0,-145 14 63 0 0,-2 2-162 0 0,0-1-1 0 0,-1 1 1 0 0,1-1-1 0 0,0 1 1 0 0,0-1 0 0 0,-1 1-1 0 0,1-1 1 0 0,0 1-1 0 0,-1-1 1 0 0,1 1-1 0 0,0-1 1 0 0,-1 0 0 0 0,1 1-1 0 0,-1-1 1 0 0,1 0-1 0 0,-1 1 1 0 0,1-1-1 0 0,-1 0 1 0 0,1 0 0 0 0,-1 1-1 0 0,-72 18 119 0 0,72-18-106 0 0,0 16 46 0 0,2-4-35 0 0,-1 1 0 0 0,2 0 1 0 0,-1 0-1 0 0,2-1 0 0 0,6 22 0 0 0,8 40 406 0 0,8 82 0 0 0,7 38 481 0 0,-6-78-298 0 0,13 150 0 0 0,-35-219-469 0 0,4 66 173 0 0,-8-102-280 0 0,0 1 1 0 0,-1-1-1 0 0,-1 1 0 0 0,0-1 1 0 0,0 0-1 0 0,-9 22 1 0 0,9-30-18 0 0,0 1 1 0 0,0-1 0 0 0,-1 0 0 0 0,1 0 0 0 0,-1 0-1 0 0,0 0 1 0 0,0 0 0 0 0,-5 3 0 0 0,7-6-25 0 0,1-1 0 0 0,-1 1 0 0 0,0-1 0 0 0,1 1 0 0 0,-1-1 0 0 0,0 1 0 0 0,0-1 0 0 0,1 0 0 0 0,-1 1 0 0 0,0-1 0 0 0,0 0 0 0 0,0 0 0 0 0,1 1 0 0 0,-1-1 0 0 0,0 0 0 0 0,0 0 0 0 0,0 0 0 0 0,0 0 0 0 0,0 0 0 0 0,-1-1 0 0 0,1 1-25 0 0,0-1-1 0 0,0 1 0 0 0,0-1 0 0 0,0 0 0 0 0,0 0 1 0 0,0 0-1 0 0,0 0 0 0 0,1 1 0 0 0,-1-1 0 0 0,0 0 1 0 0,0 0-1 0 0,1 0 0 0 0,-1-1 0 0 0,0 1 1 0 0,1 0-1 0 0,0 0 0 0 0,-1 0 0 0 0,1 0 0 0 0,-1-2 1 0 0,0-1-339 0 0,0 0 0 0 0,0 0 0 0 0,0 0 0 0 0,0-1 0 0 0,1 1 0 0 0,-1 0 0 0 0,1 0 0 0 0,0-1 0 0 0,1 1 0 0 0,-1 0 0 0 0,1 0 0 0 0,0-1 0 0 0,0 1 0 0 0,2-6 0 0 0,1-2-1542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5:09.1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409 1124 8706 0 0,'-3'-2'656'0'0,"0"0"0"0"0,0 0-1 0 0,0 1 1 0 0,-1-1 0 0 0,1 1 0 0 0,-6-2 0 0 0,4 2-358 0 0,0 0-1 0 0,1 0 1 0 0,-1 1-1 0 0,0-1 1 0 0,0 1 0 0 0,0 0-1 0 0,1 1 1 0 0,-1-1 0 0 0,0 1-1 0 0,0 0 1 0 0,0 0-1 0 0,1 0 1 0 0,-6 3 0 0 0,10-4-268 0 0,0 0 1 0 0,0 0-1 0 0,0 0 0 0 0,0 0 1 0 0,-1 0-1 0 0,1 0 1 0 0,0 0-1 0 0,0 0 1 0 0,0 0-1 0 0,0 0 0 0 0,0 0 1 0 0,0 0-1 0 0,0 0 1 0 0,0 0-1 0 0,0 1 1 0 0,0-1-1 0 0,-1 0 0 0 0,1 0 1 0 0,0 0-1 0 0,0 0 1 0 0,0 0-1 0 0,0 0 0 0 0,0 0 1 0 0,0 0-1 0 0,0 1 1 0 0,0-1-1 0 0,0 0 1 0 0,0 0-1 0 0,0 0 0 0 0,0 0 1 0 0,0 0-1 0 0,0 0 1 0 0,0 0-1 0 0,0 0 1 0 0,0 1-1 0 0,0-1 0 0 0,0 0 1 0 0,0 0-1 0 0,0 0 1 0 0,0 0-1 0 0,0 0 0 0 0,0 0 1 0 0,0 0-1 0 0,0 1 1 0 0,0-1-1 0 0,1 0 1 0 0,-1 0-1 0 0,0 0 0 0 0,0 0 1 0 0,0 0-1 0 0,0 0 1 0 0,0 0-1 0 0,0 0 1 0 0,0 0-1 0 0,0 0 0 0 0,0 0 1 0 0,0 0-1 0 0,1 1 1 0 0,9 4 658 0 0,14 1-95 0 0,74 4 917 0 0,182-5 1 0 0,-125-6-899 0 0,72 4 212 0 0,493 3 692 0 0,-240-9-1151 0 0,-248 1-102 0 0,-488-13-159 0 0,244 12-90 0 0,10-2 12 0 0,4 3-25 0 0,-1 1 1 0 0,1-1 0 0 0,0 0 0 0 0,0 0 0 0 0,1 1-1 0 0,-1-1 1 0 0,0 1 0 0 0,0 0 0 0 0,6-2 0 0 0,0-1-3 0 0,-3 2 1 0 0,1 0 1 0 0,0 0-1 0 0,-1-1 1 0 0,0 0-1 0 0,1 0 1 0 0,-1 0 0 0 0,0-1-1 0 0,-1 0 1 0 0,1 0-1 0 0,-1 0 1 0 0,8-10-1 0 0,-7 5 0 0 0,-1-1 0 0 0,0 0 0 0 0,-1 0 0 0 0,0 0 0 0 0,3-21 0 0 0,1-58 6 0 0,-4 43-5 0 0,2-40-1 0 0,-5-1 1 0 0,-3 1 0 0 0,-4 0-1 0 0,-19-96 1 0 0,18 152-2 0 0,0 2 0 0 0,-2-1 0 0 0,0 1 0 0 0,-2 1 0 0 0,-2 0 0 0 0,0 1 0 0 0,-2 0 0 0 0,-32-41 0 0 0,45 63 1 0 0,2 2-2 0 0,0 1-1 0 0,-1-1 1 0 0,1 1-1 0 0,0-1 1 0 0,0 1-1 0 0,-1 0 1 0 0,1 0 0 0 0,-1-1-1 0 0,1 1 1 0 0,-1 0-1 0 0,-2-1 1 0 0,19 1 4 0 0,-11 0 7 0 0,-13-1-8 0 0,-1 0-5 0 0,0 2 1 0 0,-1-1 0 0 0,1 1 0 0 0,0 1 0 0 0,-1 0 0 0 0,1 0 0 0 0,-11 3 0 0 0,-8 1-3 0 0,-510 25-28 0 0,319-25 25 0 0,-328 13-68 0 0,182-8 33 0 0,340-9 41 0 0,-1 0 7 0 0,0 0 0 0 0,0-2 0 0 0,1-1 0 0 0,-31-6 0 0 0,41 3-41 0 0,12 4 31 0 0,0 0 0 0 0,-1-1 1 0 0,1 2-1 0 0,0-1 1 0 0,-1 0-1 0 0,1 1 0 0 0,-1 0 1 0 0,1 0-1 0 0,0 0 1 0 0,-1 0-1 0 0,1 1 0 0 0,-9 2 1 0 0,-21 6-4 0 0,-37 4 0 0 0,24-10 18 0 0,46-3 116 0 0,4 0-69 0 0,-2 0-53 0 0,0 0 0 0 0,0 0 0 0 0,0 0 1 0 0,1 0-1 0 0,-1 0 0 0 0,0 0 0 0 0,0 0 1 0 0,0 1-1 0 0,0-1 0 0 0,0 0 0 0 0,0 1 1 0 0,2 0-1 0 0,1 2 1 0 0,-1 1 0 0 0,0 0 1 0 0,-1-1-1 0 0,1 1 0 0 0,-1 0 0 0 0,1 1 1 0 0,-1-1-1 0 0,0 0 0 0 0,-1 1 0 0 0,1-1 1 0 0,-1 1-1 0 0,2 9 0 0 0,1 12 38 0 0,1 30-1 0 0,-2-25 4 0 0,20 545 914 0 0,-26-517-850 0 0,1 20 11 0 0,2-71-87 0 0,1 0 0 0 0,0 1 1 0 0,1-1-1 0 0,0 0 0 0 0,0 0 1 0 0,0-1-1 0 0,6 12 0 0 0,-8-18 142 0 0,1-1-155 0 0,0 0 1 0 0,-1 0-1 0 0,1 1 0 0 0,-1-1 0 0 0,1 0 0 0 0,-1 1 1 0 0,0-1-1 0 0,1 0 0 0 0,-1 1 0 0 0,1-1 0 0 0,-1 1 0 0 0,1-1 1 0 0,-1 1-1 0 0,0-1 0 0 0,0 1 0 0 0,1-1 0 0 0,-1 1 1 0 0,0-1-1 0 0,0 1 0 0 0,1-1 0 0 0,-1 1 0 0 0,0-1 1 0 0,0 1-1 0 0,0 0 0 0 0,0 0 0 0 0,1 22-68 0 0,-1-20 94 0 0,0-3-54 0 0,0 17-33 0 0,0-16 40 0 0,2 2-1 0 0,-1-1-1 0 0,1 0 1 0 0,0 0 0 0 0,-1-1-1 0 0,1 1 1 0 0,0 0-1 0 0,0 0 1 0 0,0-1-1 0 0,0 0 1 0 0,4 3-1 0 0,11 4 0 0 0,-1-1-1 0 0,1-1 1 0 0,1 0 0 0 0,-1-2-1 0 0,30 5 1 0 0,164 11-4 0 0,0-11 0 0 0,234-18 0 0 0,-191-10 9 0 0,191-5 0 0 0,126 10 7 0 0,-564 14-10 0 0,23-4-9 0 0,-30 4 9 0 0,0 0 0 0 0,0 0 0 0 0,1 0 0 0 0,-1 0 0 0 0,0 0 0 0 0,0 0 0 0 0,0 0 0 0 0,0 0-1 0 0,0 0 1 0 0,0 0 0 0 0,1 0 0 0 0,-1 0 0 0 0,0 0 0 0 0,0 0 0 0 0,0 0 0 0 0,0 0 0 0 0,0 0 0 0 0,0 0 0 0 0,0-1-1 0 0,0 1 1 0 0,0 0 0 0 0,1 0 0 0 0,-1 0 0 0 0,0 0 0 0 0,0 0 0 0 0,0 0 0 0 0,0 0 0 0 0,0-1 0 0 0,0 1 0 0 0,0 0-1 0 0,0 0 1 0 0,0 0 0 0 0,0 0 0 0 0,0 0 0 0 0,0 0 0 0 0,0-1 0 0 0,0 1 0 0 0,0 0 0 0 0,0 0 0 0 0,0 0 0 0 0,0 0-1 0 0,0 0 1 0 0,0 0 0 0 0,0-1 0 0 0,0 1 0 0 0,0 0 0 0 0,0 0 0 0 0,-1 0 0 0 0,1 0 0 0 0,0 0 0 0 0,0 0 0 0 0,0-1-1 0 0,-16-8-1 0 0,16 9 2 0 0,-7-3-12 0 0,0 0-1 0 0,1 0 1 0 0,0 0-1 0 0,-8-6 1 0 0,2 2-740 0 0,1 1-1866 0 0,4 0-2970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5:13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0 254 15139 0 0,'2'-3'278'0'0,"-1"0"-1"0"0,1 0 0 0 0,0 1 1 0 0,0-1-1 0 0,0 0 0 0 0,0 1 1 0 0,1-1-1 0 0,-1 1 0 0 0,1 0 1 0 0,-1 0-1 0 0,1 0 0 0 0,6-3 1 0 0,40-18 2090 0 0,-39 18-1962 0 0,18-4-51 0 0,1-1-28 0 0,-11 1-109 0 0,0-5 22 0 0,2 0 71 0 0,-5 6-92 0 0,15-3 158 0 0,335-38 2692 0 0,-311 44-2918 0 0,-39 3-179 0 0,81-10 357 0 0,-83 9-682 0 0,0 0 0 0 0,0-1 0 0 0,0 0 0 0 0,25-13-1 0 0,-25 6-2110 0 0,-9 6 659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5:13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13 17668 0 0,'-13'-13'1484'0'0,"13"13"-1460"0"0,0 0 0 0 0,0 0 1 0 0,0 0-1 0 0,0 0 0 0 0,0 0 0 0 0,-1 0 1 0 0,1 0-1 0 0,0 0 0 0 0,0 0 0 0 0,0 0 1 0 0,0 0-1 0 0,0 0 0 0 0,0 0 0 0 0,0 0 1 0 0,-1 0-1 0 0,1 0 0 0 0,0 0 0 0 0,0 0 0 0 0,0 0 1 0 0,0 0-1 0 0,0 0 0 0 0,0 0 0 0 0,0 1 1 0 0,-1-1-1 0 0,1 0 0 0 0,0 0 0 0 0,0 0 1 0 0,0 0-1 0 0,0 0 0 0 0,0 0 0 0 0,0 0 1 0 0,0 0-1 0 0,0 0 0 0 0,0 0 0 0 0,0 1 1 0 0,-1-1-1 0 0,1 0 0 0 0,0 0 0 0 0,0 0 1 0 0,0 0-1 0 0,0 0 0 0 0,0 0 0 0 0,0 1 1 0 0,0-1-1 0 0,0 0 0 0 0,0 0 0 0 0,0 0 1 0 0,0 0-1 0 0,0 0 0 0 0,0 0 0 0 0,0 0 1 0 0,0 1-1 0 0,0-1 0 0 0,0 0 0 0 0,1 0 1 0 0,5 32 1975 0 0,-1-13-1485 0 0,5 44 127 0 0,-3 0 1 0 0,-3 1-1 0 0,-5 96 1 0 0,-11-30-3377 0 0,11-117 917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5:13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910 81 14011 0 0,'-11'-8'179'0'0,"1"-1"0"0"0,-1 1 1 0 0,0 1-1 0 0,-1 0 0 0 0,0 0 0 0 0,0 1 0 0 0,0 1 1 0 0,-1 0-1 0 0,0 1 0 0 0,0 0 0 0 0,0 1 1 0 0,0 0-1 0 0,-1 1 0 0 0,1 0 0 0 0,-1 2 0 0 0,1-1 1 0 0,-1 2-1 0 0,1 0 0 0 0,-1 0 0 0 0,-16 5 0 0 0,-1 1 158 0 0,0 2-1 0 0,0 2 1 0 0,1 0-1 0 0,1 2 1 0 0,0 2-1 0 0,0 0 1 0 0,2 2-1 0 0,0 1 1 0 0,-30 26-1 0 0,25-16-120 0 0,2 2 1 0 0,1 0-1 0 0,2 2 0 0 0,1 1 0 0 0,1 1 1 0 0,-33 61-1 0 0,44-68-101 0 0,0 1-1 0 0,2 0 1 0 0,1 1 0 0 0,-10 39 0 0 0,19-57-76 0 0,-1 0 0 0 0,2 0 0 0 0,0-1 0 0 0,0 1 0 0 0,1 0 0 0 0,0 0 0 0 0,1 0 0 0 0,0 0 0 0 0,1 0 0 0 0,0-1-1 0 0,1 1 1 0 0,0-1 0 0 0,0 1 0 0 0,1-1 0 0 0,10 18 0 0 0,-6-16 3 0 0,0 0-1 0 0,1-1 1 0 0,0 0-1 0 0,1 0 0 0 0,0-1 1 0 0,0 0-1 0 0,1-1 0 0 0,1 0 1 0 0,0-1-1 0 0,0 0 0 0 0,21 10 1 0 0,-14-10 6 0 0,0-1-1 0 0,0-1 1 0 0,1-1 0 0 0,-1 0 0 0 0,1-1 0 0 0,0-2 0 0 0,33 1-1 0 0,-14-4 1 0 0,-1-2 0 0 0,0-1-1 0 0,-1-2 1 0 0,1-2-1 0 0,-1-1 1 0 0,0-2-1 0 0,-1-2 1 0 0,48-23-1 0 0,-40 14-5 0 0,0-1-1 0 0,-2-3 0 0 0,-1-1 1 0 0,0-2-1 0 0,58-56 0 0 0,-89 75-25 0 0,-1 0-1 0 0,0-1 1 0 0,0 0 0 0 0,-1-1-1 0 0,-1 0 1 0 0,0 0-1 0 0,-1 0 1 0 0,0-1-1 0 0,7-26 1 0 0,-10 28-2 0 0,-1 0 0 0 0,0 0-1 0 0,-1 0 1 0 0,-1-1 0 0 0,1 1 0 0 0,-2-1 0 0 0,0 1 0 0 0,0 0 0 0 0,-1 0 0 0 0,0-1 0 0 0,-1 1 0 0 0,-7-16 0 0 0,5 12-7 0 0,-2 1 0 0 0,0-1 0 0 0,-1 2 0 0 0,0-1 0 0 0,-1 1 1 0 0,0 0-1 0 0,-1 1 0 0 0,0 0 0 0 0,-1 1 0 0 0,-1 0 0 0 0,0 0 1 0 0,0 1-1 0 0,-1 1 0 0 0,0 0 0 0 0,-1 1 0 0 0,0 1 0 0 0,0 0 1 0 0,-1 0-1 0 0,1 2 0 0 0,-26-7 0 0 0,-14 2-81 0 0,-1 2 0 0 0,1 3 0 0 0,-1 3 0 0 0,1 1 0 0 0,-71 9 0 0 0,68 1-1143 0 0,20 2-3391 0 0,26-6 1092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5:16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193 854 13003 0 0,'23'-11'914'0'0,"132"-74"3704"0"0,-137 74-4213 0 0,-1-1-1 0 0,0-1 0 0 0,-1 0 0 0 0,-1-1 0 0 0,0-1 0 0 0,17-22 1 0 0,-25 26-308 0 0,-1 1 0 0 0,0 0 0 0 0,-1-1 0 0 0,0 0 0 0 0,-1 0 0 0 0,0-1 0 0 0,-1 1 0 0 0,0-1 0 0 0,0 0 1 0 0,0-13-1 0 0,-3 20-76 0 0,0 0 0 0 0,0 0 0 0 0,0 0 0 0 0,0 0 1 0 0,-1 0-1 0 0,0 0 0 0 0,0 1 0 0 0,-1-1 0 0 0,1 0 1 0 0,-1 0-1 0 0,-4-7 0 0 0,4 8-11 0 0,0 2-1 0 0,-1-1 1 0 0,1 0-1 0 0,-1 0 1 0 0,1 1 0 0 0,-1 0-1 0 0,0-1 1 0 0,0 1-1 0 0,0 0 1 0 0,0 0-1 0 0,-1 1 1 0 0,1-1 0 0 0,0 1-1 0 0,-1-1 1 0 0,1 1-1 0 0,-1 0 1 0 0,-6-1 0 0 0,-1 1 12 0 0,0 1 0 0 0,0-1 0 0 0,1 2 0 0 0,-1 0 0 0 0,0 0 1 0 0,0 1-1 0 0,1 0 0 0 0,-1 0 0 0 0,1 2 0 0 0,-1-1 1 0 0,1 1-1 0 0,0 1 0 0 0,-15 9 0 0 0,-5 4 90 0 0,1 2 0 0 0,-50 45 0 0 0,56-45-49 0 0,1 1 0 0 0,1 1-1 0 0,1 1 1 0 0,-22 34 0 0 0,36-48-54 0 0,0 0 1 0 0,1 1 0 0 0,0 0-1 0 0,0 0 1 0 0,1 0 0 0 0,1 0-1 0 0,0 1 1 0 0,0-1 0 0 0,1 1-1 0 0,0 0 1 0 0,1 0 0 0 0,0 0-1 0 0,1 0 1 0 0,0 0 0 0 0,3 15-1 0 0,-3-21-2 0 0,2-1 0 0 0,-1 1 0 0 0,0-1 0 0 0,1 0-1 0 0,0 1 1 0 0,0-1 0 0 0,0 0 0 0 0,1 0 0 0 0,-1 0 0 0 0,1-1-1 0 0,0 1 1 0 0,0 0 0 0 0,0-1 0 0 0,1 0 0 0 0,-1 0-1 0 0,1 0 1 0 0,-1 0 0 0 0,1 0 0 0 0,0-1 0 0 0,0 0-1 0 0,1 0 1 0 0,-1 0 0 0 0,0 0 0 0 0,1-1 0 0 0,-1 1-1 0 0,1-1 1 0 0,-1 0 0 0 0,1-1 0 0 0,7 1 0 0 0,2 0 15 0 0,1-1 1 0 0,-1 0-1 0 0,0-1 1 0 0,0-1-1 0 0,0 0 1 0 0,0-1-1 0 0,0-1 1 0 0,21-8-1 0 0,-8 0 5 0 0,0-1 1 0 0,0-1-1 0 0,-1-1 0 0 0,-1-1 0 0 0,-1-2 1 0 0,-1 0-1 0 0,38-38 0 0 0,-49 44 9 0 0,-1-1 0 0 0,0 0 0 0 0,-1-1 0 0 0,-1 1 0 0 0,0-2 0 0 0,-1 1 0 0 0,0-1 0 0 0,-1-1 0 0 0,-1 1 0 0 0,-1-1 0 0 0,0 0 0 0 0,-1-1 0 0 0,0 1 0 0 0,-2-1 0 0 0,2-22 0 0 0,-9 9 307 0 0,5 30-334 0 0,0 0 0 0 0,0-1 0 0 0,0 1 0 0 0,0 0 1 0 0,-1-1-1 0 0,1 1 0 0 0,0 0 0 0 0,0-1 0 0 0,0 1 1 0 0,-1 0-1 0 0,1-1 0 0 0,0 1 0 0 0,0 0 1 0 0,-1 0-1 0 0,1-1 0 0 0,0 1 0 0 0,-1 0 0 0 0,1 0 1 0 0,0-1-1 0 0,-1 1 0 0 0,1 0 0 0 0,0 0 0 0 0,-1 0 1 0 0,1 0-1 0 0,-1 0 0 0 0,0 0-3 0 0,1 0 0 0 0,-1 0 1 0 0,0 1-1 0 0,1-1 0 0 0,-1 0 0 0 0,0 1 0 0 0,1-1 1 0 0,-1 1-1 0 0,0-1 0 0 0,1 1 0 0 0,-1-1 0 0 0,1 1 1 0 0,-1-1-1 0 0,1 1 0 0 0,-1 0 0 0 0,1-1 0 0 0,0 1 1 0 0,-1 1-1 0 0,-5 10 17 0 0,1 0 0 0 0,0 0 0 0 0,1 0 0 0 0,0 1 1 0 0,1 0-1 0 0,-2 17 0 0 0,1-9 11 0 0,-7 51 131 0 0,-5 119 1 0 0,16 75 19 0 0,1-224-160 0 0,-1-38-22 0 0,16 313 170 0 0,-14-303-178 0 0,-2-10-3 0 0,0 1 0 0 0,0-1 0 0 0,1 0-1 0 0,0 1 1 0 0,0-1 0 0 0,0 0 0 0 0,0 1 0 0 0,1-1 0 0 0,-1 0 0 0 0,3 4 0 0 0,-3-8 5 0 0,-1 1 1 0 0,0-1-1 0 0,0 0 1 0 0,1 1-1 0 0,-1-1 1 0 0,1 0-1 0 0,-1 0 1 0 0,0 1-1 0 0,1-1 1 0 0,-1 0-1 0 0,0 0 1 0 0,1 0-1 0 0,-1 0 1 0 0,1 0-1 0 0,-1 0 1 0 0,0 1-1 0 0,1-1 1 0 0,-1 0-1 0 0,1 0 1 0 0,-1 0-1 0 0,1 0 1 0 0,-1 0-1 0 0,0 0 1 0 0,1-1-1 0 0,-1 1 1 0 0,1 0-1 0 0,-1 0 1 0 0,0 0-1 0 0,1 0 1 0 0,-1 0-1 0 0,1-1 1 0 0,-1 1-1 0 0,0 0 1 0 0,1 0-1 0 0,-1-1 1 0 0,0 1-1 0 0,1 0 1 0 0,-1 0-1 0 0,0-1 1 0 0,0 1-1 0 0,1 0 1 0 0,-1-1-1 0 0,0 1 1 0 0,0 0-1 0 0,1-2 1 0 0,10-18-81 0 0,-11 20 81 0 0,10-26-47 0 0,-1 1 1 0 0,-1-1-1 0 0,-1-1 0 0 0,-2 1 1 0 0,4-45-1 0 0,-5-140 8 0 0,-4 144 31 0 0,0 65 10 0 0,-1-66-1 0 0,3-1 1 0 0,17-103 0 0 0,-8 142-63 0 0,-11 29 42 0 0,7 4-65 0 0,2 5 85 0 0,-6-5 5 0 0,0 0-1 0 0,0 0 0 0 0,0-1 0 0 0,0 1 0 0 0,0-1 0 0 0,0 0 0 0 0,1 0 0 0 0,-1 0 0 0 0,1 0 0 0 0,0 0 0 0 0,-1-1 0 0 0,1 1 0 0 0,0-1 0 0 0,0 0 0 0 0,0-1 1 0 0,0 1-1 0 0,0-1 0 0 0,0 1 0 0 0,0-1 0 0 0,0 0 0 0 0,4-1 0 0 0,-1 0 6 0 0,-1-1 0 0 0,1 0 1 0 0,-1 0-1 0 0,0-1 0 0 0,1 0 0 0 0,-1 0 0 0 0,-1 0 1 0 0,1 0-1 0 0,0-1 0 0 0,9-8 0 0 0,-8 4 1 0 0,1 0 1 0 0,-2 0-1 0 0,1 0 0 0 0,-1-1 0 0 0,0 0 0 0 0,5-12 0 0 0,3-10 2 0 0,-2-2-1 0 0,-1 1 0 0 0,9-42 0 0 0,-15 54-15 0 0,-3 13-68 0 0,-1 10 22 0 0,-2 19 2 0 0,-3 34 36 0 0,2-37 21 0 0,2 0 1 0 0,0-1-1 0 0,1 1 1 0 0,1 0 0 0 0,0 0-1 0 0,10 33 1 0 0,-9-42-3 0 0,0 0 0 0 0,0-1 1 0 0,1 1-1 0 0,1-1 0 0 0,0 0 0 0 0,0 0 1 0 0,0-1-1 0 0,1 1 0 0 0,1-1 0 0 0,-1 0 1 0 0,1-1-1 0 0,1 0 0 0 0,-1 0 0 0 0,12 8 1 0 0,-14-12-4 0 0,0-1 1 0 0,1 1-1 0 0,-1-1 1 0 0,1 0-1 0 0,-1-1 1 0 0,1 1 0 0 0,0-1-1 0 0,0 0 1 0 0,0-1-1 0 0,0 1 1 0 0,-1-1 0 0 0,1 0-1 0 0,0 0 1 0 0,0-1-1 0 0,0 0 1 0 0,0 0-1 0 0,0 0 1 0 0,-1-1 0 0 0,1 0-1 0 0,-1 0 1 0 0,1 0-1 0 0,-1-1 1 0 0,0 0-1 0 0,7-5 1 0 0,-2 2 1 0 0,0-1-1 0 0,0-1 1 0 0,-1 0-1 0 0,0-1 1 0 0,0 1 0 0 0,-1-2-1 0 0,0 1 1 0 0,-1-1-1 0 0,0 0 1 0 0,11-21 0 0 0,-11 13 2 0 0,0-1-1 0 0,-1 0 1 0 0,-1 0 0 0 0,0-1 0 0 0,-2 1 0 0 0,0-1 0 0 0,-1 0 0 0 0,-1 0 0 0 0,-1 0-1 0 0,-4-28 1 0 0,4 47-8 0 0,0 0-1 0 0,0 0 0 0 0,0 0 0 0 0,0 1 1 0 0,0-1-1 0 0,0 0 0 0 0,-1 0 0 0 0,1 0 1 0 0,0 0-1 0 0,-1 0 0 0 0,1 0 1 0 0,0 0-1 0 0,-1 1 0 0 0,1-1 0 0 0,-1 0 1 0 0,-1-1-1 0 0,2 2-2 0 0,0 0 1 0 0,-1 1-1 0 0,1-1 0 0 0,-1 0 1 0 0,1 0-1 0 0,0 1 1 0 0,-1-1-1 0 0,1 0 0 0 0,0 0 1 0 0,0 1-1 0 0,-1-1 0 0 0,1 0 1 0 0,0 1-1 0 0,0-1 1 0 0,-1 1-1 0 0,1-1 0 0 0,0 0 1 0 0,0 1-1 0 0,0-1 1 0 0,0 1-1 0 0,-1-1 0 0 0,1 0 1 0 0,0 2-1 0 0,-8 33-84 0 0,6-16 82 0 0,1 0 0 0 0,1 0 0 0 0,0 0 0 0 0,2 0 0 0 0,0 0-1 0 0,1-1 1 0 0,1 1 0 0 0,9 28 0 0 0,-10-39 6 0 0,0 0 0 0 0,1-1 0 0 0,0 1 0 0 0,1-1 0 0 0,-1 1 0 0 0,1-2 0 0 0,1 1 0 0 0,-1 0 0 0 0,1-1-1 0 0,0 0 1 0 0,0 0 0 0 0,1-1 0 0 0,0 0 0 0 0,0 0 0 0 0,0-1 0 0 0,1 1 0 0 0,-1-2 0 0 0,1 1 0 0 0,0-1-1 0 0,0 0 1 0 0,11 2 0 0 0,-3-2 0 0 0,-1-1 0 0 0,1-1 0 0 0,-1 0 0 0 0,1-1 0 0 0,-1-1-1 0 0,1-1 1 0 0,0 0 0 0 0,-1 0 0 0 0,0-2 0 0 0,0 0 0 0 0,0-1 0 0 0,23-10-1 0 0,-23 8-3 0 0,0 0-1 0 0,-1-1 0 0 0,1-1 1 0 0,-2-1-1 0 0,1 0 0 0 0,-2 0 0 0 0,1-1 1 0 0,-1-1-1 0 0,-1 0 0 0 0,0-1 1 0 0,15-22-1 0 0,-21 25 7 0 0,0 0 0 0 0,0 0 0 0 0,-1 0 0 0 0,-1 0 0 0 0,1-1 0 0 0,-2 0 0 0 0,0 1 0 0 0,0-1 0 0 0,-1 0 0 0 0,0 0 0 0 0,0 0 0 0 0,-2-13 0 0 0,0 20-2 0 0,1-1-1 0 0,-1 1 1 0 0,0-1 0 0 0,0 1 0 0 0,0-1-1 0 0,0 1 1 0 0,-1 0 0 0 0,0 0-1 0 0,0 0 1 0 0,0 0 0 0 0,0 0-1 0 0,-1 0 1 0 0,0 0 0 0 0,1 1-1 0 0,-1-1 1 0 0,0 1 0 0 0,-1 0 0 0 0,1 0-1 0 0,-1 0 1 0 0,1 0 0 0 0,-1 1-1 0 0,0-1 1 0 0,0 1 0 0 0,0 0-1 0 0,0 0 1 0 0,0 1 0 0 0,-1-1 0 0 0,1 1-1 0 0,0 0 1 0 0,-1 0 0 0 0,-6-1-1 0 0,2 2 0 0 0,0 0-1 0 0,-1 1 1 0 0,1 0-1 0 0,0 0 1 0 0,-1 1-1 0 0,1 0 0 0 0,0 0 1 0 0,0 1-1 0 0,0 1 1 0 0,1-1-1 0 0,-1 1 1 0 0,1 1-1 0 0,0 0 0 0 0,0 0 1 0 0,0 0-1 0 0,1 1 1 0 0,0 0-1 0 0,-7 8 1 0 0,2-2 4 0 0,1 1 0 0 0,0-1 1 0 0,1 2-1 0 0,0-1 1 0 0,1 1-1 0 0,1 1 0 0 0,0 0 1 0 0,1 0-1 0 0,-7 23 1 0 0,11-29-4 0 0,1 0 0 0 0,0 1 1 0 0,0-1-1 0 0,1 1 1 0 0,0 0-1 0 0,1 0 0 0 0,0-1 1 0 0,0 1-1 0 0,1 0 1 0 0,3 14-1 0 0,-2-20 1 0 0,-1 1 1 0 0,1-1-1 0 0,0 1 0 0 0,0-1 1 0 0,0 0-1 0 0,1 0 0 0 0,-1 0 0 0 0,1 0 1 0 0,0 0-1 0 0,0 0 0 0 0,1-1 1 0 0,-1 0-1 0 0,1 1 0 0 0,-1-1 1 0 0,1-1-1 0 0,0 1 0 0 0,0 0 0 0 0,0-1 1 0 0,1 0-1 0 0,-1 0 0 0 0,0 0 1 0 0,1-1-1 0 0,5 2 0 0 0,-1-2 1 0 0,-1 1-1 0 0,0-2 1 0 0,1 1-1 0 0,-1-1 1 0 0,1-1-1 0 0,-1 1 1 0 0,0-2-1 0 0,0 1 1 0 0,1-1-1 0 0,-1 0 1 0 0,0-1-1 0 0,0 1 1 0 0,-1-2-1 0 0,12-5 0 0 0,-4 1-15 0 0,-1-1-1 0 0,0 0 0 0 0,0-1 1 0 0,-1-1-1 0 0,-1 0 0 0 0,16-17 1 0 0,-23 22 13 0 0,0 0 0 0 0,-1-1 0 0 0,0 1 0 0 0,0-1 1 0 0,0 0-1 0 0,-1 0 0 0 0,0-1 0 0 0,0 1 0 0 0,-1-1 1 0 0,0 1-1 0 0,0-1 0 0 0,-1 0 0 0 0,0 0 0 0 0,0 0 1 0 0,-1 0-1 0 0,0 1 0 0 0,0-1 0 0 0,-1 0 0 0 0,0 0 0 0 0,-3-10 1 0 0,4 18-3 0 0,0-1 1 0 0,0 0-1 0 0,0 1 1 0 0,0-1-1 0 0,0 0 1 0 0,-1 1-1 0 0,1-1 1 0 0,0 0-1 0 0,-1 1 1 0 0,1-1-1 0 0,0 0 1 0 0,-1 1-1 0 0,1-1 1 0 0,-1 1-1 0 0,1-1 1 0 0,-1 1-1 0 0,1-1 1 0 0,-1 1-1 0 0,1-1 0 0 0,-1 1 1 0 0,1 0-1 0 0,-1-1 1 0 0,0 1-1 0 0,1 0 1 0 0,-1-1-1 0 0,0 1 1 0 0,0 0-1 0 0,0 0-1 0 0,0 0 0 0 0,0 1 0 0 0,0-1 0 0 0,0 1 0 0 0,1-1 0 0 0,-1 1 0 0 0,0-1 0 0 0,1 1 0 0 0,-1 0 0 0 0,0-1 0 0 0,1 1 0 0 0,-1 0 0 0 0,1 0 0 0 0,-1-1 0 0 0,1 1 0 0 0,-1 0 0 0 0,0 1 0 0 0,-2 5-10 0 0,0 0 1 0 0,1-1 0 0 0,0 1-1 0 0,-2 10 1 0 0,2-10 9 0 0,1 0 0 0 0,1 0 0 0 0,-1 0 0 0 0,1 1 0 0 0,1-1 0 0 0,-1 0 0 0 0,1 0 0 0 0,0 0 0 0 0,1 0 0 0 0,2 8 0 0 0,-2-11 3 0 0,0-1 0 0 0,0 1 0 0 0,0-1 0 0 0,0 0 0 0 0,0 1 0 0 0,1-1 0 0 0,0 0 0 0 0,-1 0 0 0 0,1-1 0 0 0,0 1 0 0 0,1-1 0 0 0,-1 1 0 0 0,0-1 1 0 0,1 0-1 0 0,-1 0 0 0 0,1 0 0 0 0,-1-1 0 0 0,1 1 0 0 0,6 1 0 0 0,3-1 3 0 0,-1 1 1 0 0,1-2-1 0 0,-1 0 1 0 0,1 0-1 0 0,0-1 0 0 0,-1 0 1 0 0,1-1-1 0 0,0-1 1 0 0,-1 0-1 0 0,20-6 0 0 0,-7 0 1 0 0,-1-1-1 0 0,0-1 1 0 0,0-1-1 0 0,24-15 1 0 0,-30 15 0 0 0,-1-1 0 0 0,0 0 1 0 0,-1-1-1 0 0,-1-1 1 0 0,0 0-1 0 0,-1-1 1 0 0,-1-1-1 0 0,15-21 0 0 0,-19 23 1 0 0,-1-1-1 0 0,0 1 1 0 0,-1-2-1 0 0,0 1 1 0 0,-2-1-1 0 0,1 0 1 0 0,-2-1-1 0 0,-1 1 1 0 0,0-1-1 0 0,1-24 1 0 0,-3 24-2 0 0,1-27 8 0 0,-4-60 0 0 0,1 92-10 0 0,-1 0-1 0 0,0 0 1 0 0,-1 0-1 0 0,0 0 1 0 0,-1 0-1 0 0,0 0 1 0 0,-1 1 0 0 0,0 0-1 0 0,-12-19 1 0 0,16 28-4 0 0,-1-1 1 0 0,1 1 0 0 0,-1 0-1 0 0,0 0 1 0 0,0 0 0 0 0,0 0-1 0 0,-1 0 1 0 0,1 1 0 0 0,0-1-1 0 0,0 0 1 0 0,-1 1 0 0 0,1 0-1 0 0,-1 0 1 0 0,0 0 0 0 0,1 0-1 0 0,-5-1 1 0 0,5 2-3 0 0,0 0 0 0 0,1 0 0 0 0,-1 0 0 0 0,0 0 0 0 0,0 0-1 0 0,0 1 1 0 0,0-1 0 0 0,0 1 0 0 0,1-1 0 0 0,-1 1 0 0 0,0-1 0 0 0,0 1 0 0 0,1 0 0 0 0,-1 0 0 0 0,0 0 0 0 0,1 0 0 0 0,-1 0-1 0 0,1 1 1 0 0,0-1 0 0 0,-1 0 0 0 0,1 1 0 0 0,0-1 0 0 0,0 1 0 0 0,-2 2 0 0 0,-6 11-10 0 0,0 0 1 0 0,1 1-1 0 0,1 0 1 0 0,1 1-1 0 0,0-1 1 0 0,-3 19-1 0 0,-17 107 13 0 0,25-134 1 0 0,-6 39 5 0 0,3-1 0 0 0,1 56 0 0 0,4-82 2 0 0,0 0-1 0 0,2 0 0 0 0,0-1 0 0 0,2 1 1 0 0,0-1-1 0 0,0 1 0 0 0,16 31 0 0 0,-18-45 0 0 0,1 0-1 0 0,-1 0 0 0 0,1 0 0 0 0,1 0 1 0 0,-1-1-1 0 0,1 0 0 0 0,0 0 1 0 0,0 0-1 0 0,0 0 0 0 0,1-1 0 0 0,0 0 1 0 0,0 0-1 0 0,0 0 0 0 0,12 4 1 0 0,-13-6 0 0 0,0 0 0 0 0,0-1 1 0 0,0 0-1 0 0,1 0 1 0 0,-1 0-1 0 0,0 0 0 0 0,0-1 1 0 0,1 0-1 0 0,-1 0 0 0 0,0-1 1 0 0,1 0-1 0 0,-1 1 1 0 0,0-2-1 0 0,0 1 0 0 0,0-1 1 0 0,0 1-1 0 0,0-1 0 0 0,0-1 1 0 0,0 1-1 0 0,5-4 1 0 0,1-2 3 0 0,0 0 0 0 0,-1-1 1 0 0,0-1-1 0 0,-1 1 0 0 0,1-2 0 0 0,-2 1 1 0 0,0-1-1 0 0,0 0 0 0 0,-1-1 1 0 0,7-13-1 0 0,-6 7 2 0 0,-1 1 1 0 0,0-1-1 0 0,-2 0 1 0 0,0 0-1 0 0,-1-1 1 0 0,4-31-1 0 0,-8 40-3 0 0,-7 53 24 0 0,7-31 5 0 0,0-1 0 0 0,1 1 0 0 0,0-1 0 0 0,1 1 0 0 0,0-1-1 0 0,1 0 1 0 0,0 0 0 0 0,1 0 0 0 0,0 0 0 0 0,6 12 0 0 0,-7-19-115 0 0,-1 1 1 0 0,2-1-1 0 0,-1 1 1 0 0,0-1-1 0 0,1 0 1 0 0,-1 0-1 0 0,1-1 1 0 0,0 1-1 0 0,1-1 1 0 0,6 5-1 0 0,-7-6-201 0 0,0 0 0 0 0,0-1-1 0 0,0 1 1 0 0,0-1 0 0 0,1 0-1 0 0,-1 0 1 0 0,0 0 0 0 0,1-1-1 0 0,-1 1 1 0 0,1-1 0 0 0,-1 0-1 0 0,1 0 1 0 0,-1-1 0 0 0,5 0-1 0 0,6-2-1951 0 0,-1 0-661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5:16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32 18524 0 0,'-12'-10'1320'0'0,"6"5"-1048"0"0,2-1-224 0 0,-2 1 584 0 0,2 0-384 0 0,6 5-1088 0 0,18 3 80 0 0,-10 2-368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5:17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142 516 17540 0 0,'64'-33'2399'0'0,"-42"23"-1914"0"0,-1 0-1 0 0,0-2 1 0 0,-1 0 0 0 0,-1-2-1 0 0,0 0 1 0 0,28-27 0 0 0,-36 30-262 0 0,-1-1-1 0 0,-1-1 1 0 0,0 1 0 0 0,0-1 0 0 0,-1-1 0 0 0,-1 0 0 0 0,0 0 0 0 0,-1 0 0 0 0,5-19 0 0 0,-9 25-190 0 0,0-1 1 0 0,-1 0-1 0 0,0 0 1 0 0,0-1-1 0 0,-1 1 1 0 0,0 0-1 0 0,-1 0 0 0 0,0 0 1 0 0,0 0-1 0 0,-1 0 1 0 0,0 0-1 0 0,-1 0 1 0 0,0 1-1 0 0,0-1 1 0 0,-1 1-1 0 0,0 0 0 0 0,-6-9 1 0 0,8 13-35 0 0,0 1 0 0 0,0-1 0 0 0,-1 1 0 0 0,0-1 0 0 0,0 1 0 0 0,0 0 0 0 0,0 0 0 0 0,0 0 0 0 0,0 0 0 0 0,-1 1 0 0 0,1 0 0 0 0,-1-1 0 0 0,0 1 0 0 0,0 1 0 0 0,0-1 0 0 0,0 0 0 0 0,0 1 0 0 0,0 0 0 0 0,0 0 0 0 0,0 0 0 0 0,-1 0 0 0 0,1 1 0 0 0,0 0 0 0 0,-1 0 0 0 0,1 0 0 0 0,0 0 0 0 0,0 1 0 0 0,-1-1 0 0 0,1 1 0 0 0,0 0 0 0 0,0 0 0 0 0,0 1 0 0 0,0-1 0 0 0,0 1 0 0 0,-7 4 0 0 0,-6 7 9 0 0,-1 1-1 0 0,2 0 1 0 0,0 2 0 0 0,1 0-1 0 0,0 0 1 0 0,2 2 0 0 0,0-1-1 0 0,1 2 1 0 0,0 0-1 0 0,2 0 1 0 0,-16 38 0 0 0,12-17 42 0 0,1-1 0 0 0,2 2 0 0 0,2 0 0 0 0,1 0 0 0 0,-2 56 0 0 0,8-23 185 0 0,4-1 0 0 0,2 1 0 0 0,24 123 0 0 0,-24-176-199 0 0,25 174 171 0 0,-27-171-217 0 0,-1 0-1 0 0,-1 0 0 0 0,-1 0 0 0 0,-2-1 1 0 0,0 1-1 0 0,-8 26 0 0 0,11-48-5 0 0,-1 1-1 0 0,0-1 1 0 0,1 0-1 0 0,-1 0 1 0 0,0 0-1 0 0,0 0 1 0 0,0 0-1 0 0,-1 0 1 0 0,1 0 0 0 0,0 0-1 0 0,-1 0 1 0 0,1-1-1 0 0,-4 4 1 0 0,4-5 1 0 0,0 0 1 0 0,1 0-1 0 0,-1 1 0 0 0,0-1 1 0 0,0 0-1 0 0,0 0 1 0 0,0 0-1 0 0,0 0 1 0 0,0 0-1 0 0,0 0 1 0 0,0 0-1 0 0,0 0 0 0 0,0 0 1 0 0,0-1-1 0 0,0 1 1 0 0,0 0-1 0 0,1 0 1 0 0,-1-1-1 0 0,0 1 0 0 0,0-1 1 0 0,0 1-1 0 0,0-1 1 0 0,1 1-1 0 0,-1-1 1 0 0,0 0-1 0 0,0 1 1 0 0,1-1-1 0 0,-1 0 0 0 0,1 1 1 0 0,-1-1-1 0 0,0 0 1 0 0,1 0-1 0 0,-1 0 1 0 0,1-1-1 0 0,-7-8-66 0 0,1 0 0 0 0,0-1-1 0 0,1 0 1 0 0,0 0 0 0 0,0 0 0 0 0,2-1-1 0 0,-1 1 1 0 0,1-1 0 0 0,1 0 0 0 0,0 0-1 0 0,0-19 1 0 0,2 6-13 0 0,0 0-1 0 0,2-1 1 0 0,1 1 0 0 0,8-39-1 0 0,-6 47 31 0 0,1-1-1 0 0,0 1 1 0 0,1 0 0 0 0,1 0 0 0 0,0 1-1 0 0,1 0 1 0 0,1 0 0 0 0,12-14-1 0 0,-7 12 45 0 0,1 1 1 0 0,1 0-1 0 0,0 2 0 0 0,1 0 0 0 0,38-24 1 0 0,-40 29 32 0 0,17-11 25 0 0,-31 19-17 0 0,0 1 1 0 0,0 0-1 0 0,1 0 1 0 0,-1 0-1 0 0,0 1 1 0 0,1-1-1 0 0,-1 0 1 0 0,0 1-1 0 0,1 0 1 0 0,-1-1-1 0 0,1 1 1 0 0,2 0-1 0 0,-4 1 3 0 0,0-1-1 0 0,0 1 1 0 0,-1-1 0 0 0,1 0-1 0 0,0 1 1 0 0,0-1-1 0 0,0 1 1 0 0,-1 0-1 0 0,1-1 1 0 0,0 1-1 0 0,0 0 1 0 0,-1-1-1 0 0,1 1 1 0 0,-1 0-1 0 0,1 0 1 0 0,-1 0 0 0 0,1-1-1 0 0,-1 1 1 0 0,1 0-1 0 0,-1 2 1 0 0,8 23 364 0 0,-3-9-188 0 0,16 47 107 0 0,-20-63-320 0 0,-1 0 0 0 0,1 0-1 0 0,-1 0 1 0 0,1 0 0 0 0,-1-1 0 0 0,1 1 0 0 0,0 0-1 0 0,0 0 1 0 0,-1-1 0 0 0,1 1 0 0 0,0-1 0 0 0,0 1-1 0 0,0 0 1 0 0,-1-1 0 0 0,1 0 0 0 0,0 1-1 0 0,0-1 1 0 0,0 1 0 0 0,0-1 0 0 0,0 0 0 0 0,0 0-1 0 0,0 0 1 0 0,0 1 0 0 0,0-1 0 0 0,0 0 0 0 0,0 0-1 0 0,0 0 1 0 0,0-1 0 0 0,0 1 0 0 0,0 0 0 0 0,0 0-1 0 0,0 0 1 0 0,0-1 0 0 0,0 1 0 0 0,0 0 0 0 0,0-1-1 0 0,0 1 1 0 0,-1-1 0 0 0,3 0 0 0 0,1-2-473 0 0,1 1 0 0 0,0-1 0 0 0,-1 0 0 0 0,0 0 0 0 0,8-8 1 0 0,11-9-3712 0 0,-9 8 1129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5:17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42 18436 0 0,'-15'-10'1632'0'0,"5"2"-1584"0"0,3 1 360 0 0,-1 1 241 0 0,0-1-185 0 0,4 4 608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5:18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237 455 17556 0 0,'2'-2'130'0'0,"-1"0"0"0"0,0 0 0 0 0,-1 0 0 0 0,1 0 0 0 0,0 0 0 0 0,0 0 0 0 0,-1-1 0 0 0,0 1 0 0 0,1 0 0 0 0,-1 0 0 0 0,0-1-1 0 0,0 1 1 0 0,0 0 0 0 0,0 0 0 0 0,0-1 0 0 0,-1 1 0 0 0,1 0 0 0 0,-2-3 0 0 0,2 4-60 0 0,-1 0 0 0 0,0 0 0 0 0,0 0-1 0 0,0 0 1 0 0,0 0 0 0 0,0 0 0 0 0,0 0-1 0 0,0 1 1 0 0,0-1 0 0 0,-1 0 0 0 0,1 1-1 0 0,0-1 1 0 0,0 1 0 0 0,-1-1 0 0 0,1 1 0 0 0,0 0-1 0 0,0-1 1 0 0,-1 1 0 0 0,1 0 0 0 0,0 0-1 0 0,-1 0 1 0 0,1 0 0 0 0,0 0 0 0 0,-1 0-1 0 0,1 0 1 0 0,0 1 0 0 0,-1-1 0 0 0,1 0-1 0 0,0 1 1 0 0,0-1 0 0 0,-1 1 0 0 0,0 0-1 0 0,-9 3 32 0 0,1 0-1 0 0,0 1 1 0 0,0 1-1 0 0,1-1 1 0 0,0 1-1 0 0,0 1 0 0 0,0 0 1 0 0,1 0-1 0 0,0 1 1 0 0,0 0-1 0 0,-11 15 1 0 0,8-9-59 0 0,1 1 1 0 0,0 1-1 0 0,2 0 1 0 0,-1 0-1 0 0,2 0 1 0 0,-8 26-1 0 0,12-31-29 0 0,0 0-1 0 0,1 1 1 0 0,0-1 0 0 0,1 1-1 0 0,0 0 1 0 0,1-1-1 0 0,1 1 1 0 0,-1-1-1 0 0,2 1 1 0 0,3 16-1 0 0,-3-21-4 0 0,0 0-1 0 0,1 0 0 0 0,-1-1 1 0 0,1 1-1 0 0,1-1 1 0 0,-1 0-1 0 0,1 0 1 0 0,0 0-1 0 0,1 0 0 0 0,-1-1 1 0 0,1 0-1 0 0,0 0 1 0 0,1 0-1 0 0,-1 0 0 0 0,1-1 1 0 0,0 0-1 0 0,0 0 1 0 0,7 3-1 0 0,2-1 10 0 0,0-1 0 0 0,0 0 0 0 0,0-1 0 0 0,0-1 0 0 0,1 0 0 0 0,-1-1 0 0 0,1-1 0 0 0,0 0 0 0 0,-1-1 0 0 0,1-1-1 0 0,18-3 1 0 0,-12 1-4 0 0,0-2 0 0 0,0 0-1 0 0,-1-1 1 0 0,0-2-1 0 0,0 0 1 0 0,-1-1 0 0 0,26-15-1 0 0,-33 15-7 0 0,0 0 1 0 0,0-1-1 0 0,0-1 0 0 0,-1 1 0 0 0,-1-2 0 0 0,0 0 0 0 0,-1 0 1 0 0,14-21-1 0 0,-20 26 2 0 0,0 0-1 0 0,0 0 1 0 0,-1-1 0 0 0,1 1 0 0 0,-2-1-1 0 0,1 1 1 0 0,-1-1 0 0 0,0 0-1 0 0,-1 0 1 0 0,0 0 0 0 0,0 0 0 0 0,0-1-1 0 0,-1 1 1 0 0,-1 0 0 0 0,1 0 0 0 0,-1 0-1 0 0,-1 0 1 0 0,-3-13 0 0 0,4 18-6 0 0,0 0-1 0 0,0 0 1 0 0,-1 0-1 0 0,1 0 1 0 0,-1 0 0 0 0,0 0-1 0 0,1 0 1 0 0,-1 1 0 0 0,-1-1-1 0 0,1 0 1 0 0,0 1 0 0 0,-1 0-1 0 0,1 0 1 0 0,-1 0 0 0 0,1 0-1 0 0,-1 0 1 0 0,0 0-1 0 0,0 1 1 0 0,-3-2 0 0 0,1 1-3 0 0,0 1 1 0 0,0 0-1 0 0,0 1 1 0 0,0-1-1 0 0,0 1 0 0 0,0 0 1 0 0,0 0-1 0 0,0 0 1 0 0,0 1-1 0 0,0-1 1 0 0,-6 3-1 0 0,-8 3-5 0 0,0 1 1 0 0,1 0-1 0 0,1 1 0 0 0,-1 2 0 0 0,-20 13 0 0 0,19-11 3 0 0,1 2-1 0 0,0 0 0 0 0,-29 31 1 0 0,41-39 0 0 0,0 1 1 0 0,1 0 0 0 0,0 0 0 0 0,0 0-1 0 0,0 0 1 0 0,1 1 0 0 0,0 0 0 0 0,1 0-1 0 0,-1 0 1 0 0,2 0 0 0 0,-1 0 0 0 0,1 1-1 0 0,-1 10 1 0 0,2-18 3 0 0,1 1-1 0 0,0-1 1 0 0,0 1-1 0 0,0-1 1 0 0,1 1-1 0 0,-1-1 1 0 0,0 1-1 0 0,1-1 1 0 0,-1 0-1 0 0,0 1 1 0 0,1-1-1 0 0,0 0 1 0 0,-1 1-1 0 0,1-1 1 0 0,0 0-1 0 0,-1 0 1 0 0,1 1-1 0 0,0-1 1 0 0,0 0-1 0 0,0 0 0 0 0,0 0 1 0 0,0 0-1 0 0,2 1 1 0 0,-1-1 0 0 0,1 1 1 0 0,0-1 0 0 0,0 0-1 0 0,0 0 1 0 0,0 0-1 0 0,0-1 1 0 0,0 1-1 0 0,0 0 1 0 0,0-1-1 0 0,5 0 1 0 0,3 0 1 0 0,0-1 1 0 0,-1 0 0 0 0,1-1-1 0 0,0 0 1 0 0,14-5 0 0 0,12-9 8 0 0,0-1 1 0 0,-1-1-1 0 0,54-38 1 0 0,-71 43-13 0 0,-3 7-13 0 0,-16 6 13 0 0,0 0 0 0 0,1 0 0 0 0,-1 0 1 0 0,0 0-1 0 0,1 0 0 0 0,-1 0 0 0 0,0 0 0 0 0,0 0 0 0 0,1 0 1 0 0,-1 1-1 0 0,0-1 0 0 0,0 0 0 0 0,1 0 0 0 0,-1 0 0 0 0,0 0 0 0 0,0 1 1 0 0,1-1-1 0 0,-1 0 0 0 0,0 0 0 0 0,0 0 0 0 0,0 1 0 0 0,1-1 0 0 0,-1 0 1 0 0,0 0-1 0 0,0 1 0 0 0,0-1 0 0 0,0 0 0 0 0,0 1 0 0 0,1 2-3 0 0,-1 0 0 0 0,0 0 0 0 0,0 0 0 0 0,0 0 0 0 0,0 0 0 0 0,-1 6 0 0 0,-1-1 12 0 0,1 3 1 0 0,0-1 0 0 0,1 1 0 0 0,0-1 0 0 0,0 1-1 0 0,1-1 1 0 0,2 12 0 0 0,-2-20-7 0 0,-1 0 0 0 0,0 0 0 0 0,1 0 0 0 0,0 0 0 0 0,-1 0 0 0 0,1 0 0 0 0,0 0 1 0 0,0 0-1 0 0,0 0 0 0 0,0-1 0 0 0,1 1 0 0 0,-1 0 0 0 0,0-1 0 0 0,1 1 0 0 0,-1-1 0 0 0,1 1 0 0 0,0-1 0 0 0,-1 0 0 0 0,1 0 0 0 0,0 0 0 0 0,0 1 0 0 0,-1-2 0 0 0,1 1 0 0 0,0 0 1 0 0,0 0-1 0 0,0-1 0 0 0,0 1 0 0 0,0-1 0 0 0,1 1 0 0 0,-1-1 0 0 0,0 0 0 0 0,0 0 0 0 0,0 0 0 0 0,0 0 0 0 0,0 0 0 0 0,0-1 0 0 0,4 0 0 0 0,7-3 0 0 0,0 0 0 0 0,0 0 0 0 0,-1-1 0 0 0,0-1 0 0 0,0 0 0 0 0,0-1 0 0 0,-1 0 0 0 0,0-1 0 0 0,0 0 0 0 0,-1-1 0 0 0,0 0 0 0 0,0 0 0 0 0,-1-1 0 0 0,0-1 0 0 0,10-16 0 0 0,0-2 3 0 0,-1-1 0 0 0,-2 0 0 0 0,-1-2-1 0 0,20-60 1 0 0,19-106-42 0 0,18-51-22 0 0,-56 209 10 0 0,-15 39 13 0 0,-2 2-2 0 0,0 0 31 0 0,-1 0 0 0 0,1 0 0 0 0,0 0 1 0 0,0 1-1 0 0,0-1 0 0 0,0 0 0 0 0,0 0 0 0 0,0 1 0 0 0,0-1 0 0 0,0 1 0 0 0,1-1 0 0 0,-1 1 0 0 0,0-1 0 0 0,0 3 0 0 0,0-2-6 0 0,-15 35 21 0 0,2 0 0 0 0,1 0 0 0 0,1 1 0 0 0,3 1 0 0 0,1 0 0 0 0,2 0 0 0 0,1 0 0 0 0,2 1 0 0 0,2 0 0 0 0,2-1 0 0 0,11 77 0 0 0,-8-97 0 0 0,0 0 0 0 0,13 35-1 0 0,-15-47-3 0 0,1-1-1 0 0,0 0 1 0 0,0 0-1 0 0,1 0 0 0 0,0-1 1 0 0,0 1-1 0 0,0-1 1 0 0,0 0-1 0 0,1 0 0 0 0,0 0 1 0 0,10 7-1 0 0,-12-11-3 0 0,-1 1 1 0 0,1-1-1 0 0,-1 0 0 0 0,1-1 0 0 0,0 1 1 0 0,-1 0-1 0 0,1-1 0 0 0,0 1 0 0 0,0-1 1 0 0,0 0-1 0 0,-1 0 0 0 0,1 0 0 0 0,0 0 1 0 0,0 0-1 0 0,-1-1 0 0 0,1 1 0 0 0,0-1 1 0 0,0 0-1 0 0,-1 0 0 0 0,1 0 0 0 0,-1 0 1 0 0,1 0-1 0 0,-1-1 0 0 0,1 1 0 0 0,-1-1 0 0 0,0 0 1 0 0,0 1-1 0 0,4-5 0 0 0,-1 1-2 0 0,0 1 0 0 0,0-1 0 0 0,-1 0 0 0 0,0-1 0 0 0,0 1 0 0 0,0-1 0 0 0,-1 0 0 0 0,0 0 0 0 0,0 0 0 0 0,0 0 0 0 0,1-8 0 0 0,5-31 3 0 0,5-63-1 0 0,-8 50-4 0 0,-6 57-22 0 0,-4 28-121 0 0,-3 7 168 0 0,-5 48-1 0 0,11-71-15 0 0,1 0 0 0 0,0 0 0 0 0,0-1-1 0 0,1 1 1 0 0,1 0 0 0 0,0-1 0 0 0,0 1 0 0 0,1-1-1 0 0,4 11 1 0 0,-5-17-2 0 0,0 1 0 0 0,1 0 0 0 0,0-1-1 0 0,0 0 1 0 0,0 1 0 0 0,0-1 0 0 0,1 0 0 0 0,-1-1-1 0 0,1 1 1 0 0,0 0 0 0 0,0-1 0 0 0,0 0 0 0 0,1 0-1 0 0,6 3 1 0 0,-3-3 0 0 0,-1 0-1 0 0,1 0 0 0 0,1-1 1 0 0,-1 0-1 0 0,0 0 0 0 0,0-1 1 0 0,1 0-1 0 0,10 0 0 0 0,2-2-6 0 0,1-1 0 0 0,-1-1 0 0 0,-1-1 0 0 0,1 0 0 0 0,0-2 0 0 0,25-10 0 0 0,-26 7 3 0 0,0 0-1 0 0,0-1 1 0 0,-1-1 0 0 0,-1-1 0 0 0,0-1 0 0 0,0-1-1 0 0,29-29 1 0 0,-39 34 6 0 0,0 0 1 0 0,-1-1-1 0 0,0 1 0 0 0,-1-1 1 0 0,0-1-1 0 0,-1 1 0 0 0,5-14 1 0 0,-7 17 1 0 0,-1-1 0 0 0,0 0 0 0 0,0 0 1 0 0,-1 1-1 0 0,0-1 0 0 0,-1 0 0 0 0,0 0 1 0 0,0 0-1 0 0,0 0 0 0 0,-1 0 1 0 0,-3-12-1 0 0,3 16-1 0 0,0 0 0 0 0,0 0 0 0 0,-1 0-1 0 0,1 0 1 0 0,-1 1 0 0 0,0-1 0 0 0,0 1 0 0 0,0-1 0 0 0,0 1 0 0 0,0-1-1 0 0,-1 1 1 0 0,0 0 0 0 0,0 0 0 0 0,1 1 0 0 0,-2-1 0 0 0,1 1 0 0 0,0-1 0 0 0,0 1-1 0 0,-1 0 1 0 0,1 0 0 0 0,-1 0 0 0 0,0 1 0 0 0,0-1 0 0 0,1 1 0 0 0,-1 0 0 0 0,0 0-1 0 0,0 0 1 0 0,0 1 0 0 0,0-1 0 0 0,0 1 0 0 0,0 0 0 0 0,0 0 0 0 0,-7 1-1 0 0,1 1 3 0 0,-1-1 0 0 0,1 2-1 0 0,-1 0 1 0 0,1 0-1 0 0,0 0 1 0 0,0 2 0 0 0,0-1-1 0 0,1 1 1 0 0,0 0-1 0 0,0 1 1 0 0,-15 12 0 0 0,13-8-8 0 0,0 1 0 0 0,1 1-1 0 0,0 0 1 0 0,0 0 0 0 0,2 1 0 0 0,-1 0 0 0 0,2 0 0 0 0,0 1 0 0 0,-9 23 0 0 0,13-27 0 0 0,0-1-1 0 0,0 1 1 0 0,1 0 0 0 0,0 0 0 0 0,1 0-1 0 0,0 0 1 0 0,1 1 0 0 0,0-1-1 0 0,0 0 1 0 0,1 0 0 0 0,0 0-1 0 0,1 0 1 0 0,0 0 0 0 0,1 0 0 0 0,6 15-1 0 0,-7-20-1 0 0,1 0-1 0 0,-1 0 0 0 0,1 0 0 0 0,0-1 0 0 0,1 1 1 0 0,-1-1-1 0 0,1 0 0 0 0,-1 0 0 0 0,1 0 0 0 0,1 0 1 0 0,-1-1-1 0 0,0 0 0 0 0,1 0 0 0 0,0 0 0 0 0,-1 0 1 0 0,1-1-1 0 0,0 0 0 0 0,1 0 0 0 0,-1 0 0 0 0,0 0 1 0 0,0-1-1 0 0,10 1 0 0 0,-8-1-2 0 0,1-1 1 0 0,-1 0-1 0 0,1-1 1 0 0,-1 0-1 0 0,1 0 0 0 0,-1-1 1 0 0,0 0-1 0 0,1 0 0 0 0,-1-1 1 0 0,0 1-1 0 0,-1-1 1 0 0,1-1-1 0 0,0 0 0 0 0,-1 0 1 0 0,0 0-1 0 0,7-6 1 0 0,-1-1 5 0 0,0-2 1 0 0,0 1-1 0 0,-1-1 1 0 0,0-1-1 0 0,-2 0 1 0 0,1-1-1 0 0,-2 0 0 0 0,0 0 1 0 0,-1-1-1 0 0,6-17 1 0 0,0-8 8 0 0,-1-1 0 0 0,10-77 0 0 0,-21 112-23 0 0,0 1-1 0 0,1-1 0 0 0,0 1 1 0 0,4-10-1 0 0,-5 15-26 0 0,1 2 35 0 0,-1 0 0 0 0,1-1 0 0 0,-1 1 0 0 0,0 0 0 0 0,1 0 0 0 0,-1 0 0 0 0,0 0 0 0 0,1 1 0 0 0,-1-1 0 0 0,0 0 0 0 0,0 0 0 0 0,0 1 0 0 0,0-1 0 0 0,0 1 0 0 0,0-1 0 0 0,-1 1 0 0 0,1-1 0 0 0,0 1 0 0 0,0 2 0 0 0,10 32 21 0 0,12 64 40 0 0,18 65 2 0 0,-37-154-51 0 0,0 0 1 0 0,1 0 0 0 0,0-1 0 0 0,0 0 0 0 0,1 0-1 0 0,0-1 1 0 0,1 1 0 0 0,10 10 0 0 0,-14-17-5 0 0,-1 0-1 0 0,1 0 1 0 0,1 0 0 0 0,-1 0 0 0 0,0-1-1 0 0,1 1 1 0 0,-1-1 0 0 0,1 0 0 0 0,0 0-1 0 0,0-1 1 0 0,-1 1 0 0 0,1-1-1 0 0,0 0 1 0 0,1 0 0 0 0,-1 0 0 0 0,0 0-1 0 0,0-1 1 0 0,0 1 0 0 0,0-1 0 0 0,0 0-1 0 0,1-1 1 0 0,-1 1 0 0 0,0-1 0 0 0,0 1-1 0 0,8-4 1 0 0,-7 2-5 0 0,1-1 1 0 0,-1 0-1 0 0,0-1 0 0 0,0 1 1 0 0,0-1-1 0 0,0 0 1 0 0,0-1-1 0 0,-1 1 0 0 0,0-1 1 0 0,0 1-1 0 0,0-1 0 0 0,-1-1 1 0 0,1 1-1 0 0,-1 0 0 0 0,0-1 1 0 0,2-7-1 0 0,2-5 0 0 0,0 0-1 0 0,-2-1 1 0 0,7-36 0 0 0,-3-19 30 0 0,-8 50 11 0 0,2 0 0 0 0,1 0-1 0 0,0 1 1 0 0,2-1-1 0 0,1 1 1 0 0,10-23-1 0 0,-17 45-23 0 0,0 0-1 0 0,1 0 0 0 0,-1 0 0 0 0,1 0 0 0 0,-1 0 1 0 0,1 0-1 0 0,0 0 0 0 0,-1 0 0 0 0,1 0 0 0 0,0 1 1 0 0,-1-1-1 0 0,1 0 0 0 0,0 0 0 0 0,0 1 1 0 0,0-1-1 0 0,0 1 0 0 0,-1-1 0 0 0,2 0 0 0 0,-1 1 2 0 0,-1 0 0 0 0,1 0-1 0 0,-1 0 1 0 0,1 1-1 0 0,-1-1 1 0 0,1 0-1 0 0,-1 0 1 0 0,1 0 0 0 0,-1 1-1 0 0,0-1 1 0 0,1 0-1 0 0,-1 1 1 0 0,1-1 0 0 0,-1 0-1 0 0,0 1 1 0 0,1-1-1 0 0,-1 0 1 0 0,0 1-1 0 0,1-1 1 0 0,-1 1 0 0 0,0-1-1 0 0,0 1 1 0 0,0-1-1 0 0,1 0 1 0 0,-1 1-1 0 0,0 0 1 0 0,10 41 727 0 0,-10-38-694 0 0,2 4 53 0 0,3 27 402 0 0,2 0 0 0 0,13 42-1 0 0,-16-66-435 0 0,1 1 0 0 0,0-1-1 0 0,1-1 1 0 0,0 1-1 0 0,1-1 1 0 0,0 0 0 0 0,0 0-1 0 0,1-1 1 0 0,0 0-1 0 0,14 11 1 0 0,-14-13-130 0 0,1 0 1 0 0,0-1 0 0 0,1 0-1 0 0,-1-1 1 0 0,1 0 0 0 0,1 0-1 0 0,-1-1 1 0 0,0 0-1 0 0,1-1 1 0 0,13 2 0 0 0,-15-3-352 0 0,0-1 0 0 0,1-1 0 0 0,-1 0 1 0 0,0 0-1 0 0,0-1 0 0 0,1 0 1 0 0,16-4-1 0 0,2-4-2126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5:19.2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5 23861 0 0,'-2'-5'1432'0'0,"4"5"-1616"0"0,8 7-872 0 0,-18-7 408 0 0,-2 1-1280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5:19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 21565 0 0,'15'-5'96'0'0,"7"0"-32"0"0,3 1 0 0 0,0-2 24 0 0,3 1-72 0 0,12 0-16 0 0,2 0 16 0 0,-1-2 8 0 0,8 4-8 0 0,1-1-16 0 0,3 1 0 0 0,2 1-544 0 0,0 1-465 0 0,-1-1-367 0 0,4 2-792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3:10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50 357 11106 0 0,'0'-4'1223'0'0,"1"-4"5043"0"0,-4 5-5535 0 0,0 2-454 0 0,0 0-32 0 0,-3 1-96 0 0,1 0 161 0 0,4 2-163 0 0,0 1 1 0 0,1 0-1 0 0,-1-1 0 0 0,0 1 1 0 0,1 0-1 0 0,-1 0 1 0 0,1-1-1 0 0,0 1 0 0 0,0 0 1 0 0,0 0-1 0 0,1 3 0 0 0,-2 2 237 0 0,2 36 1156 0 0,11 82 0 0 0,-1-42-709 0 0,-8-29-432 0 0,-1-1 0 0 0,-3 0 0 0 0,-8 57 0 0 0,4-66-56 0 0,5-44-6 0 0,-1-1-323 0 0,0 0-1 0 0,1 0 1 0 0,-1 0-1 0 0,0-1 1 0 0,1 1-1 0 0,-1 0 1 0 0,1 0 0 0 0,-1-1-1 0 0,1 1 1 0 0,-1 0-1 0 0,1-1 1 0 0,-1 1-1 0 0,1-1 1 0 0,-1 1-1 0 0,1-1 1 0 0,0 1 0 0 0,-1-1-1 0 0,1 1 1 0 0,0-1-1 0 0,-1 1 1 0 0,1-1-1 0 0,0 1 1 0 0,-1-1-1 0 0,1 0 1 0 0,0 1 0 0 0,0-2-1 0 0,-5-20 99 0 0,4 14-63 0 0,-7-34 4 0 0,2 0 0 0 0,-2-58 0 0 0,11-86-36 0 0,0 153-18 0 0,0 0 1 0 0,3 0 0 0 0,0 0-1 0 0,3 1 1 0 0,0 0-1 0 0,23-49 1 0 0,-22 59 10 0 0,1 0-1 0 0,1 1 1 0 0,1 0 0 0 0,1 2 0 0 0,0-1 0 0 0,2 2 0 0 0,0 0 0 0 0,1 0 0 0 0,35-26 0 0 0,-45 39-3 0 0,1-1 0 0 0,1 1 0 0 0,-1 1 0 0 0,1-1 0 0 0,0 1 0 0 0,0 1 1 0 0,0 0-1 0 0,0 0 0 0 0,1 1 0 0 0,-1 0 0 0 0,1 0 0 0 0,11 1 0 0 0,-15 1-5 0 0,1 0 0 0 0,-1 1 0 0 0,0 0 0 0 0,0 0-1 0 0,1 1 1 0 0,-1 0 0 0 0,0 0 0 0 0,0 0 0 0 0,0 0 0 0 0,-1 1 0 0 0,1 0-1 0 0,-1 1 1 0 0,1-1 0 0 0,-1 1 0 0 0,0 0 0 0 0,0 0 0 0 0,-1 1 0 0 0,1-1-1 0 0,3 7 1 0 0,-2-4 4 0 0,-1 0-1 0 0,0 1 1 0 0,0-1-1 0 0,-1 1 0 0 0,0 0 1 0 0,0 1-1 0 0,-1-1 1 0 0,0 1-1 0 0,-1-1 1 0 0,1 1-1 0 0,-2 0 0 0 0,2 10 1 0 0,-3-8 3 0 0,0 1-1 0 0,-1-1 1 0 0,0 0 0 0 0,0 1-1 0 0,-1-1 1 0 0,-1 0 0 0 0,0 0-1 0 0,-7 17 1 0 0,-2-4 7 0 0,0 0-1 0 0,-2-1 0 0 0,0-1 1 0 0,-2 0-1 0 0,0-1 1 0 0,-2 0-1 0 0,-26 24 0 0 0,-76 57 29 0 0,98-87-46 0 0,0 0 0 0 0,0-2-1 0 0,-49 21 1 0 0,68-33-32 0 0,0 1-1 0 0,-1-1 1 0 0,1 0-1 0 0,-1 0 1 0 0,0-1 0 0 0,1 1-1 0 0,-1-1 1 0 0,0 0 0 0 0,-6 0-1 0 0,10 0 7 0 0,-1 0 0 0 0,0 0 0 0 0,1 0-1 0 0,-1-1 1 0 0,1 1 0 0 0,-1 0 0 0 0,1 0 0 0 0,-1-1 0 0 0,1 1-1 0 0,-1 0 1 0 0,1-1 0 0 0,-1 1 0 0 0,1-1 0 0 0,-1 1-1 0 0,1 0 1 0 0,-1-1 0 0 0,1 1 0 0 0,0-1 0 0 0,-1 1 0 0 0,1-1-1 0 0,0 1 1 0 0,0-1 0 0 0,-1 0 0 0 0,1-1-54 0 0,0 0 1 0 0,-1 1 0 0 0,1-1-1 0 0,0 1 1 0 0,1-1 0 0 0,-1 0-1 0 0,0 1 1 0 0,0-1 0 0 0,1 1-1 0 0,-1-1 1 0 0,1 1 0 0 0,-1-1-1 0 0,2-1 1 0 0,1-3-629 0 0,0-1-1 0 0,1 1 1 0 0,0 0 0 0 0,0 0-1 0 0,1 1 1 0 0,-1-1 0 0 0,1 1 0 0 0,1 0-1 0 0,10-8 1 0 0,6-3-2577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3:11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308 443 10794 0 0,'2'-12'894'0'0,"0"0"-1"0"0,0 0 1 0 0,-1 0 0 0 0,-1 0-1 0 0,0 0 1 0 0,-2-13-1 0 0,2 20-625 0 0,-1 1 0 0 0,1 0 0 0 0,-2-1 0 0 0,1 1 0 0 0,0-1-1 0 0,-1 1 1 0 0,0 0 0 0 0,0 0 0 0 0,0 0 0 0 0,0 0 0 0 0,0 0-1 0 0,-1 1 1 0 0,0-1 0 0 0,0 1 0 0 0,0-1 0 0 0,0 1 0 0 0,-1 0-1 0 0,1 0 1 0 0,-5-2 0 0 0,5 4-193 0 0,0-1-1 0 0,0 1 0 0 0,0 1 1 0 0,0-1-1 0 0,0 0 1 0 0,0 1-1 0 0,-1 0 0 0 0,1-1 1 0 0,0 1-1 0 0,0 0 1 0 0,0 1-1 0 0,-1-1 0 0 0,1 1 1 0 0,0-1-1 0 0,0 1 1 0 0,0 0-1 0 0,0 0 1 0 0,0 0-1 0 0,0 1 0 0 0,0-1 1 0 0,0 1-1 0 0,1-1 1 0 0,-4 4-1 0 0,-7 4 93 0 0,0 1 0 0 0,0 0 0 0 0,-11 14 0 0 0,7-7 20 0 0,1 1-1 0 0,1 0 1 0 0,-22 36 0 0 0,31-43-137 0 0,0 0 0 0 0,1 0 0 0 0,0 0 1 0 0,1 0-1 0 0,0 1 0 0 0,1-1 1 0 0,0 1-1 0 0,1 0 0 0 0,-2 15 1 0 0,4-23-31 0 0,0 0 1 0 0,0 0-1 0 0,0 0 1 0 0,1 0 0 0 0,-1 1-1 0 0,1-1 1 0 0,0 0 0 0 0,0 0-1 0 0,1 0 1 0 0,-1 0-1 0 0,1-1 1 0 0,0 1 0 0 0,0 0-1 0 0,0-1 1 0 0,0 1 0 0 0,1-1-1 0 0,-1 0 1 0 0,1 0-1 0 0,0 0 1 0 0,0 0 0 0 0,0 0-1 0 0,0 0 1 0 0,1-1-1 0 0,4 4 1 0 0,-2-4 15 0 0,-1 0 0 0 0,0 0 1 0 0,1 0-1 0 0,-1 0 0 0 0,1-1 0 0 0,-1 0 0 0 0,1 0 1 0 0,-1-1-1 0 0,1 1 0 0 0,0-1 0 0 0,0 0 0 0 0,-1-1 1 0 0,1 0-1 0 0,-1 0 0 0 0,1 0 0 0 0,0 0 0 0 0,6-3 0 0 0,-1-1 15 0 0,0 0 0 0 0,0 0 0 0 0,-1-1 0 0 0,0 0-1 0 0,0-1 1 0 0,-1 0 0 0 0,1-1 0 0 0,-1 1-1 0 0,-1-2 1 0 0,0 1 0 0 0,11-16 0 0 0,-14 17-27 0 0,0 0 0 0 0,-1-1 1 0 0,0 1-1 0 0,0-1 0 0 0,-1 0 1 0 0,0 0-1 0 0,0 0 0 0 0,-1 0 1 0 0,0 0-1 0 0,0-1 0 0 0,-1 1 1 0 0,0 0-1 0 0,-1-1 0 0 0,0 1 1 0 0,0-1-1 0 0,-3-14 0 0 0,2 16-13 0 0,-1 1-1 0 0,1 0 1 0 0,-1 0 0 0 0,-1-1-1 0 0,1 1 1 0 0,-1 0-1 0 0,0 1 1 0 0,0-1-1 0 0,-7-7 1 0 0,10 12-13 0 0,0 1 1 0 0,0 0-1 0 0,-1-1 1 0 0,1 1-1 0 0,0 0 1 0 0,0-1-1 0 0,-1 1 0 0 0,1 0 1 0 0,0 0-1 0 0,0-1 1 0 0,-1 1-1 0 0,1 0 1 0 0,0 0-1 0 0,-1 0 1 0 0,1 0-1 0 0,0-1 1 0 0,-1 1-1 0 0,1 0 1 0 0,0 0-1 0 0,-1 0 0 0 0,1 0 1 0 0,-1 0-1 0 0,1 0 1 0 0,0 0-1 0 0,-1 0 1 0 0,1 0-1 0 0,0 0 1 0 0,-1 0-1 0 0,1 0 1 0 0,0 0-1 0 0,-1 0 1 0 0,0 1-1 0 0,-7 10-47 0 0,-1 18-2 0 0,7-14 53 0 0,0-1 1 0 0,1 1-1 0 0,1 0 0 0 0,1 0 1 0 0,0 0-1 0 0,1-1 0 0 0,0 1 1 0 0,1 0-1 0 0,1-1 0 0 0,7 19 1 0 0,-8-25 4 0 0,0 0 1 0 0,1 0 0 0 0,0 0-1 0 0,0-1 1 0 0,1 1 0 0 0,0-1-1 0 0,1 0 1 0 0,-1-1 0 0 0,1 1-1 0 0,0-1 1 0 0,1-1 0 0 0,-1 1-1 0 0,1-1 1 0 0,0 0-1 0 0,1 0 1 0 0,-1-1 0 0 0,1 0-1 0 0,0 0 1 0 0,9 2 0 0 0,-12-5 1 0 0,0 0 1 0 0,0 0-1 0 0,1 0 0 0 0,-1 0 1 0 0,0-1-1 0 0,1 0 1 0 0,-1 0-1 0 0,0-1 0 0 0,1 1 1 0 0,-1-1-1 0 0,0 0 1 0 0,0-1-1 0 0,10-3 1 0 0,-7 2 3 0 0,-1-1 1 0 0,1-1-1 0 0,-1 1 1 0 0,0-1 0 0 0,0 0-1 0 0,-1-1 1 0 0,0 0-1 0 0,7-6 1 0 0,-1-3 8 0 0,-1-1 1 0 0,0 0 0 0 0,0 0-1 0 0,-2-1 1 0 0,0-1-1 0 0,12-35 1 0 0,-11 19-18 0 0,-2-1 0 0 0,-2 0 0 0 0,-1 0 1 0 0,-2 0-1 0 0,-1 0 0 0 0,-2-1 0 0 0,-1 1 1 0 0,-2-1-1 0 0,-2 1 0 0 0,-13-53 0 0 0,18 85-11 0 0,-1 1-1 0 0,1-1 1 0 0,-1 0 0 0 0,0 1-1 0 0,0-1 1 0 0,0 1-1 0 0,0-1 1 0 0,0 1-1 0 0,0-1 1 0 0,-1 1 0 0 0,1 0-1 0 0,-1 0 1 0 0,0 0-1 0 0,0 0 1 0 0,-2-3-1 0 0,3 5-27 0 0,-1 7 17 0 0,-1 0 0 0 0,1 0 0 0 0,0 1 0 0 0,1-1 0 0 0,0 1 0 0 0,0-1 0 0 0,1 1 0 0 0,0-1 0 0 0,0 1 0 0 0,2 9 0 0 0,15 79 48 0 0,-16-94-33 0 0,5 25 10 0 0,5 26 80 0 0,33 91-1 0 0,-38-131-65 0 0,-1 1 1 0 0,2-1-1 0 0,0 0 1 0 0,0-1-1 0 0,1 1 1 0 0,1-1-1 0 0,0-1 1 0 0,0 0-1 0 0,1 0 1 0 0,1-1-1 0 0,19 15 1 0 0,-27-23-45 0 0,0 0 1 0 0,1 0-1 0 0,-1 0 1 0 0,0-1-1 0 0,1 1 1 0 0,-1-1-1 0 0,1 0 1 0 0,-1 0-1 0 0,1 0 1 0 0,0-1-1 0 0,-1 1 1 0 0,1-1-1 0 0,0 0 1 0 0,4 0-1 0 0,-6-1-212 0 0,0 1-1 0 0,0-1 0 0 0,0 1 1 0 0,-1-1-1 0 0,1 0 1 0 0,0 1-1 0 0,0-1 1 0 0,-1 0-1 0 0,1 0 1 0 0,0 0-1 0 0,-1 0 1 0 0,1-1-1 0 0,-1 1 1 0 0,0 0-1 0 0,1-1 0 0 0,-1 1 1 0 0,0-1-1 0 0,0 1 1 0 0,0-1-1 0 0,0 1 1 0 0,0-1-1 0 0,0 0 1 0 0,0 0-1 0 0,-1 1 1 0 0,1-1-1 0 0,-1 0 0 0 0,1 0 1 0 0,0-3-1 0 0,-1-4-2832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3:11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84 18612 0 0,'1'-2'1840'0'0,"8"0"-1800"0"0,1-4 745 0 0,1 1 143 0 0,3-2-32 0 0,2-1-112 0 0,3-1-288 0 0,2 1-16 0 0,1 0 32 0 0,3 1-352 0 0,0 2-56 0 0,0 0-80 0 0,2 0-40 0 0,-1 2-88 0 0,-1 1-552 0 0,-1 2-184 0 0,-3-2-24 0 0,1 4-648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3:12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197 319 16067 0 0,'-2'-16'1032'0'0,"2"11"-319"0"0,-1 0-1 0 0,1 0 0 0 0,-1 0 1 0 0,0 0-1 0 0,-1 1 0 0 0,-2-9 1 0 0,3 11-568 0 0,0 1-1 0 0,-1-1 1 0 0,1 1 0 0 0,0-1 0 0 0,0 1 0 0 0,-1 0 0 0 0,1-1 0 0 0,-1 1-1 0 0,1 0 1 0 0,-1 0 0 0 0,1 0 0 0 0,-1 0 0 0 0,0 0 0 0 0,0 0 0 0 0,1 1-1 0 0,-1-1 1 0 0,0 1 0 0 0,0-1 0 0 0,0 1 0 0 0,0 0 0 0 0,1-1 0 0 0,-4 1-1 0 0,0 0-80 0 0,0 1 0 0 0,0-1-1 0 0,1 1 1 0 0,-1 0-1 0 0,0 0 1 0 0,0 0-1 0 0,1 1 1 0 0,-1-1 0 0 0,0 1-1 0 0,1 1 1 0 0,0-1-1 0 0,-1 0 1 0 0,1 1-1 0 0,0 0 1 0 0,1 0 0 0 0,-1 0-1 0 0,0 1 1 0 0,1-1-1 0 0,-5 7 1 0 0,1-2-39 0 0,1 0 0 0 0,0 1 1 0 0,0 0-1 0 0,1 0 0 0 0,0 1 1 0 0,1-1-1 0 0,0 1 0 0 0,-3 12 0 0 0,5-15-19 0 0,1 0 0 0 0,0 1 0 0 0,0-1 0 0 0,1 1-1 0 0,-1-1 1 0 0,2 0 0 0 0,-1 1 0 0 0,1-1 0 0 0,0 1-1 0 0,1-1 1 0 0,-1 0 0 0 0,2 0 0 0 0,-1 0 0 0 0,1 0 0 0 0,0 0-1 0 0,0 0 1 0 0,1-1 0 0 0,0 0 0 0 0,0 1 0 0 0,0-2-1 0 0,9 10 1 0 0,-6-8 5 0 0,0 0 0 0 0,1-1 0 0 0,0 0 0 0 0,0 0 0 0 0,0-1 0 0 0,1 0 0 0 0,0-1 0 0 0,0 1 0 0 0,0-2 0 0 0,1 1-1 0 0,-1-1 1 0 0,1-1 0 0 0,-1 0 0 0 0,1 0 0 0 0,16 0 0 0 0,-15-1 4 0 0,0-1 1 0 0,-1 0-1 0 0,1-1 0 0 0,-1 0 0 0 0,1-1 1 0 0,-1 0-1 0 0,0 0 0 0 0,0-2 0 0 0,0 1 0 0 0,0-1 1 0 0,0 0-1 0 0,-1-1 0 0 0,1 0 0 0 0,-1-1 1 0 0,-1 0-1 0 0,1 0 0 0 0,-1-1 0 0 0,0 0 1 0 0,0 0-1 0 0,-1-1 0 0 0,0 0 0 0 0,-1 0 1 0 0,1-1-1 0 0,-2 1 0 0 0,9-17 0 0 0,-6 6 7 0 0,0 0 0 0 0,-1-1 0 0 0,-1 0-1 0 0,-1 0 1 0 0,-1-1 0 0 0,3-40 0 0 0,-5 30-27 0 0,-2-1-1 0 0,-2 1 1 0 0,0 0 0 0 0,-8-31 0 0 0,8 51-4 0 0,-1 0 0 0 0,-1-1-1 0 0,0 1 1 0 0,-7-15 0 0 0,9 23 5 0 0,1 0 0 0 0,-1 0 1 0 0,0 0-1 0 0,0 1 0 0 0,-1-1 0 0 0,1 0 1 0 0,0 1-1 0 0,-6-4 0 0 0,7 5 1 0 0,-1 0 0 0 0,1 0 0 0 0,-1 1 1 0 0,1-1-1 0 0,0 0 0 0 0,-1 1 0 0 0,0-1 0 0 0,1 1 0 0 0,-1 0 0 0 0,1 0 0 0 0,-1-1 1 0 0,1 1-1 0 0,-1 0 0 0 0,0 0 0 0 0,1 0 0 0 0,-1 1 0 0 0,1-1 0 0 0,-1 0 0 0 0,-2 2 1 0 0,1-1-2 0 0,0 0 1 0 0,1 1-1 0 0,-1 0 1 0 0,1-1-1 0 0,-1 1 1 0 0,1 0 0 0 0,0 0-1 0 0,0 0 1 0 0,0 1-1 0 0,0-1 1 0 0,0 1 0 0 0,0-1-1 0 0,0 1 1 0 0,1-1-1 0 0,0 1 1 0 0,-1 0-1 0 0,1 0 1 0 0,-1 4 0 0 0,-2 4-1 0 0,1 1 1 0 0,1-1-1 0 0,-2 17 1 0 0,1 11 5 0 0,2 1-1 0 0,7 67 1 0 0,23 77 73 0 0,-27-178-67 0 0,1 10 11 0 0,0 0 1 0 0,9 21 0 0 0,-11-34-9 0 0,0 0 0 0 0,0 0 1 0 0,0-1-1 0 0,0 1 0 0 0,1 0 1 0 0,-1-1-1 0 0,1 1 0 0 0,0-1 0 0 0,-1 1 1 0 0,1-1-1 0 0,1 0 0 0 0,-1 0 1 0 0,0 0-1 0 0,0 0 0 0 0,1 0 0 0 0,-1-1 1 0 0,1 1-1 0 0,-1-1 0 0 0,1 1 1 0 0,4 0-1 0 0,-5-1 4 0 0,0-1 0 0 0,0-1 0 0 0,0 1 0 0 0,1 0 0 0 0,-1 0 0 0 0,0-1 0 0 0,0 1 0 0 0,0-1 0 0 0,0 0 0 0 0,0 0 0 0 0,0 0 0 0 0,0 0 0 0 0,0 0 0 0 0,-1 0 0 0 0,1 0 0 0 0,0 0 0 0 0,0-1 0 0 0,-1 1 0 0 0,1-1 0 0 0,-1 1 0 0 0,1-1 0 0 0,1-2 0 0 0,5-7 30 0 0,-1 0-1 0 0,9-17 1 0 0,-10 19-27 0 0,20-43 41 0 0,-19 36-50 0 0,1 0 0 0 0,1 0 0 0 0,0 1-1 0 0,18-22 1 0 0,-26 35 2 0 0,0 1-1 0 0,0 0 1 0 0,0 0 0 0 0,0 0-1 0 0,0-1 1 0 0,0 1-1 0 0,0 1 1 0 0,1-1 0 0 0,-1 0-1 0 0,0 0 1 0 0,1 0 0 0 0,-1 1-1 0 0,1-1 1 0 0,-1 0 0 0 0,1 1-1 0 0,-1 0 1 0 0,1-1-1 0 0,-1 1 1 0 0,1 0 0 0 0,-1 0-1 0 0,1 0 1 0 0,-1 0 0 0 0,1 0-1 0 0,-1 0 1 0 0,1 0-1 0 0,0 0 1 0 0,-1 1 0 0 0,1-1-1 0 0,-1 0 1 0 0,1 1 0 0 0,-1 0-1 0 0,0-1 1 0 0,1 1-1 0 0,-1 0 1 0 0,0-1 0 0 0,1 1-1 0 0,-1 0 1 0 0,0 0 0 0 0,0 0-1 0 0,0 0 1 0 0,0 1-1 0 0,0-1 1 0 0,0 0 0 0 0,1 2-1 0 0,5 7 163 0 0,0 0 0 0 0,-1 0-1 0 0,0 0 1 0 0,7 18 0 0 0,-10-20-76 0 0,0 0-12 0 0,1 1-1 0 0,1-1 1 0 0,-1 0-1 0 0,2 0 0 0 0,-1 0 1 0 0,1-1-1 0 0,0 0 1 0 0,0 0-1 0 0,12 9 1 0 0,-13-12-198 0 0,0-1-1 0 0,0 0 1 0 0,0 0 0 0 0,1-1 0 0 0,-1 1-1 0 0,1-1 1 0 0,0-1 0 0 0,-1 1 0 0 0,1-1-1 0 0,0 0 1 0 0,0 0 0 0 0,0 0 0 0 0,0-1 0 0 0,0 0-1 0 0,0 0 1 0 0,6-2 0 0 0,38-4-4574 0 0,-20 5 989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3:13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1 894 12019 0 0,'0'0'4386'0'0,"3"-7"-1223"0"0,27-31-1060 0 0,94-128 2013 0 0,-111 146-3945 0 0,-1-1 1 0 0,-2 0 0 0 0,0 0-1 0 0,-1-1 1 0 0,-1 0 0 0 0,9-44-1 0 0,-11 29-80 0 0,-1-1 0 0 0,-3 0 0 0 0,-1 0 0 0 0,-5-55 0 0 0,44 161-160 0 0,-10-17 67 0 0,-4-8 16 0 0,30 67 0 0 0,-50-96-8 0 0,0 1-1 0 0,-2-1 0 0 0,0 1 1 0 0,0 0-1 0 0,-1 1 0 0 0,-1-1 1 0 0,-1 0-1 0 0,0 1 1 0 0,-2 16-1 0 0,1-28 1 0 0,0 0 1 0 0,-1-1-1 0 0,0 1 0 0 0,0 0 1 0 0,0-1-1 0 0,0 1 0 0 0,0-1 1 0 0,-1 1-1 0 0,1-1 0 0 0,-1 1 1 0 0,0-1-1 0 0,0 0 0 0 0,0 0 1 0 0,-1 0-1 0 0,1 0 0 0 0,-1 0 1 0 0,0-1-1 0 0,1 1 0 0 0,-1-1 1 0 0,0 0-1 0 0,-4 3 0 0 0,4-4-2 0 0,1 0 0 0 0,-1 0-1 0 0,0-1 1 0 0,1 1 0 0 0,-1 0-1 0 0,0-1 1 0 0,0 0 0 0 0,0 1 0 0 0,0-1-1 0 0,0 0 1 0 0,1-1 0 0 0,-1 1-1 0 0,0 0 1 0 0,0-1 0 0 0,0 0-1 0 0,1 0 1 0 0,-1 1 0 0 0,0-2 0 0 0,1 1-1 0 0,-1 0 1 0 0,1 0 0 0 0,-1-1-1 0 0,1 1 1 0 0,-1-1 0 0 0,1 0-1 0 0,0 0 1 0 0,0 0 0 0 0,-2-3 0 0 0,1 4-9 0 0,1-1 0 0 0,0-1 1 0 0,0 1-1 0 0,0 0 0 0 0,1 0 1 0 0,-1-1-1 0 0,0 1 0 0 0,1-1 1 0 0,-1 1-1 0 0,1-1 0 0 0,0 0 1 0 0,0 1-1 0 0,0-1 1 0 0,0 0-1 0 0,1 0 0 0 0,-1 0 1 0 0,1 0-1 0 0,0 0 0 0 0,-1 0 1 0 0,1 1-1 0 0,1-1 0 0 0,-1 0 1 0 0,0 0-1 0 0,1 0 0 0 0,-1 0 1 0 0,1 0-1 0 0,0 0 0 0 0,0 1 1 0 0,0-1-1 0 0,0 0 1 0 0,1 1-1 0 0,-1-1 0 0 0,1 1 1 0 0,-1-1-1 0 0,1 1 0 0 0,3-3 1 0 0,5-6-9 0 0,1 0 1 0 0,0 1 0 0 0,1 1 0 0 0,0 0-1 0 0,21-11 1 0 0,23-13 13 0 0,-22 14 10 0 0,-1-1 1 0 0,-1-1-1 0 0,54-48 1 0 0,-83 66-5 0 0,0-1-1 0 0,0 1 1 0 0,0-1-1 0 0,0 1 1 0 0,-1-1 0 0 0,1 0-1 0 0,-1 0 1 0 0,0-1 0 0 0,0 1-1 0 0,-1 0 1 0 0,1 0-1 0 0,-1-1 1 0 0,0 1 0 0 0,1-6-1 0 0,-2 8-3 0 0,0 0-1 0 0,0 0 0 0 0,-1 0 0 0 0,1 0 0 0 0,0 0 1 0 0,-1 0-1 0 0,1 0 0 0 0,-1 0 0 0 0,0 0 0 0 0,0 0 1 0 0,0 1-1 0 0,0-1 0 0 0,0 0 0 0 0,0 0 1 0 0,0 1-1 0 0,0-1 0 0 0,-1 1 0 0 0,1-1 0 0 0,-1 1 1 0 0,1-1-1 0 0,-1 1 0 0 0,1 0 0 0 0,-1 0 0 0 0,0 0 1 0 0,0 0-1 0 0,1 0 0 0 0,-1 0 0 0 0,0 1 1 0 0,0-1-1 0 0,0 0 0 0 0,0 1 0 0 0,0-1 0 0 0,-3 1 1 0 0,1-1-8 0 0,-1 1 0 0 0,1 0 1 0 0,0 0-1 0 0,0 0 0 0 0,-1 0 1 0 0,1 1-1 0 0,0 0 0 0 0,0 0 1 0 0,0 0-1 0 0,0 0 0 0 0,0 1 1 0 0,0-1-1 0 0,0 1 0 0 0,0 0 1 0 0,0 0-1 0 0,1 0 0 0 0,-1 1 1 0 0,1 0-1 0 0,-4 3 0 0 0,1-1 1 0 0,1 0 0 0 0,0 1-1 0 0,0-1 1 0 0,1 1-1 0 0,-1 0 1 0 0,1 0 0 0 0,1 1-1 0 0,-1-1 1 0 0,1 1 0 0 0,-3 9-1 0 0,3-4 8 0 0,0 0 0 0 0,1 0 0 0 0,1 0 0 0 0,0 1 0 0 0,1-1 0 0 0,0 0 0 0 0,1 1 0 0 0,0-1 0 0 0,1 0-1 0 0,1 0 1 0 0,-1 0 0 0 0,2 0 0 0 0,0 0 0 0 0,8 16 0 0 0,-9-21 5 0 0,0-1 0 0 0,0 0 0 0 0,1 0-1 0 0,0 0 1 0 0,0 0 0 0 0,0-1 0 0 0,1 0 0 0 0,-1 0-1 0 0,2 0 1 0 0,-1 0 0 0 0,0-1 0 0 0,1 0 0 0 0,0 0-1 0 0,0 0 1 0 0,0-1 0 0 0,0 0 0 0 0,0 0 0 0 0,1 0-1 0 0,0-1 1 0 0,-1 0 0 0 0,1 0 0 0 0,0-1 0 0 0,0 0-1 0 0,0 0 1 0 0,0-1 0 0 0,12 0 0 0 0,-10-1 4 0 0,0-1 1 0 0,0-1-1 0 0,0 1 0 0 0,0-1 1 0 0,-1-1-1 0 0,1 1 0 0 0,-1-2 1 0 0,0 1-1 0 0,0-1 0 0 0,-1 0 1 0 0,10-8-1 0 0,-3 1 8 0 0,0-1-1 0 0,-1-1 1 0 0,0 0 0 0 0,15-23 0 0 0,-18 21-13 0 0,0-2 0 0 0,-2 1 0 0 0,0-1 0 0 0,-1-1 0 0 0,0 1 0 0 0,-2-1 0 0 0,0 0 0 0 0,-2-1 0 0 0,3-30 0 0 0,-3 1-45 0 0,-2 1-1 0 0,-10-83 0 0 0,8 125 34 0 0,-8-47-37 0 0,8 49 34 0 0,0 1 0 0 0,0 0 0 0 0,0-1 0 0 0,-1 1 0 0 0,1 0 0 0 0,-1 0 0 0 0,0-1 0 0 0,0 1 0 0 0,0 1 0 0 0,0-1 0 0 0,0 0 1 0 0,-5-3-1 0 0,6 5 2 0 0,0 0 0 0 0,0 0 0 0 0,0 1 1 0 0,-1-1-1 0 0,1 0 0 0 0,0 1 1 0 0,-1-1-1 0 0,1 1 0 0 0,0 0 0 0 0,-1-1 1 0 0,1 1-1 0 0,0 0 0 0 0,-1 0 1 0 0,1 0-1 0 0,-1 0 0 0 0,1 0 0 0 0,-1 0 1 0 0,1 0-1 0 0,-2 1 0 0 0,0 0-4 0 0,-1 0-1 0 0,1 0 1 0 0,0 1-1 0 0,0-1 1 0 0,0 1-1 0 0,0 0 1 0 0,-5 4-1 0 0,1 0-3 0 0,1 0 0 0 0,-1 1 1 0 0,1 0-1 0 0,0 0 0 0 0,-5 9 0 0 0,6-7 9 0 0,1 1-1 0 0,0-1 1 0 0,0 1-1 0 0,1 0 1 0 0,0 0-1 0 0,1 0 1 0 0,0 0 0 0 0,-1 19-1 0 0,1 8-2 0 0,5 39-1 0 0,-2-59 10 0 0,1 22 3 0 0,3 0 0 0 0,18 72 0 0 0,-16-85 4 0 0,2 0 1 0 0,0-1 0 0 0,2 0-1 0 0,1 0 1 0 0,15 23 0 0 0,-21-40-2 0 0,-1 0-1 0 0,1 0 1 0 0,0-1 0 0 0,1 1 0 0 0,0-2-1 0 0,0 1 1 0 0,1-1 0 0 0,-1 0 0 0 0,1 0-1 0 0,1-1 1 0 0,10 6 0 0 0,-13-9 3 0 0,0 0 1 0 0,0 0-1 0 0,0-1 1 0 0,0 1-1 0 0,0-1 1 0 0,0-1-1 0 0,1 1 1 0 0,-1-1-1 0 0,0 0 1 0 0,0 0-1 0 0,0-1 1 0 0,1 0-1 0 0,-1 0 1 0 0,0 0-1 0 0,0-1 1 0 0,0 0-1 0 0,0 0 0 0 0,9-5 1 0 0,-4 1 2 0 0,0-1 1 0 0,0 0-1 0 0,-1-1 1 0 0,0 0-1 0 0,0 0 1 0 0,-1-1-1 0 0,0-1 1 0 0,0 0-1 0 0,-1 0 1 0 0,-1 0-1 0 0,0-1 1 0 0,11-21-1 0 0,-11 16-4 0 0,0 1 0 0 0,-2-1 0 0 0,0 0 0 0 0,0 0 0 0 0,-2-1-1 0 0,0 1 1 0 0,-1-1 0 0 0,0 0 0 0 0,-2-23 0 0 0,0 35-8 0 0,-1 1-1 0 0,0-1 1 0 0,0 1-1 0 0,0 0 1 0 0,0-1 0 0 0,-1 1-1 0 0,1 0 1 0 0,-1 0 0 0 0,0 0-1 0 0,-1 0 1 0 0,-2-4-1 0 0,4 7-2 0 0,1 0-1 0 0,-1 1 1 0 0,0-1-1 0 0,1 0 1 0 0,-1 0-1 0 0,0 0 1 0 0,0 0-1 0 0,0 1 0 0 0,0-1 1 0 0,0 0-1 0 0,0 1 1 0 0,0-1-1 0 0,0 1 1 0 0,0-1-1 0 0,0 1 0 0 0,0 0 1 0 0,0-1-1 0 0,-1 1 1 0 0,1 0-1 0 0,0 0 1 0 0,0-1-1 0 0,0 1 0 0 0,0 0 1 0 0,-1 0-1 0 0,1 1 1 0 0,0-1-1 0 0,0 0 1 0 0,0 0-1 0 0,0 0 0 0 0,0 1 1 0 0,-1-1-1 0 0,1 1 1 0 0,0-1-1 0 0,0 1 1 0 0,0-1-1 0 0,0 1 0 0 0,0 0 1 0 0,0-1-1 0 0,0 1 1 0 0,1 0-1 0 0,-1 0 1 0 0,0-1-1 0 0,0 1 0 0 0,1 0 1 0 0,-2 2-1 0 0,-4 5 0 0 0,0 0 0 0 0,1 0 0 0 0,0 1 0 0 0,0 0 0 0 0,1 0-1 0 0,0 1 1 0 0,1-1 0 0 0,0 1 0 0 0,0-1 0 0 0,1 1 0 0 0,1 0 0 0 0,-1 0 0 0 0,1 11-1 0 0,1-9 15 0 0,0-1-1 0 0,0 1 1 0 0,1 0 0 0 0,0-1-1 0 0,1 1 1 0 0,1-1-1 0 0,0 1 1 0 0,0-1-1 0 0,1 0 1 0 0,11 20-1 0 0,-13-27-18 0 0,1 0 0 0 0,-1 0-1 0 0,1-1 1 0 0,0 0 0 0 0,0 1-1 0 0,1-1 1 0 0,-1 0 0 0 0,0-1-1 0 0,1 1 1 0 0,0 0 0 0 0,0-1-1 0 0,0 0 1 0 0,0 0 0 0 0,0 0 0 0 0,0-1-1 0 0,0 1 1 0 0,7 0 0 0 0,-4 0-455 0 0,0-2 1 0 0,0 1 0 0 0,1-1 0 0 0,-1 0-1 0 0,0 0 1 0 0,0-1 0 0 0,0 0 0 0 0,1-1-1 0 0,-1 1 1 0 0,7-4 0 0 0,1 0-2411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3:14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128 423 16219 0 0,'-15'-1'1162'0'0,"8"1"-363"0"0,0 0 0 0 0,-1 0 0 0 0,1 1-1 0 0,0 0 1 0 0,-8 1 0 0 0,13-1-676 0 0,-1 0 1 0 0,1 0-1 0 0,0 0 1 0 0,0 0-1 0 0,0 0 0 0 0,0 0 1 0 0,0 1-1 0 0,0-1 1 0 0,1 1-1 0 0,-1-1 0 0 0,0 1 1 0 0,1 0-1 0 0,-1 0 1 0 0,1-1-1 0 0,-1 1 0 0 0,1 0 1 0 0,0 0-1 0 0,0 1 1 0 0,0-1-1 0 0,-1 2 0 0 0,-3 12 31 0 0,0-1-1 0 0,0 1 0 0 0,2 0 1 0 0,0 0-1 0 0,1 0 0 0 0,-1 31 1 0 0,3-39-124 0 0,1-1 1 0 0,-1 1 0 0 0,1-1-1 0 0,1 1 1 0 0,-1-1 0 0 0,1 0 0 0 0,1 0-1 0 0,-1 1 1 0 0,1-2 0 0 0,0 1-1 0 0,1 0 1 0 0,0 0 0 0 0,0-1-1 0 0,0 0 1 0 0,1 0 0 0 0,-1 0-1 0 0,7 5 1 0 0,-5-7-4 0 0,0 0 0 0 0,0 0 1 0 0,0-1-1 0 0,0 0 0 0 0,0 0 0 0 0,1-1 1 0 0,-1 1-1 0 0,1-1 0 0 0,0-1 0 0 0,-1 1 1 0 0,1-1-1 0 0,0-1 0 0 0,0 1 0 0 0,0-1 0 0 0,0 0 1 0 0,8-1-1 0 0,0-1 11 0 0,1-1-1 0 0,0 0 1 0 0,-1 0 0 0 0,0-2-1 0 0,0 0 1 0 0,14-7 0 0 0,-15 6-21 0 0,-1-1 0 0 0,-1 0 0 0 0,0-1 0 0 0,0 0 0 0 0,0-1 0 0 0,-1 0 0 0 0,0 0 0 0 0,-1-2 0 0 0,0 1 0 0 0,0-1 0 0 0,-1-1 0 0 0,-1 1 0 0 0,0-1 0 0 0,-1-1 1 0 0,0 0-1 0 0,-1 0 0 0 0,0 0 0 0 0,-1-1 0 0 0,0 0 0 0 0,-1 0 0 0 0,-1 0 0 0 0,2-18 0 0 0,0-22-42 0 0,-3 1 0 0 0,-2 0 0 0 0,-2-1-1 0 0,-3 1 1 0 0,-20-91 0 0 0,23 135 2 0 0,-1-1-1 0 0,0 1 0 0 0,-5-11 0 0 0,8 19-24 0 0,-2 2-38 0 0,0 0 78 0 0,1 1 0 0 0,-1-1 0 0 0,1 1 1 0 0,-1 0-1 0 0,1-1 0 0 0,0 1 0 0 0,-1 0 1 0 0,1 0-1 0 0,0-1 0 0 0,0 1 0 0 0,1 0 0 0 0,-1 0 1 0 0,0 0-1 0 0,1 1 0 0 0,-2 2 0 0 0,-4 40-18 0 0,4-29 29 0 0,-2 27 11 0 0,1 1 0 0 0,2 0 0 0 0,7 65 0 0 0,-2-84 6 0 0,0 1-1 0 0,1-1 0 0 0,2 1 0 0 0,0-1 1 0 0,2-1-1 0 0,0 0 0 0 0,17 28 0 0 0,-22-44 1 0 0,1 0-1 0 0,1-1 0 0 0,-1 0 0 0 0,1 0 0 0 0,1-1 0 0 0,-1 0 0 0 0,1 0 0 0 0,0 0 0 0 0,0-1 0 0 0,1 0 0 0 0,-1 0 0 0 0,1-1 0 0 0,0 0 1 0 0,1 0-1 0 0,-1-1 0 0 0,1 0 0 0 0,9 2 0 0 0,-11-3-1 0 0,1-1-1 0 0,-1 0 1 0 0,0-1 0 0 0,1 0 0 0 0,-1 0-1 0 0,1-1 1 0 0,-1 1 0 0 0,0-2-1 0 0,1 1 1 0 0,-1-1 0 0 0,0 0 0 0 0,0 0-1 0 0,0-1 1 0 0,0 0 0 0 0,-1 0 0 0 0,1-1-1 0 0,-1 0 1 0 0,0 0 0 0 0,0 0 0 0 0,0-1-1 0 0,6-6 1 0 0,-3 1-4 0 0,-1 0 0 0 0,0-1 1 0 0,-1 0-1 0 0,0 0 0 0 0,-1 0 0 0 0,0-1 0 0 0,-1 0 1 0 0,0 0-1 0 0,-1-1 0 0 0,0 1 0 0 0,-1-1 0 0 0,0 0 1 0 0,-1 0-1 0 0,-1 0 0 0 0,0 0 0 0 0,-1 0 0 0 0,0 0 1 0 0,-1 0-1 0 0,0 0 0 0 0,-1 0 0 0 0,-1 0 1 0 0,-4-13-1 0 0,7 24-15 0 0,-1 1 0 0 0,1 0 0 0 0,-1-1 0 0 0,1 1 0 0 0,-1 0 0 0 0,0 0 0 0 0,1-1 0 0 0,-1 1-1 0 0,0 0 1 0 0,0 0 0 0 0,0 0 0 0 0,0 0 0 0 0,0 0 0 0 0,0 0 0 0 0,0 0 0 0 0,-2-1 0 0 0,2 2-2 0 0,0 0-1 0 0,1 0 1 0 0,-1-1-1 0 0,0 1 1 0 0,1 0-1 0 0,-1 0 1 0 0,0 0 0 0 0,1 1-1 0 0,-1-1 1 0 0,0 0-1 0 0,1 0 1 0 0,-1 0-1 0 0,0 0 1 0 0,1 1-1 0 0,-1-1 1 0 0,1 0-1 0 0,-1 0 1 0 0,0 1-1 0 0,1-1 1 0 0,-1 0 0 0 0,1 1-1 0 0,-1-1 1 0 0,1 1-1 0 0,-1 0 1 0 0,-2 2-6 0 0,1-1 0 0 0,0 1 0 0 0,0 0 0 0 0,1 0 0 0 0,-1 0-1 0 0,1 0 1 0 0,-1 0 0 0 0,1 0 0 0 0,0 1 0 0 0,0-1 0 0 0,0 0 0 0 0,0 5 0 0 0,0 5 7 0 0,0 1 1 0 0,2-1-1 0 0,-1 1 0 0 0,2-1 0 0 0,-1 0 0 0 0,2 1 0 0 0,0-1 1 0 0,0 0-1 0 0,2 0 0 0 0,-1 0 0 0 0,2-1 0 0 0,13 24 0 0 0,-13-25 11 0 0,2-1 0 0 0,0 0 0 0 0,0 0 0 0 0,0-1 0 0 0,1 0 0 0 0,1 0 0 0 0,0-1 0 0 0,0 0 0 0 0,0-1 0 0 0,1 0 0 0 0,0 0 0 0 0,0-2 0 0 0,1 1 0 0 0,0-1 0 0 0,0-1 0 0 0,0 0 0 0 0,0-1 0 0 0,1 0 0 0 0,-1-1 0 0 0,1 0 0 0 0,19 0 0 0 0,-22-3 3 0 0,1 0 1 0 0,0 0-1 0 0,-1-1 1 0 0,1-1-1 0 0,-1 0 1 0 0,1 0-1 0 0,-1-1 1 0 0,0 0-1 0 0,-1 0 1 0 0,1-2-1 0 0,-1 1 1 0 0,0-1-1 0 0,0 0 1 0 0,0-1-1 0 0,-1 0 1 0 0,0 0 0 0 0,-1-1-1 0 0,13-15 1 0 0,-14 15-4 0 0,0 0 1 0 0,0-1-1 0 0,-1 0 1 0 0,0 0 0 0 0,-1-1-1 0 0,0 1 1 0 0,0-1 0 0 0,-1 0-1 0 0,0 0 1 0 0,-1 0 0 0 0,0 0-1 0 0,-1 0 1 0 0,0 0 0 0 0,0-1-1 0 0,-1 1 1 0 0,-1 0 0 0 0,0-1-1 0 0,0 1 1 0 0,-5-18-1 0 0,5 24-9 0 0,0 0-1 0 0,-1 0 1 0 0,1 0-1 0 0,-1 1 1 0 0,0-1-1 0 0,0 1 1 0 0,0-1-1 0 0,0 1 1 0 0,0 0-1 0 0,-1-1 0 0 0,0 1 1 0 0,1 1-1 0 0,-1-1 1 0 0,0 0-1 0 0,-1 1 1 0 0,1-1-1 0 0,0 1 1 0 0,-1 0-1 0 0,1 0 1 0 0,-1 1-1 0 0,0-1 0 0 0,-4-1 1 0 0,3 2-6 0 0,-1 0 0 0 0,1 1-1 0 0,-1-1 1 0 0,1 1 0 0 0,-1 0 0 0 0,1 1 0 0 0,0 0 0 0 0,-1-1-1 0 0,1 2 1 0 0,0-1 0 0 0,-1 0 0 0 0,1 1 0 0 0,0 0 0 0 0,0 0-1 0 0,0 1 1 0 0,-4 3 0 0 0,0 0-1 0 0,0 0 0 0 0,0 1 0 0 0,1 0 0 0 0,0 0 0 0 0,0 1 1 0 0,1 0-1 0 0,0 1 0 0 0,0 0 0 0 0,1 0 0 0 0,1 0 0 0 0,-1 0 0 0 0,1 1 0 0 0,-6 18 0 0 0,8-21 4 0 0,1 0-1 0 0,0 0 1 0 0,1 0-1 0 0,-1 0 0 0 0,1 0 1 0 0,1 1-1 0 0,-1-1 1 0 0,1 0-1 0 0,1 0 1 0 0,-1 1-1 0 0,1-1 1 0 0,1 0-1 0 0,-1 0 1 0 0,1 0-1 0 0,0 0 1 0 0,1 0-1 0 0,-1-1 1 0 0,1 1-1 0 0,1-1 0 0 0,-1 1 1 0 0,9 9-1 0 0,-9-12 6 0 0,0 0 0 0 0,0-1 0 0 0,1 0 0 0 0,-1 1-1 0 0,1-1 1 0 0,0 0 0 0 0,0-1 0 0 0,0 1 0 0 0,0-1-1 0 0,0 0 1 0 0,1 0 0 0 0,-1 0 0 0 0,1 0 0 0 0,-1-1 0 0 0,1 0-1 0 0,0 0 1 0 0,-1 0 0 0 0,1 0 0 0 0,0-1 0 0 0,8 0-1 0 0,-6-1 8 0 0,0 0 0 0 0,0-1 0 0 0,0 0 0 0 0,-1 0 0 0 0,1 0 0 0 0,-1-1 0 0 0,1 0 0 0 0,-1 0 0 0 0,0-1 0 0 0,0 1 0 0 0,0-1 0 0 0,-1-1 0 0 0,8-6 0 0 0,-2 0 0 0 0,-1-1-1 0 0,0 0 0 0 0,0 0 0 0 0,-1-1 0 0 0,-1 0 0 0 0,-1 0 0 0 0,1-1 1 0 0,-2 0-1 0 0,5-16 0 0 0,1-9 16 0 0,-2 0 1 0 0,6-51-1 0 0,-15 84-26 0 0,5-24-29 0 0,-6 28 28 0 0,1 1 1 0 0,-1-1-1 0 0,1 0 1 0 0,-1 1-1 0 0,1-1 1 0 0,0 1-1 0 0,0-1 1 0 0,0 1-1 0 0,-1-1 1 0 0,1 1-1 0 0,1 0 1 0 0,-1-1-1 0 0,0 1 1 0 0,2-1-1 0 0,-3 2 1 0 0,1 0 0 0 0,-1-1 0 0 0,1 1 0 0 0,0 0-1 0 0,-1 0 1 0 0,1 1 0 0 0,0-1 0 0 0,-1 0 0 0 0,1 0-1 0 0,-1 0 1 0 0,1 0 0 0 0,0 0 0 0 0,-1 1 0 0 0,1-1-1 0 0,-1 0 1 0 0,1 0 0 0 0,-1 1 0 0 0,1-1 0 0 0,-1 0-1 0 0,1 1 1 0 0,-1-1 0 0 0,1 1 0 0 0,-1-1 0 0 0,1 1-1 0 0,-1-1 1 0 0,0 1 0 0 0,1-1 0 0 0,-1 1 0 0 0,0-1-1 0 0,1 1 1 0 0,-1-1 0 0 0,0 1 0 0 0,0 0-1 0 0,1-1 1 0 0,-1 2 0 0 0,9 22-24 0 0,22 105 77 0 0,11 36 137 0 0,-30-129-32 0 0,-8-37-81 0 0,0 0-72 0 0,-1-1 1 0 0,0 1 0 0 0,0-1 0 0 0,0 0 0 0 0,0 0-1 0 0,-1 0 1 0 0,1 0 0 0 0,0-1 0 0 0,-1 1 0 0 0,1-1-1 0 0,-1 0 1 0 0,0 1 0 0 0,0-1 0 0 0,0 0 0 0 0,-1 0 0 0 0,1 0-1 0 0,1-5 1 0 0,6-11-33 0 0,10-32 0 0 0,-5 7-1 0 0,-10 27 20 0 0,1 0-1 0 0,1 0 1 0 0,0 1 0 0 0,2 0-1 0 0,-1 0 1 0 0,16-23 0 0 0,-22 39 12 0 0,0-1 1 0 0,-1 0 0 0 0,1 1 0 0 0,-1-1 0 0 0,1 0 0 0 0,0 1-1 0 0,0-1 1 0 0,-1 1 0 0 0,1-1 0 0 0,0 1 0 0 0,0-1 0 0 0,0 1 0 0 0,0 0-1 0 0,0-1 1 0 0,0 1 0 0 0,-1 0 0 0 0,1 0 0 0 0,0 0 0 0 0,0-1 0 0 0,0 1-1 0 0,0 0 1 0 0,0 0 0 0 0,0 1 0 0 0,0-1 0 0 0,0 0 0 0 0,0 0 0 0 0,0 0-1 0 0,0 0 1 0 0,-1 1 0 0 0,1-1 0 0 0,0 1 0 0 0,0-1 0 0 0,0 0 0 0 0,0 1-1 0 0,-1-1 1 0 0,1 1 0 0 0,0 0 0 0 0,0-1 0 0 0,-1 1 0 0 0,1 0-1 0 0,1 1 1 0 0,4 4 64 0 0,0 1 0 0 0,0 0 0 0 0,7 12 0 0 0,-4-6 43 0 0,3 3 24 0 0,2 3 119 0 0,1 0 0 0 0,26 23 0 0 0,-36-37-256 0 0,-1-1-1 0 0,1-1 1 0 0,0 1-1 0 0,0-1 0 0 0,0 0 1 0 0,1 0-1 0 0,-1 0 0 0 0,1-1 1 0 0,0 1-1 0 0,0-1 0 0 0,0-1 1 0 0,-1 1-1 0 0,2-1 0 0 0,10 1 1 0 0,-14-3-220 0 0,0 1 0 0 0,1-1 0 0 0,-1 1 0 0 0,0-1 0 0 0,0 0 1 0 0,0 0-1 0 0,0 0 0 0 0,0-1 0 0 0,5-2 0 0 0,12-11-4400 0 0,-15 8 1599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3:15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29 22325 0 0,'-1'-2'326'0'0,"0"0"1"0"0,1 0-1 0 0,-1 0 0 0 0,1 0 1 0 0,0 0-1 0 0,0 0 1 0 0,-1-1-1 0 0,1 1 0 0 0,1 0 1 0 0,-1 0-1 0 0,1-4 1813 0 0,-8 25-8572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3:15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17236 0 0,'19'-7'1968'0'0,"6"-3"-1920"0"0,-2 4 808 0 0,4-1 529 0 0,-1 0-433 0 0,4 2-208 0 0,-1 2-208 0 0,-1 0-56 0 0,-1 1-40 0 0,-2 2-216 0 0,0 0-56 0 0,0 2-64 0 0,-5-1-24 0 0,0 4-80 0 0,-2-1-624 0 0,0 1-376 0 0,-3 1-248 0 0,4 3-809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3:18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385 71 10842 0 0,'-11'-13'3062'0'0,"2"4"-346"0"0,2-1-1236 0 0,-8-13-537 0 0,8 16 327 0 0,-7 1-6 0 0,10 5-1063 0 0,1 0 0 0 0,-1 1 0 0 0,0-1 0 0 0,1 1 1 0 0,-1 0-1 0 0,1 0 0 0 0,-6 1 0 0 0,-4 3-5 0 0,0 0-1 0 0,1 0 1 0 0,-1 1-1 0 0,1 1 1 0 0,0 0-1 0 0,1 1 1 0 0,-1 0-1 0 0,1 1 1 0 0,1 0 0 0 0,-1 1-1 0 0,1 0 1 0 0,1 0-1 0 0,0 1 1 0 0,0 0-1 0 0,-8 14 1 0 0,2-2-73 0 0,1 1 1 0 0,1 0 0 0 0,2 1-1 0 0,0 0 1 0 0,1 1 0 0 0,-11 46-1 0 0,18-59-77 0 0,1 1 0 0 0,0 0-1 0 0,1 1 1 0 0,0-1-1 0 0,1 0 1 0 0,1 0 0 0 0,0 0-1 0 0,1 0 1 0 0,0 0-1 0 0,1 0 1 0 0,0 0 0 0 0,1-1-1 0 0,0 1 1 0 0,2-1-1 0 0,-1 0 1 0 0,1 0 0 0 0,1-1-1 0 0,0 0 1 0 0,0 0-1 0 0,1-1 1 0 0,1 0 0 0 0,0 0-1 0 0,0-1 1 0 0,1 0-1 0 0,19 14 1 0 0,-4-7 55 0 0,1-2-1 0 0,1 0 1 0 0,0-2 0 0 0,0-1 0 0 0,1-1-1 0 0,1-2 1 0 0,0-1 0 0 0,54 7-1 0 0,-64-12-68 0 0,0 0-1 0 0,0-2 0 0 0,-1 0 1 0 0,1-2-1 0 0,0 0 0 0 0,0-1 1 0 0,-1 0-1 0 0,1-2 0 0 0,-1 0 1 0 0,-1-1-1 0 0,1-1 0 0 0,-1 0 1 0 0,0-2-1 0 0,31-20 0 0 0,-43 25-26 0 0,0 0-1 0 0,0 0 1 0 0,-1-1-1 0 0,1 1 1 0 0,-1-1-1 0 0,0 0 1 0 0,-1 0-1 0 0,1-1 0 0 0,-1 1 1 0 0,0-1-1 0 0,0 1 1 0 0,-1-1-1 0 0,4-12 1 0 0,-5 10-19 0 0,1 0 0 0 0,-1 0 0 0 0,-1-1 1 0 0,1 1-1 0 0,-2 0 0 0 0,1-1 0 0 0,-1 1 1 0 0,0 0-1 0 0,-4-15 0 0 0,2 12-17 0 0,-1 0 1 0 0,-1 0-1 0 0,1 1 0 0 0,-2-1 0 0 0,1 1 1 0 0,-1 0-1 0 0,-1 0 0 0 0,0 1 1 0 0,0 0-1 0 0,-1 0 0 0 0,0 1 0 0 0,-1 0 1 0 0,1 0-1 0 0,-2 1 0 0 0,-11-8 1 0 0,17 13 17 0 0,-1-1 0 0 0,1 1 0 0 0,-1 0 1 0 0,0 0-1 0 0,0 0 0 0 0,0 1 1 0 0,0 0-1 0 0,0 0 0 0 0,0 0 0 0 0,0 1 1 0 0,0 0-1 0 0,0-1 0 0 0,0 2 1 0 0,0-1-1 0 0,0 1 0 0 0,0-1 0 0 0,0 1 1 0 0,-7 3-1 0 0,6-2 7 0 0,0 1-1 0 0,1 0 1 0 0,-1 0-1 0 0,1 1 1 0 0,0 0 0 0 0,0 0-1 0 0,0 0 1 0 0,0 0-1 0 0,1 1 1 0 0,-1-1 0 0 0,1 1-1 0 0,0 0 1 0 0,-4 8-1 0 0,4-6 9 0 0,0 1 0 0 0,1-1-1 0 0,0 1 1 0 0,0 0 0 0 0,0 0-1 0 0,1 0 1 0 0,0 0-1 0 0,1 0 1 0 0,0 0 0 0 0,-1 12-1 0 0,2-14 5 0 0,1 0-1 0 0,-1 0 0 0 0,1 0 1 0 0,0 0-1 0 0,0 0 0 0 0,1 0 1 0 0,0 0-1 0 0,0 0 0 0 0,0-1 1 0 0,1 1-1 0 0,0-1 0 0 0,0 0 1 0 0,0 0-1 0 0,7 9 0 0 0,-3-7-21 0 0,0 0 1 0 0,1-1-1 0 0,-1 1 0 0 0,1-2 0 0 0,0 1 1 0 0,1-1-1 0 0,-1 0 0 0 0,1-1 0 0 0,0 0 0 0 0,11 3 1 0 0,-12-5-364 0 0,-1 0 1 0 0,0 0 0 0 0,1-1 0 0 0,0 0 0 0 0,-1 0 0 0 0,1-1 0 0 0,-1 0-1 0 0,1 0 1 0 0,0-1 0 0 0,-1 0 0 0 0,1 0 0 0 0,-1-1 0 0 0,12-4-1 0 0,-2-1-1746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3:19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35 107 13251 0 0,'-1'1'296'0'0,"-1"-1"0"0"0,0 1 0 0 0,1 0 0 0 0,-1-1 1 0 0,1 1-1 0 0,-1 0 0 0 0,1 0 0 0 0,0 0 0 0 0,-1 0 0 0 0,1 0 1 0 0,0 0-1 0 0,0 0 0 0 0,-1 1 0 0 0,1-1 0 0 0,0 0 0 0 0,0 1 0 0 0,-1 2 1 0 0,0 0 70 0 0,1-1 0 0 0,-1 1 1 0 0,1 0-1 0 0,0 0 0 0 0,0 0 1 0 0,1 0-1 0 0,-1 5 0 0 0,0 1 51 0 0,1 0-1 0 0,1-1 1 0 0,0 1-1 0 0,0-1 1 0 0,5 18-1 0 0,0-7 91 0 0,1-1-1 0 0,17 35 1 0 0,-19-46-386 0 0,-1-1 0 0 0,1 1 0 0 0,1-1 0 0 0,-1 0 0 0 0,1 0 0 0 0,1-1 0 0 0,-1 0 0 0 0,15 11 0 0 0,-20-16 66 0 0,0-2-179 0 0,-1 1-1 0 0,1-1 1 0 0,-1 1 0 0 0,1 0 0 0 0,-1-1 0 0 0,1 1 0 0 0,-1-1 0 0 0,1 0 0 0 0,-1 1 0 0 0,1-1-1 0 0,-1 1 1 0 0,0-1 0 0 0,1 0 0 0 0,-1 1 0 0 0,0-1 0 0 0,1 0 0 0 0,-1 1 0 0 0,0-1-1 0 0,0 0 1 0 0,0 0 0 0 0,0 1 0 0 0,0-1 0 0 0,0 0 0 0 0,0 1 0 0 0,0-1 0 0 0,0-1 0 0 0,0-21 99 0 0,-9-35-25 0 0,3 17-81 0 0,-2-45-1 0 0,8 73-21 0 0,0 0 1 0 0,1 1-1 0 0,0-1 0 0 0,1 1 0 0 0,0-1 0 0 0,1 1 1 0 0,9-24-1 0 0,-11 34 18 0 0,-1 1 1 0 0,1-1-1 0 0,0 0 1 0 0,0 1-1 0 0,-1-1 0 0 0,1 0 1 0 0,0 1-1 0 0,0-1 1 0 0,1 1-1 0 0,-1 0 1 0 0,0-1-1 0 0,0 1 1 0 0,1 0-1 0 0,-1 0 0 0 0,1 0 1 0 0,-1 0-1 0 0,1 0 1 0 0,-1 0-1 0 0,1 0 1 0 0,0 0-1 0 0,-1 0 0 0 0,1 1 1 0 0,0-1-1 0 0,-1 1 1 0 0,1-1-1 0 0,0 1 1 0 0,2 0-1 0 0,-1 0 9 0 0,1 1 0 0 0,-1 0-1 0 0,0 0 1 0 0,1 0 0 0 0,-1 0 0 0 0,0 1-1 0 0,0-1 1 0 0,0 1 0 0 0,0 0 0 0 0,0 0-1 0 0,0 0 1 0 0,-1 0 0 0 0,5 4-1 0 0,20 21 46 0 0,-2 1 0 0 0,-1 0-1 0 0,0 2 1 0 0,-3 1 0 0 0,0 1 0 0 0,-2 0-1 0 0,18 43 1 0 0,-33-63 39 0 0,-8-15 148 0 0,-8-21-62 0 0,7 2-177 0 0,1 0 0 0 0,1 0 0 0 0,-1-25 0 0 0,3 39-11 0 0,1 1 0 0 0,1-1 0 0 0,-1 1 0 0 0,1-1 0 0 0,0 1 0 0 0,1 0 0 0 0,0-1 0 0 0,0 1 0 0 0,1 0 0 0 0,-1 0 0 0 0,1 0 0 0 0,1 0 0 0 0,4-6 0 0 0,-7 11 7 0 0,0 0 0 0 0,1 1 0 0 0,-1-1 0 0 0,0 0 0 0 0,1 1 0 0 0,-1-1 0 0 0,1 1 0 0 0,0 0 0 0 0,-1-1 0 0 0,1 1 0 0 0,0 0 0 0 0,0 0 0 0 0,0 0 0 0 0,0 0 0 0 0,0 1 0 0 0,0-1 0 0 0,0 0-1 0 0,0 1 1 0 0,0-1 0 0 0,0 1 0 0 0,0 0 0 0 0,0 0 0 0 0,1 0 0 0 0,-1 0 0 0 0,0 0 0 0 0,0 0 0 0 0,3 1 0 0 0,-1 1-1 0 0,1 0 0 0 0,-1 0 0 0 0,0 0 0 0 0,0 1 0 0 0,0-1-1 0 0,0 1 1 0 0,0 0 0 0 0,0 1 0 0 0,-1-1 0 0 0,7 7 0 0 0,17 22-3 0 0,111 129 101 0 0,-133-156-89 0 0,3 5 7 0 0,0 0-1 0 0,-1 0 1 0 0,0 0 0 0 0,0 1 0 0 0,7 17-1 0 0,-14-27 92 0 0,-1-1-100 0 0,1 0 1 0 0,-1 0-1 0 0,0 0 0 0 0,0-1 1 0 0,1 1-1 0 0,-1 0 1 0 0,0-1-1 0 0,1 1 1 0 0,-1 0-1 0 0,1-1 1 0 0,-1 1-1 0 0,0-1 1 0 0,1 1-1 0 0,-1-1 1 0 0,1 1-1 0 0,-1-1 0 0 0,1 1 1 0 0,-1-2-1 0 0,-8-17-38 0 0,1 0-1 0 0,1 0 0 0 0,0 0 0 0 0,-4-26 0 0 0,9 33-8 0 0,0-1 0 0 0,1 1 0 0 0,0-1 0 0 0,1 0 0 0 0,1 1 0 0 0,-1-1 0 0 0,2 1 0 0 0,3-15 0 0 0,-4 23 26 0 0,0 0 0 0 0,1 0 0 0 0,-1 1 0 0 0,1-1 1 0 0,0 1-1 0 0,0-1 0 0 0,0 1 0 0 0,1 0 0 0 0,2-4 0 0 0,-4 6 14 0 0,-1 1 0 0 0,1-1 0 0 0,0 0 0 0 0,0 0 0 0 0,-1 1 0 0 0,1-1 0 0 0,0 1 0 0 0,0-1-1 0 0,0 1 1 0 0,0-1 0 0 0,0 1 0 0 0,0-1 0 0 0,0 1 0 0 0,0 0 0 0 0,0 0 0 0 0,0 0 0 0 0,0-1 0 0 0,0 1 0 0 0,0 0 0 0 0,0 0-1 0 0,0 0 1 0 0,0 0 0 0 0,0 1 0 0 0,0-1 0 0 0,0 0 0 0 0,0 0 0 0 0,0 1 0 0 0,0-1 0 0 0,0 0 0 0 0,0 1 0 0 0,0-1-1 0 0,0 1 1 0 0,0-1 0 0 0,0 1 0 0 0,0 0 0 0 0,-1-1 0 0 0,1 1 0 0 0,0 0 0 0 0,1 1 0 0 0,4 6 2 0 0,1 1 0 0 0,-1 0 0 0 0,0 0 0 0 0,-1 0 0 0 0,0 1 0 0 0,4 11 0 0 0,12 23 56 0 0,-12-29-26 0 0,1 0 1 0 0,0-1-1 0 0,1-1 1 0 0,0 1-1 0 0,1-2 1 0 0,1 0-1 0 0,15 12 1 0 0,-22-19-11 0 0,0-1 0 0 0,1 1 0 0 0,0-1 0 0 0,0 0 1 0 0,0-1-1 0 0,0 0 0 0 0,0 0 0 0 0,1 0 0 0 0,0-1 0 0 0,-1 0 0 0 0,1-1 0 0 0,0 0 0 0 0,0 0 0 0 0,0 0 1 0 0,0-1-1 0 0,0 0 0 0 0,14-3 0 0 0,-18 2-7 0 0,0 0 1 0 0,0 0-1 0 0,0-1 0 0 0,0 0 1 0 0,0 1-1 0 0,-1-1 0 0 0,1-1 1 0 0,-1 1-1 0 0,0 0 0 0 0,1-1 0 0 0,-1 0 1 0 0,0 0-1 0 0,3-4 0 0 0,-1 1 0 0 0,-1 0 0 0 0,0 0-1 0 0,-1 0 1 0 0,1-1 0 0 0,-1 0-1 0 0,-1 1 1 0 0,3-9-1 0 0,-1 0-1 0 0,-1 1-1 0 0,-1-1 0 0 0,0 1 1 0 0,-1-1-1 0 0,0 0 0 0 0,-1 0 1 0 0,-3-15-1 0 0,2 15-4 0 0,-1-1 0 0 0,-1 1-1 0 0,-1 0 1 0 0,0 0 0 0 0,-1 0 0 0 0,0 0 0 0 0,-13-23 0 0 0,17 38-11 0 0,1 0 7 0 0,-1 0 0 0 0,1 0 0 0 0,-1 0 0 0 0,1 0 0 0 0,0 1 0 0 0,-1-1 0 0 0,1 0 0 0 0,-1 1 0 0 0,1-1 0 0 0,0 0 0 0 0,-1 1-1 0 0,1-1 1 0 0,-1 0 0 0 0,1 1 0 0 0,0-1 0 0 0,0 0 0 0 0,-1 1 0 0 0,1-1 0 0 0,0 1 0 0 0,0-1 0 0 0,-1 1 0 0 0,1-1 0 0 0,0 1 0 0 0,0-1 0 0 0,0 1 0 0 0,0-1 0 0 0,0 1 0 0 0,0-1 0 0 0,0 1 0 0 0,0-1 0 0 0,0 2 0 0 0,0 20-3 0 0,0-15 6 0 0,4 50 275 0 0,2 1 0 0 0,3-1 0 0 0,26 94-1 0 0,14 83 544 0 0,-40-142-651 0 0,11 73-38 0 0,-20-166-154 0 0,0 1 0 0 0,0 0 0 0 0,0 0 0 0 0,0-1 0 0 0,0 1 1 0 0,1 0-1 0 0,-1 0 0 0 0,0-1 0 0 0,0 1 0 0 0,0 0 0 0 0,0 0 0 0 0,1 0 0 0 0,-1-1 0 0 0,0 1 0 0 0,0 0 0 0 0,0 0 0 0 0,1 0 1 0 0,-1 0-1 0 0,0 0 0 0 0,0-1 0 0 0,1 1 0 0 0,-1 0 0 0 0,0 0 0 0 0,0 0 0 0 0,1 0 0 0 0,-1 0 0 0 0,0 0 0 0 0,1 0 0 0 0,-1 0 0 0 0,0 0 1 0 0,0 0-1 0 0,1 0 0 0 0,-1 0 0 0 0,0 0 0 0 0,0 0 0 0 0,1 0 0 0 0,-1 0 0 0 0,0 1 0 0 0,0-1 0 0 0,1 0 0 0 0,-1 0 0 0 0,0 0 0 0 0,0 0 1 0 0,1 0-1 0 0,-1 1 0 0 0,0-1 0 0 0,0 0 0 0 0,0 0 0 0 0,1 0 0 0 0,-1 1 0 0 0,0-1 0 0 0,0 0 0 0 0,0 0 0 0 0,0 0 0 0 0,0 1 1 0 0,1-1-1 0 0,-1 0 0 0 0,0 0 0 0 0,0 1 0 0 0,0-1 0 0 0,0 0 0 0 0,0 1 0 0 0,0-1 0 0 0,0 0 0 0 0,0 1 0 0 0,11-21-1621 0 0,-6 3-308 0 0,2-4-1939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3:20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165 341 18068 0 0,'1'-1'184'0'0,"-1"-1"0"0"0,0 1 1 0 0,1-1-1 0 0,-1 1 0 0 0,1 0 1 0 0,-1 0-1 0 0,1-1 0 0 0,0 1 1 0 0,0 0-1 0 0,-1 0 0 0 0,1 0 1 0 0,0 0-1 0 0,0 0 0 0 0,0 0 0 0 0,0 0 1 0 0,0 0-1 0 0,0 0 0 0 0,1 0 1 0 0,-1 0-1 0 0,0 1 0 0 0,0-1 1 0 0,0 0-1 0 0,1 1 0 0 0,-1-1 0 0 0,0 1 1 0 0,1 0-1 0 0,-1-1 0 0 0,1 1 1 0 0,1 0-1 0 0,21-8 891 0 0,-15 2-929 0 0,-2 1 1 0 0,1-1-1 0 0,0 0 0 0 0,-1 0 1 0 0,-1-1-1 0 0,1 0 0 0 0,-1-1 1 0 0,0 1-1 0 0,0-1 0 0 0,-1 0 1 0 0,0-1-1 0 0,-1 1 0 0 0,0-1 1 0 0,0 0-1 0 0,-1 0 1 0 0,0 0-1 0 0,-1 0 0 0 0,3-15 1 0 0,-5 19-138 0 0,0-1 1 0 0,0 1-1 0 0,0-1 1 0 0,-1 1-1 0 0,1 0 1 0 0,-2-1-1 0 0,1 1 1 0 0,0 0 0 0 0,-1 0-1 0 0,0-1 1 0 0,0 1-1 0 0,-1 1 1 0 0,1-1-1 0 0,-1 0 1 0 0,0 1-1 0 0,0-1 1 0 0,-1 1 0 0 0,1 0-1 0 0,-1 0 1 0 0,0 0-1 0 0,0 1 1 0 0,-1-1-1 0 0,1 1 1 0 0,-9-5-1 0 0,7 4-15 0 0,0 1-1 0 0,0 0 1 0 0,-1 0-1 0 0,1 1 0 0 0,0 0 1 0 0,-1 0-1 0 0,0 0 1 0 0,1 1-1 0 0,-1 0 0 0 0,0 0 1 0 0,0 1-1 0 0,1 0 0 0 0,-1 0 1 0 0,0 0-1 0 0,0 1 1 0 0,1 0-1 0 0,-1 0 0 0 0,0 1 1 0 0,-8 3-1 0 0,7-1 2 0 0,1-1 0 0 0,0 1-1 0 0,0 1 1 0 0,0-1 0 0 0,0 1-1 0 0,1 0 1 0 0,0 1-1 0 0,0 0 1 0 0,0 0 0 0 0,1 0-1 0 0,0 0 1 0 0,0 1 0 0 0,1 0-1 0 0,-8 14 1 0 0,8-11 10 0 0,0 1 1 0 0,1 0-1 0 0,0 0 0 0 0,1 1 0 0 0,0-1 0 0 0,1 0 1 0 0,0 1-1 0 0,0-1 0 0 0,2 1 0 0 0,1 13 1 0 0,2 10 56 0 0,1-1 0 0 0,2 1 0 0 0,2-1 1 0 0,1-1-1 0 0,1 1 0 0 0,2-2 1 0 0,2 0-1 0 0,1 0 0 0 0,1-2 1 0 0,21 30-1 0 0,-28-47-11 0 0,1 0-1 0 0,0 0 1 0 0,1-1 0 0 0,0-1-1 0 0,1 0 1 0 0,27 18 0 0 0,-35-26-28 0 0,0 0-1 0 0,0 0 1 0 0,0-1 0 0 0,0 0 0 0 0,1 0 0 0 0,-1 0 0 0 0,1-1-1 0 0,-1 1 1 0 0,1-1 0 0 0,-1-1 0 0 0,1 1 0 0 0,0-1 0 0 0,-1 0-1 0 0,1 0 1 0 0,-1-1 0 0 0,1 1 0 0 0,0-1 0 0 0,-1 0 0 0 0,1-1-1 0 0,-1 0 1 0 0,0 1 0 0 0,1-2 0 0 0,-1 1 0 0 0,5-4 0 0 0,1-1-13 0 0,-1-1-1 0 0,0 0 1 0 0,-1-1 0 0 0,0 0 0 0 0,0 0 0 0 0,-1-1 0 0 0,0 0 0 0 0,-1 0 0 0 0,0-1 0 0 0,-1 0 0 0 0,0 0 0 0 0,0-1 0 0 0,-1 0 0 0 0,-1 0 0 0 0,0 0 0 0 0,-1 0 0 0 0,0-1 0 0 0,-1 1 0 0 0,0-1 0 0 0,-1 0 0 0 0,0 1-1 0 0,-1-1 1 0 0,-1 0 0 0 0,0 0 0 0 0,-3-13 0 0 0,4 24-11 0 0,-1 0-1 0 0,1 0 0 0 0,-1 0 0 0 0,1 1 1 0 0,-1-1-1 0 0,0 0 0 0 0,0 0 1 0 0,0 1-1 0 0,0-1 0 0 0,0 1 1 0 0,0-1-1 0 0,0 1 0 0 0,0-1 1 0 0,-1 1-1 0 0,1 0 0 0 0,-1-1 0 0 0,-1 0 1 0 0,2 1-4 0 0,-1 1 1 0 0,1-1 0 0 0,-1 1-1 0 0,1-1 1 0 0,-1 1-1 0 0,1 0 1 0 0,0 0 0 0 0,-1 0-1 0 0,1 0 1 0 0,-1 0 0 0 0,1 0-1 0 0,-1 0 1 0 0,1 0-1 0 0,-1 0 1 0 0,1 1 0 0 0,-1-1-1 0 0,-1 2 1 0 0,-2 0-4 0 0,1 0-1 0 0,-1 1 1 0 0,1 0 0 0 0,-1 0 0 0 0,1 0-1 0 0,0 0 1 0 0,0 1 0 0 0,1 0 0 0 0,-1-1-1 0 0,-5 10 1 0 0,4-6 6 0 0,0 1 1 0 0,1 0-1 0 0,0 0 0 0 0,1 0 0 0 0,0 0 1 0 0,0 1-1 0 0,0-1 0 0 0,1 1 0 0 0,1 0 1 0 0,-1 0-1 0 0,1 0 0 0 0,1 12 0 0 0,0-16 9 0 0,1 0-1 0 0,-1 1 1 0 0,1-1-1 0 0,1 0 1 0 0,-1 0-1 0 0,1 1 1 0 0,0-1-1 0 0,0 0 1 0 0,0-1-1 0 0,1 1 1 0 0,-1 0-1 0 0,1-1 1 0 0,0 1-1 0 0,1-1 1 0 0,-1 0-1 0 0,1 0 1 0 0,0 0-1 0 0,0-1 1 0 0,0 1-1 0 0,0-1 1 0 0,9 5-1 0 0,-6-5 9 0 0,1 0 0 0 0,-1 0 0 0 0,0 0-1 0 0,1-1 1 0 0,0 0 0 0 0,-1-1 0 0 0,1 0-1 0 0,0 0 1 0 0,0-1 0 0 0,0 0 0 0 0,0 0 0 0 0,0-1-1 0 0,-1 1 1 0 0,1-2 0 0 0,0 1 0 0 0,-1-1-1 0 0,1-1 1 0 0,-1 1 0 0 0,14-8 0 0 0,-6 3-2 0 0,-1 0 0 0 0,0-2 1 0 0,0 0-1 0 0,-1 0 0 0 0,0-2 0 0 0,-1 1 1 0 0,0-2-1 0 0,16-19 0 0 0,-20 20-6 0 0,-1 0-1 0 0,0-1 1 0 0,-1 0-1 0 0,0 0 1 0 0,-1-1-1 0 0,0 1 1 0 0,-1-1-1 0 0,-1 0 1 0 0,0 0-1 0 0,-1-1 1 0 0,2-22-1 0 0,-3-12-13 0 0,-9-92 0 0 0,5 109-6 0 0,3 25 7 0 0,-2-8-3 0 0,1-1 0 0 0,-7-21 1 0 0,8 33 0 0 0,-1 0-1 0 0,0 0 1 0 0,0 0 0 0 0,0 0 0 0 0,0 1 0 0 0,-1-1 0 0 0,1 0 0 0 0,-1 1-1 0 0,0-1 1 0 0,1 1 0 0 0,-1-1 0 0 0,0 1 0 0 0,0 0 0 0 0,-1 0 0 0 0,1 0-1 0 0,0 0 1 0 0,-1 0 0 0 0,-4-2 0 0 0,6 4 3 0 0,0 0 1 0 0,1 0-1 0 0,-1-1 1 0 0,0 1-1 0 0,0 0 1 0 0,0 0-1 0 0,1 0 1 0 0,-1 0-1 0 0,0 1 0 0 0,0-1 1 0 0,0 0-1 0 0,1 0 1 0 0,-1 0-1 0 0,0 1 1 0 0,0-1-1 0 0,1 0 1 0 0,-1 0-1 0 0,0 1 0 0 0,1-1 1 0 0,-1 1-1 0 0,0-1 1 0 0,1 1-1 0 0,-1-1 1 0 0,1 1-1 0 0,-1-1 1 0 0,1 1-1 0 0,-1 0 0 0 0,1-1 1 0 0,-1 1-1 0 0,1 0 1 0 0,-1-1-1 0 0,1 1 1 0 0,0 0-1 0 0,0-1 1 0 0,-1 1-1 0 0,1 0 0 0 0,0 1 1 0 0,-9 31-32 0 0,9-29 30 0 0,-4 20 14 0 0,2 0-1 0 0,1 0 0 0 0,1 1 0 0 0,1-1 0 0 0,1 1 1 0 0,1-1-1 0 0,11 41 0 0 0,-5-33 34 0 0,2 0 0 0 0,1-1 0 0 0,1-1 0 0 0,2 0 0 0 0,20 32 0 0 0,-24-47-16 0 0,0 0-1 0 0,1-1 0 0 0,0-1 1 0 0,1 0-1 0 0,0 0 1 0 0,1-2-1 0 0,1 1 0 0 0,0-2 1 0 0,0 0-1 0 0,1-1 1 0 0,0 0-1 0 0,34 12 0 0 0,-39-18-4 0 0,0 0-1 0 0,0 0 1 0 0,0-1-1 0 0,0-1 1 0 0,1 0-1 0 0,-1 0 1 0 0,0-1 0 0 0,1 0-1 0 0,17-4 1 0 0,-20 2-4 0 0,0 0 0 0 0,0-1 0 0 0,-1 0 0 0 0,1-1 0 0 0,-1 0 0 0 0,0 0 0 0 0,0 0 0 0 0,0-1 0 0 0,-1 0 0 0 0,0-1 0 0 0,0 0 0 0 0,0 0 0 0 0,6-8 0 0 0,-6 5 1 0 0,-1 0 0 0 0,0 0 0 0 0,-1-1 0 0 0,0 0 0 0 0,0 0 0 0 0,-1 0 0 0 0,-1-1 0 0 0,1 1 0 0 0,-2-1 0 0 0,1 0 0 0 0,-2 0 0 0 0,1 0 0 0 0,-1 0 0 0 0,-1 0 0 0 0,0 0 0 0 0,-3-15 0 0 0,3 23-17 0 0,0 1 1 0 0,-1 0-1 0 0,1 0 0 0 0,-1 0 0 0 0,1 0 1 0 0,-1 0-1 0 0,0 0 0 0 0,0 0 1 0 0,0 0-1 0 0,0 0 0 0 0,0 0 1 0 0,-1 0-1 0 0,1 1 0 0 0,-1-1 1 0 0,1 1-1 0 0,-1-1 0 0 0,1 1 0 0 0,-1-1 1 0 0,0 1-1 0 0,0 0 0 0 0,0 0 1 0 0,1 0-1 0 0,-5-2 0 0 0,4 3-4 0 0,0-1-1 0 0,0 1 1 0 0,0 0 0 0 0,0 0-1 0 0,0 0 1 0 0,0 0-1 0 0,0 0 1 0 0,0 0 0 0 0,0 1-1 0 0,0-1 1 0 0,1 1-1 0 0,-1-1 1 0 0,0 1-1 0 0,0 0 1 0 0,0 0 0 0 0,0-1-1 0 0,1 1 1 0 0,-1 1-1 0 0,0-1 1 0 0,1 0-1 0 0,-1 0 1 0 0,1 1 0 0 0,-1-1-1 0 0,1 0 1 0 0,0 1-1 0 0,-2 1 1 0 0,-1 2 12 0 0,1 0 0 0 0,-1 0 0 0 0,1 1 0 0 0,0-1 0 0 0,0 1 0 0 0,1 0 0 0 0,0-1 0 0 0,0 1 0 0 0,0 0 0 0 0,0 0 0 0 0,1 0 0 0 0,0 1 0 0 0,1-1 0 0 0,-1 0 1 0 0,1 0-1 0 0,0 1 0 0 0,1-1 0 0 0,-1 0 0 0 0,1 0 0 0 0,1 0 0 0 0,-1 0 0 0 0,1 0 0 0 0,0 0 0 0 0,0 0 0 0 0,1 0 0 0 0,-1-1 0 0 0,1 1 0 0 0,5 5 0 0 0,-3-4 18 0 0,0 0 0 0 0,0 0 1 0 0,1-1-1 0 0,0 0 0 0 0,1 0 0 0 0,-1 0 0 0 0,1-1 0 0 0,0 0 1 0 0,0 0-1 0 0,1-1 0 0 0,-1 0 0 0 0,1 0 0 0 0,0-1 1 0 0,0 0-1 0 0,0 0 0 0 0,0-1 0 0 0,1 0 0 0 0,-1-1 0 0 0,1 0 1 0 0,9 1-1 0 0,6-4-252 0 0,0 0-1 0 0,0-2 1 0 0,0 0 0 0 0,26-9 0 0 0,27-5-5419 0 0,-65 16 2475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3:20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10 16916 0 0,'-6'-3'7261'0'0,"19"1"-4529"0"0,31 2-2652 0 0,-34 0 621 0 0,149-3 693 0 0,71 2-1895 0 0,-180 5-1427 0 0,-26 0 374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3:25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79 3713 0 0,'-1'0'5881'0'0,"1"-1"-5446"0"0,-1-1 338 0 0,1 0 108 0 0,-1-2 552 0 0,0-2 876 0 0,-2-4 466 0 0,2 4-1232 0 0,-1-1 1 0 0,1 1-1 0 0,0-1 1 0 0,-1-10 0 0 0,1 6 497 0 0,-1 15-466 0 0,2 21-936 0 0,93 288 580 0 0,-74-251-1076 0 0,52 153 234 0 0,-68-208-1408 0 0,-1-7 25 0 0,-2-14-1083 0 0,-4-25-3431 0 0,0 24 2538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3:25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35 355 11242 0 0,'-5'-6'701'0'0,"0"-1"0"0"0,1 0 0 0 0,0-1 0 0 0,0 1 0 0 0,-4-11 0 0 0,7 15-482 0 0,0 1 0 0 0,1-1 0 0 0,-1 0 0 0 0,1 0 0 0 0,-1 0 0 0 0,1 0 0 0 0,0 0 0 0 0,0 1 0 0 0,0-1 0 0 0,0 0 0 0 0,1 0 0 0 0,-1 0 0 0 0,1 0 0 0 0,0 0 0 0 0,0 1 0 0 0,0-1 0 0 0,0 0 0 0 0,0 1 0 0 0,2-3 0 0 0,4-6 227 0 0,1 1-1 0 0,0 0 0 0 0,1 1 1 0 0,0 0-1 0 0,1 0 1 0 0,0 1-1 0 0,17-11 1 0 0,82-41 831 0 0,-63 38-634 0 0,86-28-1 0 0,-108 43-502 0 0,-1 1 1 0 0,1 1-1 0 0,1 2 1 0 0,-1 0-1 0 0,46 1 0 0 0,-64 2-115 0 0,1 1-1 0 0,-1 0 0 0 0,1 0 1 0 0,-1 0-1 0 0,0 1 0 0 0,0 0 0 0 0,1 0 1 0 0,-1 1-1 0 0,-1 0 0 0 0,1 0 1 0 0,0 0-1 0 0,-1 1 0 0 0,1 0 1 0 0,-1 0-1 0 0,0 0 0 0 0,-1 0 0 0 0,8 8 1 0 0,-9-7-6 0 0,0-1 0 0 0,-1 0 1 0 0,1 1-1 0 0,-1 0 0 0 0,0-1 0 0 0,0 1 1 0 0,0 0-1 0 0,-1 0 0 0 0,1 0 0 0 0,-1 1 1 0 0,-1-1-1 0 0,1 0 0 0 0,-1 0 0 0 0,1 0 1 0 0,-2 1-1 0 0,1-1 0 0 0,0 0 0 0 0,-1 0 1 0 0,0 0-1 0 0,-1 0 0 0 0,1 1 0 0 0,-3 5 1 0 0,-3 4 14 0 0,-1 1 1 0 0,-1-1-1 0 0,0-1 1 0 0,0 1 0 0 0,-2-2-1 0 0,0 1 1 0 0,0-2 0 0 0,-1 1-1 0 0,-1-2 1 0 0,-17 13-1 0 0,-2 0 8 0 0,0-2-1 0 0,-2-2 1 0 0,-49 22-1 0 0,82-42-45 0 0,-4 3-65 0 0,-1 0 0 0 0,0 0-1 0 0,1-1 1 0 0,-1 0 0 0 0,0-1-1 0 0,0 1 1 0 0,0-1 0 0 0,0 0-1 0 0,-8 0 1 0 0,14-1 37 0 0,0 0 0 0 0,-1 0 1 0 0,1 0-1 0 0,0 0 0 0 0,0-1 0 0 0,0 1 1 0 0,-1 0-1 0 0,1 0 0 0 0,0 0 0 0 0,0 0 1 0 0,0 0-1 0 0,0 0 0 0 0,-1-1 0 0 0,1 1 1 0 0,0 0-1 0 0,0 0 0 0 0,0 0 0 0 0,0-1 1 0 0,0 1-1 0 0,0 0 0 0 0,-1 0 0 0 0,1 0 1 0 0,0-1-1 0 0,0 1 0 0 0,0 0 1 0 0,0 0-1 0 0,0 0 0 0 0,0-1 0 0 0,0 1 1 0 0,0 0-1 0 0,0 0 0 0 0,0-1 0 0 0,0 1 1 0 0,0 0-1 0 0,0 0 0 0 0,0 0 0 0 0,0-1 1 0 0,0 1-1 0 0,0 0 0 0 0,1 0 0 0 0,-1 0 1 0 0,0-1-1 0 0,0 1 0 0 0,0 0 0 0 0,6-10-1545 0 0,1 3-338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3:26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200 629 10362 0 0,'7'-2'598'0'0,"0"0"-1"0"0,-1-1 1 0 0,1 1 0 0 0,-1-1-1 0 0,1 0 1 0 0,-1-1 0 0 0,0 1-1 0 0,0-1 1 0 0,-1 0-1 0 0,1-1 1 0 0,-1 0 0 0 0,0 0-1 0 0,0 0 1 0 0,-1 0 0 0 0,1-1-1 0 0,-1 1 1 0 0,6-12-1 0 0,-5 8-318 0 0,0-1-1 0 0,0 0 1 0 0,-1 0-1 0 0,0 0 1 0 0,-1-1-1 0 0,0 1 1 0 0,-1-1-1 0 0,0 0 1 0 0,0 1-1 0 0,-1-20 0 0 0,-1 25-238 0 0,0 0 0 0 0,-1 0 0 0 0,0 0 0 0 0,0 0 0 0 0,0 1 0 0 0,0-1 0 0 0,-1 0-1 0 0,0 1 1 0 0,0-1 0 0 0,0 1 0 0 0,0 0 0 0 0,-1-1 0 0 0,0 1 0 0 0,0 0 0 0 0,0 1-1 0 0,0-1 1 0 0,-1 0 0 0 0,-3-2 0 0 0,1 2-2 0 0,0 0-1 0 0,0 0 1 0 0,0 1-1 0 0,0 0 1 0 0,-1 0-1 0 0,1 0 1 0 0,-1 1 0 0 0,0 0-1 0 0,0 0 1 0 0,0 1-1 0 0,-12-1 1 0 0,8 1-2 0 0,1 1 0 0 0,-1 1 1 0 0,0 0-1 0 0,0 0 0 0 0,0 1 1 0 0,1 0-1 0 0,-17 6 0 0 0,20-6-11 0 0,-1 1 1 0 0,1 0-1 0 0,1 1 0 0 0,-1 0 0 0 0,0 0 0 0 0,1 0 0 0 0,0 1 0 0 0,0 0 0 0 0,0 0 0 0 0,-8 9 1 0 0,11-9-17 0 0,-1 0 1 0 0,1 0-1 0 0,0 1 1 0 0,0-1 0 0 0,1 1-1 0 0,0-1 1 0 0,0 1 0 0 0,0 0-1 0 0,0 0 1 0 0,1 0 0 0 0,0 0-1 0 0,0 0 1 0 0,1 0-1 0 0,0 0 1 0 0,0 0 0 0 0,0 0-1 0 0,1 0 1 0 0,0 0 0 0 0,0 0-1 0 0,0 0 1 0 0,1 0 0 0 0,0 0-1 0 0,0 0 1 0 0,1-1-1 0 0,-1 1 1 0 0,1-1 0 0 0,0 0-1 0 0,6 8 1 0 0,-5-7 9 0 0,0-1 0 0 0,1 0 0 0 0,-1 0 0 0 0,1 0 0 0 0,0 0 1 0 0,1-1-1 0 0,-1 0 0 0 0,1 0 0 0 0,-1 0 0 0 0,1-1 0 0 0,1 0 0 0 0,-1 0 0 0 0,0 0 0 0 0,1-1 1 0 0,-1 0-1 0 0,1 0 0 0 0,-1-1 0 0 0,1 0 0 0 0,0 0 0 0 0,0 0 0 0 0,0-1 0 0 0,0 0 0 0 0,-1-1 0 0 0,1 1 1 0 0,9-3-1 0 0,-11 1-5 0 0,0 0-1 0 0,0 0 1 0 0,0 0 0 0 0,0-1 0 0 0,0 0 0 0 0,0 0 0 0 0,-1 0-1 0 0,1-1 1 0 0,-1 1 0 0 0,0-1 0 0 0,0 0 0 0 0,0 0 0 0 0,-1-1 0 0 0,0 1-1 0 0,1-1 1 0 0,-1 0 0 0 0,-1 1 0 0 0,1-1 0 0 0,-1-1 0 0 0,0 1 0 0 0,2-6-1 0 0,1-5 12 0 0,-1 0 0 0 0,-1-1 0 0 0,0 0 0 0 0,-1 0 0 0 0,0-27 0 0 0,-2 43-26 0 0,1 0-1 0 0,-1 0 0 0 0,0 0 0 0 0,0 0 0 0 0,0 1 1 0 0,0-1-1 0 0,0 0 0 0 0,0 0 0 0 0,0 0 0 0 0,0 0 0 0 0,-1 0 1 0 0,1 1-1 0 0,0-1 0 0 0,0 0 0 0 0,-1 0 0 0 0,1 0 1 0 0,-1 0-1 0 0,1 1 0 0 0,-1-1 0 0 0,1 0 0 0 0,-1 1 0 0 0,1-1 1 0 0,-1 0-1 0 0,1 1 0 0 0,-1-1 0 0 0,-1 0 0 0 0,1 1-1 0 0,0 1 0 0 0,1-1 0 0 0,-1 1 0 0 0,1-1-1 0 0,-1 1 1 0 0,0-1 0 0 0,1 1 0 0 0,-1 0 0 0 0,1 0 0 0 0,-1-1-1 0 0,1 1 1 0 0,0 0 0 0 0,-1 0 0 0 0,1-1 0 0 0,0 1-1 0 0,-1 0 1 0 0,1 0 0 0 0,0 0 0 0 0,0 0 0 0 0,0-1 0 0 0,0 1-1 0 0,0 0 1 0 0,0 0 0 0 0,0 0 0 0 0,0 0 0 0 0,0 0-1 0 0,0-1 1 0 0,1 2 0 0 0,-1 14 4 0 0,1 0-1 0 0,0 0 1 0 0,2-1-1 0 0,0 1 1 0 0,0-1 0 0 0,2 0-1 0 0,0 0 1 0 0,13 27-1 0 0,-16-36 8 0 0,1-1-1 0 0,0 1 0 0 0,1-1 0 0 0,0 0 0 0 0,0 0 0 0 0,0 0 0 0 0,0 0 1 0 0,1-1-1 0 0,-1 0 0 0 0,1 0 0 0 0,0 0 0 0 0,0 0 0 0 0,1-1 0 0 0,-1 0 0 0 0,1 0 1 0 0,0 0-1 0 0,0-1 0 0 0,0 0 0 0 0,0 0 0 0 0,0-1 0 0 0,0 1 0 0 0,0-1 0 0 0,0-1 1 0 0,1 1-1 0 0,7-1 0 0 0,-7-1 5 0 0,0 1-1 0 0,-1-2 1 0 0,1 1 0 0 0,0-1 0 0 0,0 0 0 0 0,0 0 0 0 0,-1-1-1 0 0,0 0 1 0 0,1 0 0 0 0,-1 0 0 0 0,8-7 0 0 0,-5 3 3 0 0,-1 0 0 0 0,0 0 0 0 0,0-1 0 0 0,0-1 0 0 0,-1 1 0 0 0,10-17 0 0 0,-8 9-1 0 0,0 1 1 0 0,-2-1 0 0 0,0 0-1 0 0,-1-1 1 0 0,0 1 0 0 0,-1-1-1 0 0,-1-1 1 0 0,-1 1 0 0 0,1-19-1 0 0,-4 12-2 0 0,0 0-1 0 0,-2 0 1 0 0,-1 0 0 0 0,-8-33-1 0 0,-34-91 19 0 0,25 102 9 0 0,20 45-23 0 0,-1 2-15 0 0,1-1 1 0 0,-1 1-1 0 0,0-1 1 0 0,1 1-1 0 0,-1-1 1 0 0,1 1-1 0 0,-1 0 1 0 0,1-1-1 0 0,-1 1 1 0 0,1 0-1 0 0,-1-1 1 0 0,1 1-1 0 0,0 0 1 0 0,-1 0-1 0 0,1-1 1 0 0,0 2-1 0 0,0 18 27 0 0,2-1-1 0 0,1 1 1 0 0,0-1-1 0 0,1 0 1 0 0,1 0-1 0 0,11 26 0 0 0,56 108 365 0 0,-16-40 28 0 0,-51-103-413 0 0,3 9 85 0 0,1 0 0 0 0,0 0 0 0 0,23 31-1 0 0,-30-46-110 0 0,1-1-1 0 0,0 1 0 0 0,-1-1 0 0 0,1 0 0 0 0,1 0 1 0 0,-1 0-1 0 0,0 0 0 0 0,1-1 0 0 0,-1 1 0 0 0,1-1 1 0 0,0 0-1 0 0,0 0 0 0 0,0 0 0 0 0,0-1 0 0 0,0 1 0 0 0,0-1 1 0 0,1 0-1 0 0,-1 0 0 0 0,0 0 0 0 0,1-1 0 0 0,-1 0 1 0 0,0 0-1 0 0,1 0 0 0 0,6-1 0 0 0,-7 0-325 0 0,0-1 0 0 0,0 1 0 0 0,0-1 0 0 0,0 0 0 0 0,-1 0 0 0 0,1-1 0 0 0,-1 1 0 0 0,0-1 0 0 0,1 1 1 0 0,-1-1-1 0 0,0 0 0 0 0,-1 0 0 0 0,1 0 0 0 0,3-6 0 0 0,2-2-2487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3:27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16620 0 0,'1'-2'267'0'0,"1"1"1"0"0,-1 0-1 0 0,0 0 1 0 0,1 0 0 0 0,-1-1-1 0 0,1 1 1 0 0,-1 0 0 0 0,1 1-1 0 0,0-1 1 0 0,-1 0-1 0 0,1 0 1 0 0,0 1 0 0 0,-1-1-1 0 0,1 1 1 0 0,2-1 0 0 0,32-3 1561 0 0,-19 3-1134 0 0,93-11 1347 0 0,0 7-3737 0 0,-88 5 655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3:27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324 273 13931 0 0,'1'-2'173'0'0,"-1"1"-1"0"0,0-1 1 0 0,1 0-1 0 0,-1 1 1 0 0,0-1 0 0 0,0 0-1 0 0,0 0 1 0 0,0 1 0 0 0,0-1-1 0 0,0 0 1 0 0,-1 1-1 0 0,1-1 1 0 0,-1 0 0 0 0,1 1-1 0 0,-1-1 1 0 0,1 1 0 0 0,-1-1-1 0 0,0 0 1 0 0,0 1-1 0 0,0 0 1 0 0,-1-2 0 0 0,0 0 27 0 0,0 2 0 0 0,-1-1 0 0 0,1 0 0 0 0,0 0 0 0 0,-1 1 0 0 0,1-1 0 0 0,-1 1 0 0 0,0 0 0 0 0,0 0 0 0 0,1 0 0 0 0,-5-1 0 0 0,-4 0 148 0 0,1 0 1 0 0,-1 1 0 0 0,1 0-1 0 0,-1 1 1 0 0,-19 2 0 0 0,18 0-209 0 0,0 1 0 0 0,1-1 0 0 0,-1 2 0 0 0,0 0 0 0 0,1 0 0 0 0,0 1 0 0 0,0 1 0 0 0,0 0 0 0 0,1 0 0 0 0,0 1 0 0 0,0 0 0 0 0,-14 14 0 0 0,20-17-113 0 0,0 0 1 0 0,1 0-1 0 0,-1 0 0 0 0,1 0 1 0 0,0 1-1 0 0,0-1 0 0 0,0 1 1 0 0,0 0-1 0 0,1 0 0 0 0,0 0 1 0 0,0 0-1 0 0,0 1 0 0 0,1-1 1 0 0,0 0-1 0 0,0 1 0 0 0,0-1 1 0 0,0 1-1 0 0,1-1 0 0 0,0 0 1 0 0,0 1-1 0 0,1-1 1 0 0,0 1-1 0 0,-1-1 0 0 0,2 1 1 0 0,-1-1-1 0 0,1 0 0 0 0,0 0 1 0 0,0 1-1 0 0,5 7 0 0 0,-1-2 20 0 0,1-1 0 0 0,0 0 1 0 0,0 0-1 0 0,1-1 0 0 0,1 0 0 0 0,-1 0 0 0 0,1-1 0 0 0,1 0 0 0 0,0-1 0 0 0,0 0 0 0 0,0-1 0 0 0,1 0 0 0 0,0 0 0 0 0,0-1 1 0 0,0 0-1 0 0,1-1 0 0 0,0-1 0 0 0,0 0 0 0 0,0 0 0 0 0,0-1 0 0 0,0-1 0 0 0,0 0 0 0 0,0 0 0 0 0,1-1 0 0 0,-1-1 0 0 0,0 0 0 0 0,0-1 1 0 0,0 0-1 0 0,0-1 0 0 0,0 0 0 0 0,0-1 0 0 0,11-5 0 0 0,3-4 67 0 0,-1-1 1 0 0,-1 0-1 0 0,-1-2 1 0 0,29-24-1 0 0,-40 30-67 0 0,-2 0 0 0 0,1-1-1 0 0,-1 0 1 0 0,-1 0 0 0 0,0-1-1 0 0,0-1 1 0 0,-2 1 0 0 0,1-1-1 0 0,10-27 1 0 0,-15 29-32 0 0,-1-1 0 0 0,0 1 0 0 0,0-1 0 0 0,-1 0 0 0 0,-1 1 0 0 0,0-1 0 0 0,0 0 0 0 0,-1 0 1 0 0,-1 1-1 0 0,0-1 0 0 0,0 1 0 0 0,-1 0 0 0 0,-9-22 0 0 0,7 22-11 0 0,0 0 0 0 0,0 1 0 0 0,-1 0 0 0 0,0 0 0 0 0,-1 0 0 0 0,0 1 0 0 0,0 0 0 0 0,-1 1 0 0 0,0-1 0 0 0,-1 1 0 0 0,0 1 0 0 0,0 0 0 0 0,0 0 0 0 0,-12-6 0 0 0,20 13-5 0 0,-1-1 0 0 0,1 0 1 0 0,-1 0-1 0 0,0 1 1 0 0,1-1-1 0 0,-1 1 0 0 0,0 0 1 0 0,1-1-1 0 0,-1 1 0 0 0,0 0 1 0 0,1 0-1 0 0,-1 0 1 0 0,0 0-1 0 0,0 0 0 0 0,1 0 1 0 0,-1 1-1 0 0,0-1 1 0 0,1 0-1 0 0,-1 1 0 0 0,1-1 1 0 0,-1 1-1 0 0,-2 1 0 0 0,1 0-1 0 0,1 0 0 0 0,-1 0-1 0 0,1 1 1 0 0,0-1-1 0 0,-1 1 1 0 0,1-1-1 0 0,0 1 1 0 0,0 0 0 0 0,1 0-1 0 0,-4 5 1 0 0,0 7-4 0 0,-1 0 1 0 0,2 0-1 0 0,-5 29 1 0 0,6-22 15 0 0,1 0-1 0 0,1 1 1 0 0,1-1-1 0 0,1 0 1 0 0,1 0-1 0 0,5 25 1 0 0,3-4 71 0 0,1 0 0 0 0,19 44 1 0 0,-26-76-59 0 0,1 0 0 0 0,0-1 0 0 0,1 1 1 0 0,0-1-1 0 0,0-1 0 0 0,1 1 1 0 0,12 12-1 0 0,-16-19-9 0 0,0 0 0 0 0,0 0 0 0 0,0-1 0 0 0,0 1 0 0 0,0-1 1 0 0,0 0-1 0 0,1 0 0 0 0,-1 0 0 0 0,1 0 0 0 0,0-1 0 0 0,-1 1 0 0 0,1-1 0 0 0,0 0 1 0 0,0 0-1 0 0,0 0 0 0 0,0-1 0 0 0,0 0 0 0 0,0 1 0 0 0,0-1 0 0 0,0 0 0 0 0,0-1 1 0 0,0 1-1 0 0,0-1 0 0 0,0 0 0 0 0,6-2 0 0 0,-7 2-2 0 0,-1-1 1 0 0,1 1-1 0 0,-1-1 1 0 0,0 1-1 0 0,0-1 0 0 0,0 0 1 0 0,0 0-1 0 0,0 0 0 0 0,0 0 1 0 0,0 0-1 0 0,0 0 0 0 0,-1 0 1 0 0,1-1-1 0 0,-1 1 0 0 0,0-1 1 0 0,0 1-1 0 0,0-1 0 0 0,1-3 1 0 0,2-7 18 0 0,-1 0 0 0 0,2-21 0 0 0,-2 11-24 0 0,3-16-26 0 0,-5 27-19 0 0,1-1-1 0 0,0 1 1 0 0,0 0-1 0 0,2-1 1 0 0,-1 1-1 0 0,9-18 1 0 0,-11 29 30 0 0,0-1 1 0 0,0 0-1 0 0,0 0 1 0 0,0 1-1 0 0,0-1 1 0 0,0 1-1 0 0,1-1 1 0 0,-1 1-1 0 0,0 0 1 0 0,1-1-1 0 0,-1 1 1 0 0,1 0-1 0 0,0 0 1 0 0,-1 0-1 0 0,1 0 1 0 0,0 0-1 0 0,0 0 0 0 0,0 1 1 0 0,-1-1-1 0 0,5 0 1 0 0,-3 1 10 0 0,-1 0 0 0 0,0 0 0 0 0,1 0 1 0 0,-1 1-1 0 0,0-1 0 0 0,1 1 0 0 0,-1 0 0 0 0,0 0 1 0 0,0 0-1 0 0,0 0 0 0 0,0 0 0 0 0,0 0 0 0 0,0 1 0 0 0,3 2 1 0 0,5 5 90 0 0,0 0 0 0 0,-1 1 0 0 0,0 0 0 0 0,11 19 0 0 0,-19-28-81 0 0,14 21 177 0 0,-5-5-47 0 0,1-1-1 0 0,0-1 0 0 0,1 0 0 0 0,1 0 0 0 0,15 12 0 0 0,-25-25-158 0 0,0 0 1 0 0,0 0-1 0 0,1 0 0 0 0,-1-1 1 0 0,1 1-1 0 0,-1-1 0 0 0,1 0 1 0 0,0 0-1 0 0,-1 0 0 0 0,1 0 1 0 0,0-1-1 0 0,0 0 0 0 0,0 1 1 0 0,-1-1-1 0 0,1-1 0 0 0,0 1 1 0 0,7-2-1 0 0,4-2-822 0 0,0 0 0 0 0,-1-1 0 0 0,18-9 1 0 0,5-1-3048 0 0,-11 7 426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3:30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287 217 12067 0 0,'-2'-4'333'0'0,"0"1"0"0"0,0-1 1 0 0,0 1-1 0 0,-1 0 1 0 0,1 0-1 0 0,-1 0 0 0 0,0 0 1 0 0,0 1-1 0 0,0-1 1 0 0,-1 1-1 0 0,1 0 0 0 0,0 0 1 0 0,-1 0-1 0 0,0 0 1 0 0,1 0-1 0 0,-1 1 0 0 0,0 0 1 0 0,0 0-1 0 0,-6-2 1 0 0,4 3-110 0 0,-1 0 0 0 0,1 0 1 0 0,0 1-1 0 0,0 0 0 0 0,0 0 1 0 0,0 0-1 0 0,0 0 0 0 0,0 1 1 0 0,0 0-1 0 0,0 1 1 0 0,1-1-1 0 0,-1 1 0 0 0,1 0 1 0 0,-1 0-1 0 0,1 1 0 0 0,-7 6 1 0 0,-4 4 246 0 0,2 2 0 0 0,0-1 0 0 0,-19 29 0 0 0,28-38-413 0 0,1 0-1 0 0,1 0 1 0 0,-1 0-1 0 0,1 1 1 0 0,0-1-1 0 0,0 1 1 0 0,1 0-1 0 0,0 0 1 0 0,0 0-1 0 0,1 0 1 0 0,-1 1-1 0 0,2-1 1 0 0,-1 0-1 0 0,1 0 1 0 0,0 1-1 0 0,0-1 1 0 0,1 0-1 0 0,0 0 1 0 0,1 0-1 0 0,-1 1 1 0 0,1-1-1 0 0,1-1 1 0 0,3 10 0 0 0,-1-6 7 0 0,1 0 0 0 0,-1-1 1 0 0,1 1-1 0 0,1-2 1 0 0,0 1-1 0 0,0-1 1 0 0,1 0-1 0 0,0 0 0 0 0,11 8 1 0 0,-11-11-16 0 0,-1 0 1 0 0,1-1 0 0 0,0 0-1 0 0,1 0 1 0 0,-1-1-1 0 0,1 0 1 0 0,0-1 0 0 0,-1 0-1 0 0,1 0 1 0 0,0 0-1 0 0,17-1 1 0 0,-8-1-3 0 0,0-2 1 0 0,1 0-1 0 0,-1-1 0 0 0,0-1 0 0 0,-1-1 0 0 0,1 0 1 0 0,-1-2-1 0 0,0 0 0 0 0,0 0 0 0 0,-1-2 1 0 0,0 0-1 0 0,0-1 0 0 0,-1 0 0 0 0,-1-1 0 0 0,0-1 1 0 0,0 0-1 0 0,-1-1 0 0 0,21-27 0 0 0,-27 29-26 0 0,-1 0 0 0 0,0 0-1 0 0,0-1 1 0 0,-1 0-1 0 0,5-20 1 0 0,-8 24-13 0 0,0 0 0 0 0,0 0 0 0 0,-1 0 1 0 0,0-1-1 0 0,-1 1 0 0 0,0 0 0 0 0,0 0 0 0 0,0 0 1 0 0,-4-16-1 0 0,4 24-13 0 0,0 0 0 0 0,0-1 0 0 0,0 1 1 0 0,0 0-1 0 0,0-1 0 0 0,0 1 0 0 0,0 0 0 0 0,-1-1 1 0 0,1 1-1 0 0,0 0 0 0 0,0 0 0 0 0,0-1 1 0 0,0 1-1 0 0,0 0 0 0 0,-1-1 0 0 0,1 1 0 0 0,0 0 1 0 0,0 0-1 0 0,0-1 0 0 0,-1 1 0 0 0,1 0 1 0 0,0 0-1 0 0,0 0 0 0 0,-1-1 0 0 0,1 1 0 0 0,0 0 1 0 0,-1 0-1 0 0,1 0 0 0 0,0 0 0 0 0,0 0 1 0 0,-1 0-1 0 0,1-1 0 0 0,0 1 0 0 0,-1 0 0 0 0,1 0 1 0 0,0 0-1 0 0,-1 0 0 0 0,-9 10-46 0 0,-4 19 8 0 0,11-15 38 0 0,0-1 1 0 0,1 1-1 0 0,0-1 1 0 0,2 1 0 0 0,-1 0-1 0 0,2 0 1 0 0,-1-1 0 0 0,5 18-1 0 0,-4-21 7 0 0,2 0 0 0 0,-1 0 0 0 0,1 0 0 0 0,1 0 0 0 0,-1-1-1 0 0,2 1 1 0 0,-1-1 0 0 0,2 0 0 0 0,-1 0 0 0 0,1-1 0 0 0,10 13 0 0 0,-12-18 3 0 0,-1 0 0 0 0,0 0 0 0 0,1 0 0 0 0,0 0 0 0 0,-1 0 0 0 0,1-1 0 0 0,0 0 0 0 0,0 0 0 0 0,1 0 0 0 0,-1 0 0 0 0,0-1 0 0 0,1 1 0 0 0,-1-1 0 0 0,1 0 0 0 0,-1 0 1 0 0,1-1-1 0 0,-1 0 0 0 0,8 0 0 0 0,-6 0 4 0 0,0-2 0 0 0,0 1-1 0 0,-1-1 1 0 0,1 0 0 0 0,-1 0 0 0 0,1 0 0 0 0,-1-1 0 0 0,0 0 0 0 0,0 0 0 0 0,0 0 0 0 0,0 0 0 0 0,0-1 0 0 0,-1 0 0 0 0,4-4 0 0 0,3-5 0 0 0,-1-1-1 0 0,0 1 1 0 0,-2-2 0 0 0,1 1 0 0 0,-2-1 0 0 0,0 0 0 0 0,-1-1 0 0 0,0 0 0 0 0,4-23-1 0 0,-8 31-8 0 0,0-1-1 0 0,-1 0 0 0 0,-1 0 1 0 0,0-16-1 0 0,0 7-116 0 0,-14 32 21 0 0,12-4 92 0 0,0 1 0 0 0,1 0 0 0 0,0 0 0 0 0,1 0 0 0 0,0 0 0 0 0,1 0 0 0 0,0 0-1 0 0,0 0 1 0 0,1-1 0 0 0,1 1 0 0 0,0 0 0 0 0,0-1 0 0 0,1 0 0 0 0,0 0 0 0 0,7 12 0 0 0,-7-16 10 0 0,-1 0 0 0 0,1 0 0 0 0,0 0 0 0 0,0 0 1 0 0,1-1-1 0 0,0 1 0 0 0,0-1 0 0 0,0 0 0 0 0,1-1 0 0 0,-1 1 0 0 0,1-1 1 0 0,0 0-1 0 0,0-1 0 0 0,1 0 0 0 0,-1 1 0 0 0,1-2 0 0 0,-1 1 0 0 0,1-1 1 0 0,0 0-1 0 0,0-1 0 0 0,0 1 0 0 0,0-1 0 0 0,0-1 0 0 0,9 1 0 0 0,-9-2 5 0 0,0-1 0 0 0,1 0 0 0 0,-1 0-1 0 0,0 0 1 0 0,0 0 0 0 0,0-1 0 0 0,0-1-1 0 0,0 1 1 0 0,-1-1 0 0 0,0 0 0 0 0,0-1 0 0 0,0 1-1 0 0,8-9 1 0 0,-2 1 9 0 0,0 0 0 0 0,0-2 0 0 0,-2 1 0 0 0,17-27 0 0 0,-18 23-15 0 0,0-1 0 0 0,-2 0 0 0 0,1-1 0 0 0,-2 1 0 0 0,-1-1 0 0 0,0-1 0 0 0,2-25-1 0 0,-2-13-27 0 0,-3-67 0 0 0,-3 76 5 0 0,1 47 13 0 0,0-1 0 0 0,0 1 0 0 0,0 0 0 0 0,-1 0 0 0 0,1 0 0 0 0,-1 0-1 0 0,0 0 1 0 0,1 0 0 0 0,-2-3 0 0 0,2 5 2 0 0,-1 0 0 0 0,1 0 0 0 0,0 0 0 0 0,0 0 0 0 0,0-1 0 0 0,0 1 0 0 0,0 0 0 0 0,0 0 0 0 0,0 0 0 0 0,0 0 0 0 0,0 0 0 0 0,-1 0 0 0 0,1-1 0 0 0,0 1 0 0 0,0 0 0 0 0,0 0 0 0 0,0 0 0 0 0,0 0 0 0 0,0 0 0 0 0,-1 0 0 0 0,1 0 0 0 0,0 0 0 0 0,0 0 0 0 0,0 0 0 0 0,0 0 0 0 0,-1 0 0 0 0,1 0 0 0 0,0 0 0 0 0,0 0 0 0 0,0 0 0 0 0,0 0 0 0 0,-1 0 0 0 0,1 0 0 0 0,0 0 0 0 0,0 0 0 0 0,0 0 0 0 0,0 0 0 0 0,0 0 0 0 0,-1 0 0 0 0,-4 13-47 0 0,-2 21 33 0 0,2 0 0 0 0,2 1 0 0 0,0 0 0 0 0,6 64 0 0 0,-1-78 25 0 0,0 0 0 0 0,2-1 0 0 0,1 1-1 0 0,0-1 1 0 0,2 0 0 0 0,0 0 0 0 0,1 0-1 0 0,1-1 1 0 0,15 23 0 0 0,-20-36 4 0 0,0 0 1 0 0,1 0 0 0 0,0 0-1 0 0,1 0 1 0 0,-1-1-1 0 0,1 0 1 0 0,0 0 0 0 0,0-1-1 0 0,0 0 1 0 0,1 0-1 0 0,0 0 1 0 0,0-1 0 0 0,12 5-1 0 0,-14-7 1 0 0,0 0 0 0 0,0 0-1 0 0,0 0 1 0 0,0 0 0 0 0,0-1 0 0 0,0 0-1 0 0,0 0 1 0 0,0-1 0 0 0,0 1-1 0 0,0-1 1 0 0,0 0 0 0 0,0 0-1 0 0,0-1 1 0 0,0 0 0 0 0,-1 1 0 0 0,1-2-1 0 0,0 1 1 0 0,-1 0 0 0 0,0-1-1 0 0,0 0 1 0 0,7-6 0 0 0,0-1-1 0 0,-1 0 1 0 0,-1-1 0 0 0,0 0-1 0 0,0 0 1 0 0,-1-1 0 0 0,-1-1-1 0 0,0 1 1 0 0,0-1-1 0 0,-1 0 1 0 0,-1 0 0 0 0,0-1-1 0 0,-1 0 1 0 0,-1 0 0 0 0,3-20-1 0 0,-1-15-70 0 0,-2 0 0 0 0,-7-88-1 0 0,3 122 49 0 0,1 6 3 0 0,0 7 2 0 0,0 0 0 0 0,0 0-1 0 0,0 0 1 0 0,0-1 0 0 0,-1 1 0 0 0,1 0 0 0 0,-1 0-1 0 0,1 0 1 0 0,-1 0 0 0 0,0 0 0 0 0,-1-3-1 0 0,1 4-16 0 0,0 3-255 0 0,-4 7 263 0 0,0-1 1 0 0,0 1-1 0 0,2 0 0 0 0,-1 0 0 0 0,1 0 1 0 0,0 0-1 0 0,1 1 0 0 0,0-1 0 0 0,-1 15 1 0 0,-2 94 5 0 0,5-111 5 0 0,1 14 10 0 0,1 1 0 0 0,1-1 0 0 0,1 1 0 0 0,1-1 0 0 0,1-1-1 0 0,1 1 1 0 0,0-1 0 0 0,2 0 0 0 0,0-1 0 0 0,2 0 0 0 0,20 30 0 0 0,-28-45 0 0 0,0 0 1 0 0,0 0-1 0 0,0 0 0 0 0,1 0 1 0 0,-1-1-1 0 0,1 1 0 0 0,0-1 1 0 0,0 0-1 0 0,0 0 1 0 0,1-1-1 0 0,-1 1 0 0 0,1-1 1 0 0,-1 0-1 0 0,1 0 0 0 0,0 0 1 0 0,0-1-1 0 0,0 0 1 0 0,0 0-1 0 0,0 0 0 0 0,0 0 1 0 0,0-1-1 0 0,0 0 1 0 0,0 0-1 0 0,0 0 0 0 0,0-1 1 0 0,0 0-1 0 0,0 0 0 0 0,0 0 1 0 0,0 0-1 0 0,0-1 1 0 0,-1 0-1 0 0,1 0 0 0 0,0 0 1 0 0,-1 0-1 0 0,0-1 1 0 0,1 0-1 0 0,-1 0 0 0 0,0 0 1 0 0,0 0-1 0 0,-1-1 0 0 0,7-6 1 0 0,-1-3 5 0 0,0-1 0 0 0,0 1 0 0 0,-1-2 0 0 0,-1 1 0 0 0,-1-1 0 0 0,7-20 0 0 0,18-95-143 0 0,-30 127 121 0 0,-1 3-1 0 0,0-1 0 0 0,0 0 0 0 0,0 1 1 0 0,0-1-1 0 0,0 1 0 0 0,0-1 0 0 0,0 0 0 0 0,0 1 0 0 0,1-1 0 0 0,-1 1 0 0 0,0-1 0 0 0,0 1 0 0 0,1-1 0 0 0,-1 0 1 0 0,0 1-1 0 0,0-1 0 0 0,1 1 0 0 0,-1-1 0 0 0,1 1 0 0 0,-1 0 0 0 0,0-1 0 0 0,1 1 0 0 0,-1-1 0 0 0,1 1 0 0 0,-1 0 1 0 0,1-1-1 0 0,-1 1 0 0 0,1 0 0 0 0,-1 0 0 0 0,1-1 0 0 0,1 1 0 0 0,-1 0 4 0 0,0 1-1 0 0,0-1 0 0 0,0 1 1 0 0,0-1-1 0 0,0 1 1 0 0,0 0-1 0 0,0-1 1 0 0,0 1-1 0 0,-1 0 1 0 0,1 0-1 0 0,0 0 0 0 0,0-1 1 0 0,-1 1-1 0 0,2 2 1 0 0,22 40-18 0 0,52 166 14 0 0,-63-169 25 0 0,-13-39 164 0 0,4-16-91 0 0,-3-3-82 0 0,0 0 0 0 0,2 1 0 0 0,0-1 0 0 0,9-27 0 0 0,29-65-134 0 0,-39 105 103 0 0,1 1 0 0 0,-1 0 0 0 0,0 0 0 0 0,1 1 0 0 0,0-1-1 0 0,0 0 1 0 0,4-3 0 0 0,-7 7-13 0 0,7 5-69 0 0,-1 4 103 0 0,0 2 1 0 0,0-1-1 0 0,-1 1 0 0 0,-1 0 0 0 0,7 20 0 0 0,4 12 19 0 0,2 3-12 0 0,-10-27-1 0 0,0 0 0 0 0,11 19 0 0 0,-15-33 9 0 0,0 0 1 0 0,0 0 0 0 0,0 0 0 0 0,1-1 0 0 0,0 0 0 0 0,0 1 0 0 0,0-1 0 0 0,0-1 0 0 0,1 1 0 0 0,-1-1 0 0 0,10 6 0 0 0,-13-8 42 0 0,30 1 92 0 0,-26-1-143 0 0,1-1 0 0 0,-1 1 0 0 0,1-1 0 0 0,-1 0 0 0 0,1-1 0 0 0,-1 1 0 0 0,1-1 0 0 0,-1 0-1 0 0,6-2 1 0 0,-10 3 3 0 0,4 0 20 0 0,1-1 1 0 0,-1 0-1 0 0,0 0 0 0 0,0 0 0 0 0,0-1 1 0 0,0 1-1 0 0,0-1 0 0 0,7-4 1 0 0,-1 1 14 0 0,3-1-39 0 0,0-1 0 0 0,0 0 0 0 0,-1-1-1 0 0,0-1 1 0 0,0 0 0 0 0,22-22 0 0 0,-10 9 1 0 0,-7 8 7 0 0,-1-2 0 0 0,-1 0 0 0 0,15-19 0 0 0,-27 30-4 0 0,0 0-1 0 0,0 0 0 0 0,-1 0 1 0 0,0 0-1 0 0,0-1 1 0 0,0 0-1 0 0,-1 1 0 0 0,0-1 1 0 0,0 0-1 0 0,0 0 0 0 0,-1 0 1 0 0,1 0-1 0 0,-2-1 0 0 0,1 1 1 0 0,-1 0-1 0 0,0-8 0 0 0,0 11-5 0 0,-1 0-1 0 0,1 1 0 0 0,-1-1 1 0 0,0 0-1 0 0,0 1 1 0 0,0-1-1 0 0,0 1 0 0 0,0-1 1 0 0,-1 1-1 0 0,1 0 1 0 0,-1 0-1 0 0,0-1 0 0 0,1 1 1 0 0,-1 0-1 0 0,0 0 1 0 0,0 0-1 0 0,-3-1 0 0 0,1 0-2 0 0,0 1 1 0 0,0 0-1 0 0,0 0 0 0 0,0 0 0 0 0,0 1 0 0 0,-1 0 0 0 0,1-1 0 0 0,0 2 0 0 0,-9-2 0 0 0,2 1-4 0 0,1 1 1 0 0,-1 1-1 0 0,1 0 0 0 0,-1 0 0 0 0,1 1 1 0 0,0 0-1 0 0,-1 1 0 0 0,-12 4 0 0 0,10 0 1 0 0,0-1 0 0 0,0 2-1 0 0,1 0 1 0 0,0 0 0 0 0,0 1 0 0 0,1 1-1 0 0,0 0 1 0 0,1 0 0 0 0,0 1 0 0 0,0 0-1 0 0,2 1 1 0 0,-1 0 0 0 0,1 0 0 0 0,1 1-1 0 0,0 0 1 0 0,1 1 0 0 0,-6 19 0 0 0,10-28 10 0 0,1 1 1 0 0,0 0 0 0 0,1 0 0 0 0,-1 0 0 0 0,1-1-1 0 0,0 1 1 0 0,1 0 0 0 0,-1 0 0 0 0,1 0 0 0 0,3 9-1 0 0,-3-12 4 0 0,0-1-1 0 0,0 1 1 0 0,0-1-1 0 0,0 1 1 0 0,0-1-1 0 0,1 0 1 0 0,-1 0-1 0 0,1 1 1 0 0,0-1 0 0 0,0 0-1 0 0,0 0 1 0 0,0-1-1 0 0,0 1 1 0 0,0 0-1 0 0,0-1 1 0 0,0 1-1 0 0,1-1 1 0 0,-1 0-1 0 0,1 0 1 0 0,-1 0-1 0 0,1 0 1 0 0,-1 0-1 0 0,1 0 1 0 0,-1-1-1 0 0,5 1 1 0 0,2 0 13 0 0,-1-2-1 0 0,1 1 1 0 0,0-1 0 0 0,-1 0-1 0 0,1-1 1 0 0,-1 0 0 0 0,0 0 0 0 0,1-1-1 0 0,-1 0 1 0 0,0 0 0 0 0,0-1-1 0 0,-1 0 1 0 0,1-1 0 0 0,-1 1 0 0 0,9-9-1 0 0,-6 5-3 0 0,0 0-1 0 0,-1-1 0 0 0,0 0 0 0 0,0-1 1 0 0,-1 0-1 0 0,0 0 0 0 0,-1 0 0 0 0,-1-1 1 0 0,11-23-1 0 0,-13 21 7 0 0,-1 0 0 0 0,1-19 1 0 0,-3 25-166 0 0,2 63 281 0 0,3 0 1 0 0,2-1-1 0 0,20 71 0 0 0,-13-63 318 0 0,14 121-1 0 0,-29-176-423 0 0,0-1 1 0 0,0 1-1 0 0,0-1 0 0 0,-1 1 0 0 0,0-1 0 0 0,0 1 0 0 0,-1-1 0 0 0,0 1 0 0 0,0-1 1 0 0,-1 0-1 0 0,-5 10 0 0 0,5-11-7 0 0,-1-1 0 0 0,0 0 0 0 0,-1 1 0 0 0,1-2 1 0 0,-1 1-1 0 0,0 0 0 0 0,0-1 0 0 0,0 0 0 0 0,-1 0 0 0 0,1-1 0 0 0,-1 1 1 0 0,0-1-1 0 0,-8 3 0 0 0,-2 0-43 0 0,0-1 1 0 0,-1-1 0 0 0,0 0 0 0 0,1-2-1 0 0,-1 1 1 0 0,0-2 0 0 0,-25-1-1 0 0,18-1-495 0 0,1-1 0 0 0,0-1-1 0 0,0-1 1 0 0,-42-14 0 0 0,50 12-1342 0 0,0 0 0 0 0,-27-16 0 0 0,26 11-1380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3:30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20028 0 0,'280'-15'6490'0'0,"-1"17"-4167"0"0,-62 1-3996 0 0,-185 0-2425 0 0,-20 0 864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3:33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310 148 7162 0 0,'10'-14'2493'0'0,"2"-4"53"0"0,-11 5-901 0 0,-6 2-1218 0 0,-1-7 172 0 0,4-1 1343 0 0,2 17-1744 0 0,-1 0 0 0 0,1-1 0 0 0,0 1 0 0 0,-1 0 0 0 0,0 0-1 0 0,1 0 1 0 0,-1 0 0 0 0,0 0 0 0 0,0 0 0 0 0,0 0 0 0 0,0 0 0 0 0,0 0-1 0 0,-1 0 1 0 0,1 0 0 0 0,-1 1 0 0 0,1-1 0 0 0,-1 0 0 0 0,1 1 0 0 0,-1 0-1 0 0,0-1 1 0 0,0 1 0 0 0,0 0 0 0 0,0 0 0 0 0,-3-2 0 0 0,2 2-76 0 0,-1-1 0 0 0,1 1 1 0 0,-1 0-1 0 0,0 0 0 0 0,0 0 1 0 0,1 1-1 0 0,-1-1 0 0 0,0 1 0 0 0,0 0 1 0 0,0 0-1 0 0,1 0 0 0 0,-1 0 1 0 0,-6 2-1 0 0,0 1-37 0 0,0 2 0 0 0,0-1-1 0 0,0 1 1 0 0,1 0 0 0 0,0 1 0 0 0,0 0 0 0 0,0 1-1 0 0,1 0 1 0 0,0 0 0 0 0,0 1 0 0 0,1 0 0 0 0,0 0-1 0 0,0 1 1 0 0,1 0 0 0 0,-6 10 0 0 0,6-9-41 0 0,0 0 1 0 0,1 1 0 0 0,1-1-1 0 0,0 1 1 0 0,0 0-1 0 0,1 0 1 0 0,0 0 0 0 0,1 0-1 0 0,0 1 1 0 0,1-1-1 0 0,0 0 1 0 0,1 1 0 0 0,1-1-1 0 0,1 16 1 0 0,0-21-16 0 0,0-1 0 0 0,0 0 0 0 0,0 0 1 0 0,0 0-1 0 0,1-1 0 0 0,0 1 0 0 0,0-1 0 0 0,0 1 1 0 0,1-1-1 0 0,-1 0 0 0 0,1 0 0 0 0,0-1 0 0 0,0 1 1 0 0,0-1-1 0 0,1 1 0 0 0,-1-2 0 0 0,1 1 0 0 0,0 0 1 0 0,0-1-1 0 0,7 3 0 0 0,12 4 106 0 0,1-1 0 0 0,49 9 0 0 0,-57-14-102 0 0,24 6 52 0 0,0 1-1 0 0,68 27 1 0 0,-106-36-76 0 0,1 1 1 0 0,-1-1-1 0 0,0 1 0 0 0,1 0 0 0 0,-1 0 0 0 0,0 0 0 0 0,0 1 0 0 0,-1-1 0 0 0,1 1 0 0 0,0-1 0 0 0,-1 1 0 0 0,0 0 0 0 0,1 0 0 0 0,-1 0 0 0 0,0 0 0 0 0,-1 1 1 0 0,1-1-1 0 0,0 0 0 0 0,1 7 0 0 0,-3-7 4 0 0,1 0 0 0 0,-1 0 0 0 0,0 0 0 0 0,0 1 0 0 0,0-1 0 0 0,-1 0 0 0 0,1 0 0 0 0,-1 0 0 0 0,0 1 0 0 0,0-1 0 0 0,0 0 0 0 0,0 0 0 0 0,0 0 0 0 0,-1-1 0 0 0,1 1 1 0 0,-1 0-1 0 0,0 0 0 0 0,0-1 0 0 0,0 1 0 0 0,0-1 0 0 0,0 1 0 0 0,-5 3 0 0 0,-13 10 28 0 0,0-1 0 0 0,-1-1 0 0 0,-1 0 1 0 0,0-2-1 0 0,-35 15 0 0 0,-123 34 48 0 0,168-57-87 0 0,-2 0 3 0 0,-1 1 0 0 0,1-2 0 0 0,-1 0 0 0 0,0-1 0 0 0,0 0 0 0 0,-20-1 0 0 0,35-1-9 0 0,-1 0-1 0 0,1 0 0 0 0,-1 0 0 0 0,1 0 1 0 0,-1 0-1 0 0,1 0 0 0 0,-1 0 1 0 0,1-1-1 0 0,0 1 0 0 0,-1 0 0 0 0,1 0 1 0 0,-1 0-1 0 0,1 0 0 0 0,0-1 1 0 0,-1 1-1 0 0,1 0 0 0 0,0 0 1 0 0,-1-1-1 0 0,1 1 0 0 0,0 0 0 0 0,-1-1 1 0 0,1 1-1 0 0,0 0 0 0 0,0-1 1 0 0,-1 1-1 0 0,1 0 0 0 0,0-1 1 0 0,0 1-1 0 0,0-1 0 0 0,-1 1 0 0 0,1-1 1 0 0,0 1-1 0 0,0-1 0 0 0,5-16-276 0 0,18-14-410 0 0,154-140-8718 0 0,-150 142 6750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3:35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0 325 5921 0 0,'26'-46'-730'0'0,"3"-5"7608"0"0,39-94 1 0 0,-66 134-4835 0 0,-6 15 40 0 0,-7 16-891 0 0,6-5-1014 0 0,1 0 0 0 0,1 1-1 0 0,0 0 1 0 0,1-1 0 0 0,1 1 0 0 0,0 0 0 0 0,4 31-1 0 0,0-18 11 0 0,2 0 0 0 0,0 0 0 0 0,15 40 0 0 0,-12-47-108 0 0,0-1-1 0 0,2-1 1 0 0,0 1-1 0 0,18 24 1 0 0,-14-26 57 0 0,0-1-1 0 0,21 20 1 0 0,-34-40-136 0 0,0 1-1 0 0,0-1 1 0 0,0 1-1 0 0,0-1 1 0 0,0 1 0 0 0,-1-1-1 0 0,1 0 1 0 0,0 0-1 0 0,-1 1 1 0 0,1-1 0 0 0,-1 0-1 0 0,1 0 1 0 0,-1 0-1 0 0,0-2 1 0 0,-1-31-88 0 0,0-2-20 0 0,2 32 93 0 0,0-1 0 0 0,0 1 0 0 0,1 0 0 0 0,0 0 0 0 0,0 0 0 0 0,0 0 0 0 0,0 0 0 0 0,1 0 0 0 0,0 0 0 0 0,0 1 0 0 0,0-1 0 0 0,1 1 0 0 0,-1 0 1 0 0,1 0-1 0 0,0 0 0 0 0,0 1 0 0 0,5-4 0 0 0,-3 3 2 0 0,0 1 1 0 0,1 0 0 0 0,-1 0-1 0 0,1 1 1 0 0,0-1 0 0 0,0 2-1 0 0,0-1 1 0 0,0 1-1 0 0,0 0 1 0 0,0 0 0 0 0,0 1-1 0 0,11 0 1 0 0,24 2 5 0 0,89 0 1 0 0,-118-3 8 0 0,-1 0 1 0 0,0-1-1 0 0,1 0 1 0 0,-1-1 0 0 0,0-1-1 0 0,0 0 1 0 0,0 0-1 0 0,13-8 1 0 0,-24 11-1 0 0,0 1 1 0 0,1-1-1 0 0,-1 0 0 0 0,0 1 1 0 0,0-1-1 0 0,0 0 0 0 0,0 0 0 0 0,0 0 1 0 0,0 0-1 0 0,0 0 0 0 0,0 0 1 0 0,0 0-1 0 0,0 0 0 0 0,0 0 1 0 0,-1 0-1 0 0,1-1 0 0 0,0 1 0 0 0,-1 0 1 0 0,1-1-1 0 0,-1 1 0 0 0,1 0 1 0 0,-1-1-1 0 0,0 1 0 0 0,1-3 1 0 0,-2 2-2 0 0,1 1 1 0 0,-1-1-1 0 0,0 0 1 0 0,1 1-1 0 0,-1-1 1 0 0,0 1-1 0 0,0-1 1 0 0,0 1-1 0 0,0 0 1 0 0,0-1-1 0 0,0 1 1 0 0,0 0-1 0 0,-1 0 1 0 0,1 0-1 0 0,0-1 1 0 0,-1 1-1 0 0,1 1 1 0 0,-1-1-1 0 0,1 0 1 0 0,-2-1-1 0 0,-3 0-2 0 0,0-1-1 0 0,0 0 1 0 0,1 1-1 0 0,-2 0 0 0 0,1 1 1 0 0,0-1-1 0 0,0 1 0 0 0,0 0 1 0 0,-1 1-1 0 0,1-1 1 0 0,0 1-1 0 0,-1 0 0 0 0,1 1 1 0 0,0 0-1 0 0,-10 2 0 0 0,7 0 9 0 0,0 0-1 0 0,0 1 1 0 0,1-1-1 0 0,-1 2 1 0 0,1 0-1 0 0,-1 0 1 0 0,2 0-1 0 0,-1 1 1 0 0,-11 11-1 0 0,9-8 2 0 0,1 1 0 0 0,0 1 0 0 0,0 0 0 0 0,1 0 0 0 0,1 1 0 0 0,0-1 0 0 0,0 2 0 0 0,1-1 0 0 0,1 1 1 0 0,0 0-1 0 0,1 0 0 0 0,0 0 0 0 0,1 1 0 0 0,-2 19 0 0 0,4-26-5 0 0,1 0 1 0 0,1 0 0 0 0,-1 0-1 0 0,1-1 1 0 0,1 1 0 0 0,-1 0-1 0 0,1 0 1 0 0,0-1 0 0 0,0 1-1 0 0,1-1 1 0 0,4 8-1 0 0,-5-11 2 0 0,0 0 0 0 0,0 0 0 0 0,1 0-1 0 0,-1 0 1 0 0,1-1 0 0 0,-1 1 0 0 0,1-1-1 0 0,0 1 1 0 0,0-1 0 0 0,0 0 0 0 0,0 0-1 0 0,1 0 1 0 0,-1-1 0 0 0,0 1 0 0 0,1-1-1 0 0,-1 0 1 0 0,1 0 0 0 0,0 0 0 0 0,-1 0-1 0 0,1-1 1 0 0,0 1 0 0 0,5-1 0 0 0,-4-1 1 0 0,1 1 0 0 0,-1-1 0 0 0,1-1 0 0 0,-1 1 0 0 0,0-1 1 0 0,1 0-1 0 0,-1 0 0 0 0,0 0 0 0 0,0-1 0 0 0,0 0 0 0 0,-1 0 1 0 0,1 0-1 0 0,-1-1 0 0 0,1 1 0 0 0,-1-1 0 0 0,0 0 0 0 0,-1 0 1 0 0,1 0-1 0 0,-1-1 0 0 0,0 1 0 0 0,6-11 0 0 0,-3 3-4 0 0,0 0 0 0 0,0 0 0 0 0,-1 0 0 0 0,-1-1 0 0 0,0 0 0 0 0,-1 0 0 0 0,0 0 1 0 0,1-14-1 0 0,-4 18-3 0 0,2-2 6 0 0,-1-1 0 0 0,-1 1 0 0 0,0-1-1 0 0,-1 0 1 0 0,0 1 0 0 0,-3-14 0 0 0,3 21-10 0 0,1 4-10 0 0,1 15 25 0 0,-1 1-1 0 0,2-1 1 0 0,0 1-1 0 0,1-1 1 0 0,1 0-1 0 0,0 0 1 0 0,1-1 0 0 0,0 1-1 0 0,14 24 1 0 0,-15-32-8 0 0,-1-1 0 0 0,1-1 0 0 0,1 1 0 0 0,-1-1 0 0 0,1 1 0 0 0,-1-1 0 0 0,1 0-1 0 0,1-1 1 0 0,-1 1 0 0 0,1-1 0 0 0,0 0 0 0 0,0-1 0 0 0,0 1 0 0 0,0-1 0 0 0,1-1 0 0 0,-1 1 0 0 0,1-1 0 0 0,-1 0 0 0 0,1 0 0 0 0,0-1 0 0 0,0 0 0 0 0,0 0 0 0 0,0-1 0 0 0,9 0 0 0 0,-11 0-10 0 0,0-1 0 0 0,0 0-1 0 0,0 0 1 0 0,0-1 0 0 0,-1 1 0 0 0,1-1 0 0 0,0 0 0 0 0,-1 0 0 0 0,1-1 0 0 0,-1 1 0 0 0,0-1 0 0 0,0 0 0 0 0,0 0 0 0 0,0 0 0 0 0,0-1 0 0 0,-1 1 0 0 0,1-1 0 0 0,-1 0 0 0 0,0 0 0 0 0,0 0 0 0 0,-1-1-1 0 0,1 1 1 0 0,-1-1 0 0 0,0 1 0 0 0,2-8 0 0 0,0 1 2 0 0,-1 0-1 0 0,0 0 1 0 0,-1-1-1 0 0,0 1 1 0 0,-1-1-1 0 0,0 1 1 0 0,0-1-1 0 0,-2 1 1 0 0,1-1-1 0 0,-3-12 1 0 0,1 15 1 0 0,1 2-5 0 0,0 0 1 0 0,-1 0 0 0 0,0 1-1 0 0,-4-10 1 0 0,6 15-13 0 0,-1 26-112 0 0,2-6 126 0 0,2 1 0 0 0,0-2 1 0 0,1 1-1 0 0,13 35 0 0 0,-13-43 12 0 0,1 0-1 0 0,0-1 0 0 0,1 1 1 0 0,0-1-1 0 0,1 0 1 0 0,0-1-1 0 0,0 1 0 0 0,1-2 1 0 0,10 10-1 0 0,-17-17-2 0 0,-1-1 0 0 0,0 1 0 0 0,1-1 0 0 0,-1 0 0 0 0,1 1 0 0 0,-1-1 0 0 0,0 0 1 0 0,1 1-1 0 0,-1-1 0 0 0,1 0 0 0 0,-1 0 0 0 0,1 1 0 0 0,-1-1 0 0 0,1 0 0 0 0,-1 0 0 0 0,1 0 0 0 0,-1 0 0 0 0,1 0 0 0 0,-1 0 0 0 0,1 0 0 0 0,-1 0 0 0 0,1 0 0 0 0,0 0 0 0 0,-1 0 0 0 0,1 0 0 0 0,-1 0 0 0 0,1 0 0 0 0,-1 0 0 0 0,1-1 0 0 0,-1 1 0 0 0,1 0 1 0 0,-1 0-1 0 0,1-1 0 0 0,-1 1 0 0 0,2-2 1 0 0,-1 1 1 0 0,0 0 0 0 0,0-1-1 0 0,0 1 1 0 0,0-1 0 0 0,-1 1-1 0 0,1-1 1 0 0,0 0 0 0 0,-1 1-1 0 0,2-4 1 0 0,0-5 2 0 0,-1 1-1 0 0,0-1 1 0 0,0-10-1 0 0,-1-21 1 0 0,1-62 0 0 0,0 93-13 0 0,1 0 0 0 0,-1 1 0 0 0,1-1 0 0 0,1 1 0 0 0,0-1 0 0 0,0 1 0 0 0,1 0 0 0 0,5-9 0 0 0,-7 15 3 0 0,-1 0-1 0 0,1 0 0 0 0,0 0 0 0 0,0 1 1 0 0,1-1-1 0 0,-1 1 0 0 0,1-1 0 0 0,-1 1 1 0 0,1 0-1 0 0,0 0 0 0 0,-1 0 0 0 0,1 0 1 0 0,0 1-1 0 0,0-1 0 0 0,0 1 1 0 0,1 0-1 0 0,3-1 0 0 0,-3 1 2 0 0,1 0-1 0 0,-1 1 1 0 0,0 0 0 0 0,1 0 0 0 0,-1 0-1 0 0,0 1 1 0 0,1 0 0 0 0,-1-1-1 0 0,0 1 1 0 0,0 1 0 0 0,8 2 0 0 0,-1 1 1 0 0,-1 1 1 0 0,0 0 0 0 0,0 0 0 0 0,-1 1-1 0 0,0 1 1 0 0,0-1 0 0 0,0 1-1 0 0,-1 1 1 0 0,8 10 0 0 0,28 50 12 0 0,-31-45-3 0 0,32 40-1 0 0,-41-58-4 0 0,1 0 1 0 0,1-1-1 0 0,-1 0 0 0 0,1 0 0 0 0,0 0 1 0 0,0 0-1 0 0,1-1 0 0 0,-1 0 0 0 0,1-1 0 0 0,0 1 1 0 0,9 2-1 0 0,-9-4 1 0 0,0-1 0 0 0,0-1 1 0 0,1 1-1 0 0,-1-1 0 0 0,0 0 0 0 0,0 0 0 0 0,0-1 1 0 0,1 0-1 0 0,-1-1 0 0 0,0 1 0 0 0,0-1 0 0 0,-1-1 1 0 0,1 1-1 0 0,0-1 0 0 0,8-5 0 0 0,2-2-3 0 0,0 0-1 0 0,0-1 0 0 0,-2-1 0 0 0,21-19 0 0 0,-26 21-1 0 0,0 0 0 0 0,-1-1 0 0 0,0-1-1 0 0,0 1 1 0 0,-2-1 0 0 0,1 0 0 0 0,7-21-1 0 0,-12 29 1 0 0,-1-1 0 0 0,-1 0 0 0 0,1 0-1 0 0,-1 0 1 0 0,1 0 0 0 0,-2-1 0 0 0,1 1-1 0 0,0 0 1 0 0,-1 0 0 0 0,0 0 0 0 0,0-1-1 0 0,-1 1 1 0 0,1 0 0 0 0,-1 0 0 0 0,0 0-1 0 0,-1 0 1 0 0,1 0 0 0 0,-1 0 0 0 0,0 0-1 0 0,0 0 1 0 0,-1 0 0 0 0,1 1 0 0 0,-6-8-1 0 0,6 10 1 0 0,1 0 1 0 0,-1 1-1 0 0,0-1 0 0 0,0 1 0 0 0,1-1 0 0 0,-1 1 0 0 0,0-1 0 0 0,0 1 1 0 0,0 0-1 0 0,-1 0 0 0 0,1 0 0 0 0,0 0 0 0 0,0 0 0 0 0,0 1 0 0 0,-1-1 1 0 0,1 1-1 0 0,0-1 0 0 0,-1 1 0 0 0,-2 0 0 0 0,0 0 2 0 0,1 1 0 0 0,0 0-1 0 0,-1 0 1 0 0,1 0 0 0 0,0 0 0 0 0,0 1-1 0 0,0-1 1 0 0,0 1 0 0 0,-7 5 0 0 0,0 1 5 0 0,-1 0-1 0 0,2 1 1 0 0,-1 1 0 0 0,2-1 0 0 0,-16 20 0 0 0,17-18-3 0 0,0 1 1 0 0,0 0 0 0 0,1 1-1 0 0,0 0 1 0 0,2 0 0 0 0,-1 0-1 0 0,1 1 1 0 0,1 0 0 0 0,-3 16-1 0 0,6-24 0 0 0,0-1-1 0 0,1 1 1 0 0,-1 0-1 0 0,1 0 1 0 0,0-1 0 0 0,1 1-1 0 0,0 0 1 0 0,-1 0-1 0 0,2-1 1 0 0,-1 1-1 0 0,1-1 1 0 0,-1 1-1 0 0,2-1 1 0 0,-1 1-1 0 0,0-1 1 0 0,1 0-1 0 0,0 0 1 0 0,0 0 0 0 0,1-1-1 0 0,0 1 1 0 0,-1-1-1 0 0,1 0 1 0 0,1 0-1 0 0,-1 0 1 0 0,7 5-1 0 0,-8-7 4 0 0,0-1 0 0 0,0 1 0 0 0,0 0 0 0 0,1-1-1 0 0,-1 0 1 0 0,0 1 0 0 0,1-1 0 0 0,-1-1 0 0 0,1 1 0 0 0,-1 0-1 0 0,1-1 1 0 0,-1 0 0 0 0,1 0 0 0 0,-1 0 0 0 0,1 0 0 0 0,3-1 0 0 0,-2 0 1 0 0,1-1 0 0 0,-1 1 0 0 0,0-1 1 0 0,0 0-1 0 0,0-1 0 0 0,0 1 0 0 0,0-1 1 0 0,-1 0-1 0 0,7-6 0 0 0,-1 0 7 0 0,0 0-1 0 0,-1-1 1 0 0,0-1 0 0 0,0 0-1 0 0,-1 0 1 0 0,-1 0 0 0 0,10-19-1 0 0,-10 13-2 0 0,-1 0 0 0 0,0-1 0 0 0,-1 1 0 0 0,0-1 0 0 0,-2-1 0 0 0,0 1 0 0 0,-1 0 0 0 0,-1-24 0 0 0,-3-16-5 0 0,-13-75 0 0 0,0 11-47 0 0,22 171 158 0 0,13 65 430 0 0,-5-32-66 0 0,-12-63-359 0 0,33 156 1034 0 0,-29-148-983 0 0,2-1 0 0 0,0-1 1 0 0,2 0-1 0 0,20 36 0 0 0,-28-56-151 0 0,0 0 1 0 0,0 0-1 0 0,1 0 0 0 0,0-1 0 0 0,0 0 1 0 0,0 1-1 0 0,0-1 0 0 0,1-1 0 0 0,-1 1 1 0 0,1-1-1 0 0,0 0 0 0 0,7 4 1 0 0,-9-6-112 0 0,1 0 1 0 0,0 0 0 0 0,-1 0-1 0 0,1 0 1 0 0,0-1 0 0 0,0 1 0 0 0,-1-1-1 0 0,1 0 1 0 0,0 0 0 0 0,0-1 0 0 0,0 1-1 0 0,-1-1 1 0 0,1 1 0 0 0,0-1-1 0 0,-1-1 1 0 0,1 1 0 0 0,-1 0 0 0 0,1-1-1 0 0,5-3 1 0 0,32-15-3662 0 0,-19 9 802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3:37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381 122 9034 0 0,'4'-12'1352'0'0,"-1"6"-598"0"0,-2 0 0 0 0,1 0 0 0 0,-1 0 0 0 0,1-8 0 0 0,-3-3 1092 0 0,-2 6-432 0 0,-10-16-325 0 0,3 17 529 0 0,8 9-1464 0 0,1 0 0 0 0,-1 0 1 0 0,1 0-1 0 0,-1 1 0 0 0,0-1 0 0 0,0 1 0 0 0,1-1 1 0 0,-1 1-1 0 0,-3 0 0 0 0,-29 3 1224 0 0,29-2-1107 0 0,-17 3 139 0 0,1 1-1 0 0,0 1 1 0 0,0 1 0 0 0,0 0-1 0 0,1 2 1 0 0,0 0-1 0 0,-34 22 1 0 0,39-21-254 0 0,1 1-1 0 0,0 0 1 0 0,-14 15-1 0 0,24-22-127 0 0,1 0 1 0 0,0 0-1 0 0,-1 0 0 0 0,1 1 0 0 0,0-1 0 0 0,1 1 1 0 0,-1 0-1 0 0,1-1 0 0 0,0 1 0 0 0,0 0 1 0 0,1 0-1 0 0,-1 0 0 0 0,1 1 0 0 0,0-1 0 0 0,0 6 1 0 0,2-9-20 0 0,-1 1 1 0 0,0-1 0 0 0,1 0-1 0 0,0 1 1 0 0,-1-1 0 0 0,1 0-1 0 0,0 0 1 0 0,0 0 0 0 0,1 0 0 0 0,-1 0-1 0 0,0 0 1 0 0,1 0 0 0 0,-1 0-1 0 0,1 0 1 0 0,-1 0 0 0 0,1-1-1 0 0,0 1 1 0 0,0-1 0 0 0,0 1 0 0 0,0-1-1 0 0,0 0 1 0 0,4 2 0 0 0,5 3 27 0 0,1-1 0 0 0,24 7 0 0 0,-28-10-21 0 0,123 30 102 0 0,-86-23-77 0 0,82 27-1 0 0,-124-35-37 0 0,-1 0 0 0 0,0 0 0 0 0,1 0 0 0 0,-1 0-1 0 0,0 0 1 0 0,0 1 0 0 0,0-1 0 0 0,0 1 0 0 0,0-1 0 0 0,0 1 0 0 0,0 0 0 0 0,0 0 0 0 0,1 3-1 0 0,-2-4 1 0 0,-1 0 0 0 0,0 0-1 0 0,0 0 1 0 0,1 0 0 0 0,-1 0-1 0 0,0 0 1 0 0,0 0 0 0 0,0 0-1 0 0,0 0 1 0 0,0 0 0 0 0,-1 0-1 0 0,1 0 1 0 0,0 0 0 0 0,0 0-1 0 0,-1 0 1 0 0,1 0 0 0 0,0 0-1 0 0,-1 0 1 0 0,1 0 0 0 0,-1-1-1 0 0,0 1 1 0 0,1 0 0 0 0,-1 0-1 0 0,0 0 1 0 0,1-1 0 0 0,-1 1-1 0 0,0 0 1 0 0,0 0-1 0 0,1-1 1 0 0,-1 1 0 0 0,0-1-1 0 0,0 1 1 0 0,0-1 0 0 0,-1 1-1 0 0,-9 5 10 0 0,1 0 0 0 0,-1-1 0 0 0,0 0 0 0 0,0-1 0 0 0,-13 3 0 0 0,-62 12 9 0 0,60-14-16 0 0,-187 33-549 0 0,211-38 320 0 0,27-5-2526 0 0,41-18-2037 0 0,-38 14 2411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3:39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119 457 16556 0 0,'0'-1'113'0'0,"1"1"0"0"0,-1 0 0 0 0,0-1 0 0 0,1 1 0 0 0,-1 0 0 0 0,0-1 0 0 0,0 1 0 0 0,0-1 0 0 0,1 1 0 0 0,-1-1 0 0 0,0 1 0 0 0,0-1 0 0 0,0 1 0 0 0,0 0 0 0 0,0-1 0 0 0,0 1 0 0 0,0-1 0 0 0,0 1 0 0 0,0-1 0 0 0,0 1 0 0 0,0-1 0 0 0,0 1 0 0 0,0-1 0 0 0,0 1 0 0 0,0-1 0 0 0,-1 1 0 0 0,1-1 0 0 0,-11 2 2086 0 0,-15 14-270 0 0,19-9-1746 0 0,0 0 0 0 0,1 1 0 0 0,0-1 0 0 0,0 1 1 0 0,1 1-1 0 0,0-1 0 0 0,0 1 0 0 0,1-1 0 0 0,0 1 0 0 0,0 1 1 0 0,0-1-1 0 0,1 0 0 0 0,1 1 0 0 0,-3 11 0 0 0,1 3 0 0 0,1 0 0 0 0,0 0 0 0 0,2 0 0 0 0,2 33 0 0 0,3-18 1 0 0,1-1 1 0 0,2 1-1 0 0,22 66 0 0 0,-29-103 10 0 0,-2-13-45 0 0,-3-10-113 0 0,1-1 0 0 0,1 0 0 0 0,0 1 1 0 0,2-34-1 0 0,3 14-27 0 0,11-61 1 0 0,-9 82-15 0 0,1 0-1 0 0,0 0 1 0 0,2 1-1 0 0,0 0 1 0 0,2 0-1 0 0,19-33 1 0 0,-23 45 0 0 0,1 0 0 0 0,0 0 1 0 0,1 0-1 0 0,-1 1 0 0 0,2 0 0 0 0,-1 0 1 0 0,11-7-1 0 0,-12 10 2 0 0,0 1 0 0 0,0 0 0 0 0,0 0 0 0 0,0 0 1 0 0,1 1-1 0 0,-1 0 0 0 0,1 0 0 0 0,-1 0 0 0 0,1 1 0 0 0,0 0 0 0 0,11 0 0 0 0,-15 1 2 0 0,0 0 0 0 0,1 1 0 0 0,-1-1-1 0 0,0 1 1 0 0,0-1 0 0 0,0 1-1 0 0,0 0 1 0 0,0 0 0 0 0,0 0 0 0 0,-1 0-1 0 0,1 1 1 0 0,0-1 0 0 0,0 1-1 0 0,-1 0 1 0 0,1 0 0 0 0,-1 0 0 0 0,4 4-1 0 0,-2-2 1 0 0,-1 1-1 0 0,0-1 0 0 0,0 1 0 0 0,0 0 0 0 0,-1 0 1 0 0,0 0-1 0 0,0 0 0 0 0,0 1 0 0 0,2 7 1 0 0,-2 1 0 0 0,0 1 0 0 0,0-1 0 0 0,-2 1 0 0 0,1-1 0 0 0,-2 1 0 0 0,0-1 0 0 0,-3 15 0 0 0,1-15 9 0 0,-1-1 0 0 0,0 1-1 0 0,-1-1 1 0 0,0 0-1 0 0,-1-1 1 0 0,-12 21-1 0 0,16-29-4 0 0,-1 0 0 0 0,0-1-1 0 0,1 1 1 0 0,-1 0 0 0 0,-1-1 0 0 0,1 0-1 0 0,0 0 1 0 0,-1 0 0 0 0,0 0 0 0 0,1 0-1 0 0,-1-1 1 0 0,0 1 0 0 0,0-1 0 0 0,-1 0-1 0 0,1 0 1 0 0,0-1 0 0 0,-1 1 0 0 0,1-1-1 0 0,-1 0 1 0 0,1 0 0 0 0,-1-1 0 0 0,0 1-1 0 0,-6-1 1 0 0,9-1-5 0 0,1 1-1 0 0,-1-1 1 0 0,1 0-1 0 0,-1 1 1 0 0,1-1-1 0 0,0 0 1 0 0,0 0-1 0 0,-1 0 1 0 0,1 0-1 0 0,0 0 1 0 0,0-1-1 0 0,0 1 1 0 0,0 0-1 0 0,0 0 1 0 0,0-1-1 0 0,0 1 1 0 0,1 0-1 0 0,-1-1 1 0 0,0 1-1 0 0,1-1 1 0 0,-1 1 0 0 0,1-1-1 0 0,-1 0 1 0 0,1 1-1 0 0,0-1 1 0 0,0 1-1 0 0,0-1 1 0 0,0 1-1 0 0,0-4 1 0 0,0 1-9 0 0,0 0 0 0 0,0 0 0 0 0,0 0 0 0 0,0 0 0 0 0,1 0 0 0 0,-1 0 0 0 0,1 0 0 0 0,0 1-1 0 0,1-1 1 0 0,-1 0 0 0 0,3-4 0 0 0,-2 5 4 0 0,1 0 0 0 0,0 0 0 0 0,0 0 0 0 0,0 1 0 0 0,0 0 0 0 0,0-1 0 0 0,0 1 0 0 0,1 0 0 0 0,-1 1 0 0 0,1-1 0 0 0,-1 0 0 0 0,1 1 0 0 0,0 0 0 0 0,0 0 0 0 0,3-1 0 0 0,11 0-1 0 0,-1 0-1 0 0,22 0 1 0 0,12-1 9 0 0,-39 1 8 0 0,0 0 0 0 0,0 0 0 0 0,0-2-1 0 0,13-4 1 0 0,-21 6-6 0 0,-1 0 0 0 0,1 0 0 0 0,-1 0 0 0 0,1 0 0 0 0,-1-1 0 0 0,0 1 0 0 0,0-1 0 0 0,0 0 0 0 0,0 0 0 0 0,-1 0 0 0 0,1 0 0 0 0,-1-1 0 0 0,0 1 0 0 0,0-1 0 0 0,0 1 0 0 0,3-7 0 0 0,2-13 23 0 0,8-41 0 0 0,2-5-14 0 0,-13 57-13 0 0,8-25-17 0 0,-11 35 13 0 0,0 0-1 0 0,0 0 1 0 0,0 0-1 0 0,0 0 0 0 0,0 1 1 0 0,0-1-1 0 0,0 0 1 0 0,1 1-1 0 0,-1-1 0 0 0,1 1 1 0 0,-1 0-1 0 0,1-1 1 0 0,-1 1-1 0 0,4-2 0 0 0,-4 3 4 0 0,0 0 0 0 0,-1 0-1 0 0,1 0 1 0 0,-1 0-1 0 0,1 0 1 0 0,0 0-1 0 0,-1 0 1 0 0,1 1-1 0 0,0-1 1 0 0,-1 0-1 0 0,1 0 1 0 0,-1 1 0 0 0,1-1-1 0 0,-1 0 1 0 0,1 1-1 0 0,-1-1 1 0 0,1 0-1 0 0,-1 1 1 0 0,1-1-1 0 0,-1 1 1 0 0,1-1-1 0 0,-1 1 1 0 0,0-1 0 0 0,1 1-1 0 0,-1-1 1 0 0,0 1-1 0 0,1-1 1 0 0,-1 1-1 0 0,0-1 1 0 0,0 1-1 0 0,1 0 1 0 0,8 22-21 0 0,-9-21 20 0 0,7 23 7 0 0,4 27-1 0 0,-7-29 6 0 0,13 39-1 0 0,-14-54-7 0 0,0 1-1 0 0,1-1 1 0 0,0 0-1 0 0,1 0 1 0 0,0 0-1 0 0,0 0 1 0 0,0-1-1 0 0,1 0 1 0 0,0 0-1 0 0,0-1 1 0 0,12 10-1 0 0,-11-12 6 0 0,0 1 0 0 0,0-1 0 0 0,1 0 1 0 0,-1-1-1 0 0,1 0 0 0 0,0 0 0 0 0,0-1 0 0 0,0 0 0 0 0,0 0 0 0 0,0-1 1 0 0,1 0-1 0 0,14 0 0 0 0,-14-1-1 0 0,0 0 0 0 0,0-1 0 0 0,0 0 0 0 0,0 0 0 0 0,0-1 0 0 0,0 0 0 0 0,-1-1 0 0 0,1 0 0 0 0,-1 0 0 0 0,0-1 0 0 0,0 0 0 0 0,0 0 0 0 0,0-1 0 0 0,-1 0 0 0 0,0 0 0 0 0,0-1 0 0 0,0 0 0 0 0,0 0 0 0 0,-1 0 0 0 0,0-1 0 0 0,7-11 0 0 0,-10 12-2 0 0,0-1 0 0 0,0 0 0 0 0,-1 0-1 0 0,1 0 1 0 0,-2 0 0 0 0,1 0-1 0 0,-1 0 1 0 0,0 0 0 0 0,0-1 0 0 0,-1 1-1 0 0,0 0 1 0 0,0-1 0 0 0,-1 1-1 0 0,0 0 1 0 0,-2-9 0 0 0,0 6 1 0 0,0 0 0 0 0,0-1 0 0 0,-1 2 0 0 0,0-1-1 0 0,0 0 1 0 0,-1 1 0 0 0,-1 0 0 0 0,1 0 0 0 0,-14-15 0 0 0,18 22-6 0 0,-1 0 0 0 0,0 0 1 0 0,0 0-1 0 0,0 0 0 0 0,0 1 0 0 0,0-1 0 0 0,-1 0 1 0 0,1 1-1 0 0,0 0 0 0 0,-1-1 0 0 0,1 1 0 0 0,-1 0 0 0 0,1 0 1 0 0,-1 1-1 0 0,0-1 0 0 0,1 0 0 0 0,-1 1 0 0 0,0 0 0 0 0,1-1 1 0 0,-1 1-1 0 0,0 0 0 0 0,-5 1 0 0 0,5 0 0 0 0,0 0-1 0 0,0 1 0 0 0,0-1 1 0 0,0 1-1 0 0,0 0 1 0 0,0 0-1 0 0,0 0 1 0 0,1 0-1 0 0,-1 0 1 0 0,0 0-1 0 0,1 1 0 0 0,0-1 1 0 0,0 1-1 0 0,0 0 1 0 0,0 0-1 0 0,0 0 1 0 0,-2 4-1 0 0,-2 5-1 0 0,0 1 0 0 0,1-1 0 0 0,1 1 0 0 0,0 0 0 0 0,0 0-1 0 0,1 0 1 0 0,1 0 0 0 0,0 0 0 0 0,1 1 0 0 0,1-1 0 0 0,0 1 0 0 0,2 16 0 0 0,-1-23 2 0 0,1 1 1 0 0,-1-1 0 0 0,1 0-1 0 0,1 0 1 0 0,-1 0-1 0 0,1-1 1 0 0,0 1 0 0 0,1-1-1 0 0,-1 1 1 0 0,1-1-1 0 0,1 0 1 0 0,-1 0 0 0 0,1-1-1 0 0,0 1 1 0 0,0-1 0 0 0,1 0-1 0 0,-1-1 1 0 0,1 1-1 0 0,0-1 1 0 0,1 0 0 0 0,-1-1-1 0 0,0 1 1 0 0,14 3-1 0 0,-4-2 9 0 0,0-1-1 0 0,0-1 0 0 0,1 0 1 0 0,0-1-1 0 0,-1-1 0 0 0,1-1 0 0 0,0 0 1 0 0,0-1-1 0 0,19-4 0 0 0,-1-2 6 0 0,0-1 0 0 0,0-1 0 0 0,41-18 0 0 0,-51 17-3 0 0,0-1 1 0 0,-1-2-1 0 0,0 0 0 0 0,-1-1 1 0 0,0-1-1 0 0,25-23 0 0 0,-46 36-3 0 0,0 0 0 0 0,0 0-1 0 0,0 0 1 0 0,0-1-1 0 0,0 1 1 0 0,-1-1 0 0 0,1 1-1 0 0,-1-1 1 0 0,0 0-1 0 0,1 1 1 0 0,-1-1 0 0 0,0 0-1 0 0,-1 0 1 0 0,1 0-1 0 0,0 0 1 0 0,-1 0 0 0 0,0-3-1 0 0,0 1 3 0 0,0 1-1 0 0,-1-1 1 0 0,0 0-1 0 0,0 1 1 0 0,0-1-1 0 0,-1 1 1 0 0,1-1 0 0 0,-1 1-1 0 0,0 0 1 0 0,-3-4-1 0 0,-2-4-2 0 0,-1 1-1 0 0,-1 0 1 0 0,1 1 0 0 0,-2 0-1 0 0,1 1 1 0 0,-19-14-1 0 0,25 21-7 0 0,0 0 0 0 0,1 1 0 0 0,-1-1-1 0 0,0 1 1 0 0,0-1 0 0 0,0 1 0 0 0,0 0-1 0 0,0 1 1 0 0,0-1 0 0 0,-1 0-1 0 0,1 1 1 0 0,0 0 0 0 0,0 0 0 0 0,0 0-1 0 0,0 0 1 0 0,-1 0 0 0 0,1 0-1 0 0,0 1 1 0 0,0 0 0 0 0,0-1 0 0 0,0 1-1 0 0,0 1 1 0 0,0-1 0 0 0,0 0-1 0 0,0 1 1 0 0,0-1 0 0 0,-4 4-1 0 0,-7 5-4 0 0,1 1-1 0 0,1 0 1 0 0,0 0-1 0 0,-12 16 1 0 0,16-18 6 0 0,-7 7 4 0 0,0 2 0 0 0,2 0 0 0 0,-17 29-1 0 0,26-41 0 0 0,0 0-1 0 0,1 1 0 0 0,0-1 0 0 0,1 1 0 0 0,0 0 0 0 0,0 0 0 0 0,0 0 0 0 0,1 0 0 0 0,0 0 0 0 0,0 0 0 0 0,0 1 0 0 0,1-1 0 0 0,1 0 0 0 0,1 14 0 0 0,-2-20 2 0 0,1 1 0 0 0,-1 0 0 0 0,1 0 0 0 0,0 0 0 0 0,0 0 0 0 0,0-1-1 0 0,0 1 1 0 0,0 0 0 0 0,0-1 0 0 0,0 1 0 0 0,0-1 0 0 0,0 1 0 0 0,1-1-1 0 0,-1 1 1 0 0,1-1 0 0 0,-1 0 0 0 0,1 0 0 0 0,0 0 0 0 0,1 1-1 0 0,0-1 4 0 0,0 1 0 0 0,1-2 0 0 0,-1 1 0 0 0,0 0 0 0 0,0-1 0 0 0,1 1 0 0 0,-1-1 0 0 0,0 0 0 0 0,0 0 0 0 0,6-1 0 0 0,1-1 6 0 0,-1 0 0 0 0,1 0 0 0 0,0-1 0 0 0,-1-1 0 0 0,0 1 0 0 0,14-9 0 0 0,-8 3-4 0 0,0-1 1 0 0,0-1 0 0 0,-1 0 0 0 0,0-1 0 0 0,-1-1 0 0 0,21-25 0 0 0,-26 27 0 0 0,-1 1 0 0 0,1-1 0 0 0,-2-1 0 0 0,0 1 0 0 0,0-1 0 0 0,-1-1 0 0 0,0 1 0 0 0,-1-1 0 0 0,-1 1 1 0 0,3-17-1 0 0,-6 26 34 0 0,0 4-18 0 0,-3 11-14 0 0,-2 22-16 0 0,5-26 9 0 0,1 0 0 0 0,0-1 0 0 0,0 1 0 0 0,0 0-1 0 0,1 0 1 0 0,0-1 0 0 0,1 1 0 0 0,0-1 0 0 0,0 0-1 0 0,0 0 1 0 0,1 0 0 0 0,0 0 0 0 0,1 0 0 0 0,-1-1 0 0 0,1 0-1 0 0,1 0 1 0 0,-1 0 0 0 0,1-1 0 0 0,0 1 0 0 0,10 6 0 0 0,-7-6 4 0 0,0-1 1 0 0,1 0 0 0 0,-1 0 0 0 0,1-1-1 0 0,0 0 1 0 0,1-1 0 0 0,-1 0 0 0 0,0 0 0 0 0,1-1-1 0 0,0-1 1 0 0,-1 0 0 0 0,1 0 0 0 0,0-1-1 0 0,18-2 1 0 0,-16 0 5 0 0,0-1 0 0 0,0 0 0 0 0,0-1 0 0 0,0-1 0 0 0,-1 0 0 0 0,1 0 0 0 0,-1-1 0 0 0,0-1 0 0 0,-1 0 0 0 0,0-1 0 0 0,12-9 0 0 0,-18 13-7 0 0,0-1-1 0 0,0 1 1 0 0,-1-1-1 0 0,0 0 1 0 0,0 0 0 0 0,0-1-1 0 0,0 1 1 0 0,-1-1 0 0 0,0 0-1 0 0,0 0 1 0 0,0 0-1 0 0,-1 0 1 0 0,0 0 0 0 0,0 0-1 0 0,-1-1 1 0 0,0 1-1 0 0,0-1 1 0 0,0 1 0 0 0,-1-1-1 0 0,0 1 1 0 0,0-1-1 0 0,0 1 1 0 0,-1-1 0 0 0,-3-12-1 0 0,3 16-4 0 0,0 0 0 0 0,0 1 0 0 0,0-1-1 0 0,0 0 1 0 0,0 0 0 0 0,-1 0 0 0 0,1 1-1 0 0,-1-1 1 0 0,0 1 0 0 0,0-1-1 0 0,0 1 1 0 0,0 0 0 0 0,0 0 0 0 0,-1 0-1 0 0,1 0 1 0 0,0 0 0 0 0,-1 0 0 0 0,0 0-1 0 0,-4-1 1 0 0,2 1-2 0 0,0 1-1 0 0,0 0 1 0 0,0 0 0 0 0,0 0-1 0 0,0 1 1 0 0,0-1 0 0 0,0 1-1 0 0,0 1 1 0 0,0-1 0 0 0,0 1-1 0 0,-5 1 1 0 0,-6 2-1 0 0,1 1-1 0 0,0 0 1 0 0,0 1 0 0 0,1 0 0 0 0,0 2-1 0 0,-24 15 1 0 0,22-11-3 0 0,-1 1 0 0 0,2 0 0 0 0,0 1 1 0 0,-17 19-1 0 0,29-29 4 0 0,-1 0 0 0 0,1 0 0 0 0,0 0 0 0 0,0 1 0 0 0,1-1 0 0 0,-1 1 0 0 0,1-1 0 0 0,0 1 0 0 0,0 0 0 0 0,1 0 0 0 0,0 0 0 0 0,-1 0 0 0 0,2 0 0 0 0,-1 0 0 0 0,0 0 0 0 0,1 0 0 0 0,0 1 0 0 0,0-1 0 0 0,1 0 0 0 0,-1 0 0 0 0,1 0 0 0 0,2 7 0 0 0,-1-8 5 0 0,1 0-1 0 0,-1 0 1 0 0,1 0 0 0 0,0 0-1 0 0,-1-1 1 0 0,2 1-1 0 0,-1-1 1 0 0,0 0-1 0 0,1 0 1 0 0,-1 0 0 0 0,1 0-1 0 0,0-1 1 0 0,0 1-1 0 0,0-1 1 0 0,0 0-1 0 0,1 0 1 0 0,-1-1 0 0 0,0 1-1 0 0,1-1 1 0 0,-1 0-1 0 0,1 0 1 0 0,8 0-1 0 0,1 1 10 0 0,0-1-1 0 0,0-1 0 0 0,0 0 0 0 0,0-1 1 0 0,0-1-1 0 0,18-3 0 0 0,-19 1-4 0 0,-1 1-1 0 0,1-1 1 0 0,-1-1-1 0 0,0 0 1 0 0,0-1 0 0 0,0 0-1 0 0,-1-1 1 0 0,0-1-1 0 0,15-12 1 0 0,-19 14 1 0 0,-1-1 1 0 0,1 0 0 0 0,-2 0 0 0 0,1 0 0 0 0,-1-1 0 0 0,0 0-1 0 0,0 0 1 0 0,-1-1 0 0 0,0 1 0 0 0,-1-1 0 0 0,0 0 0 0 0,0 0-1 0 0,-1 0 1 0 0,2-11 0 0 0,-1-18 12 0 0,-2 0 1 0 0,-1-1-1 0 0,-7-50 0 0 0,-1-39-4 0 0,8 10-45 0 0,0 117 4 0 0,0 15-73 0 0,-1 58 47 0 0,0-11 170 0 0,11 110-1 0 0,-1-113 162 0 0,22 79 0 0 0,-26-120-185 0 0,1 0 0 0 0,0 0 0 0 0,2-1-1 0 0,-1 0 1 0 0,2-1 0 0 0,0 1 0 0 0,1-2 0 0 0,1 1 0 0 0,13 14 0 0 0,-19-25-49 0 0,1 1 0 0 0,-1-1 0 0 0,1 0 1 0 0,0-1-1 0 0,0 1 0 0 0,0-1 0 0 0,1 0 0 0 0,-1 0 1 0 0,1-1-1 0 0,-1 0 0 0 0,1 0 0 0 0,0-1 0 0 0,0 0 1 0 0,-1 0-1 0 0,1 0 0 0 0,0-1 0 0 0,0 0 0 0 0,0-1 1 0 0,0 1-1 0 0,0-1 0 0 0,8-2 0 0 0,-2 0-207 0 0,-1-1-1 0 0,0 0 1 0 0,0 0 0 0 0,17-10-1 0 0,-17 7-1042 0 0,0 0-1 0 0,-1 0 1 0 0,20-18-1 0 0,-20 14-2456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7:22.746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21 19 1728 0 0,'-21'-12'16211'0'0,"23"11"-16088"0"0,-1 1 0 0 0,1-1 0 0 0,-1 1 0 0 0,0 0-1 0 0,1 0 1 0 0,-1 0 0 0 0,1 0 0 0 0,-1 0 0 0 0,1 0 0 0 0,-1 0-1 0 0,1 0 1 0 0,1 1 0 0 0,23 5 455 0 0,24 5 286 0 0,76 8 0 0 0,251-10 37 0 0,-312-9-791 0 0,248 20 201 0 0,-185-9-239 0 0,-38-8-17 0 0,0-5 0 0 0,120-17 1 0 0,31-1 19 0 0,-57 23-39 0 0,-113 0 11 0 0,118-9-1 0 0,71-11 77 0 0,3-1 295 0 0,-245 16-328 0 0,36-4 162 0 0,-49 6-235 0 0,-1 0 1 0 0,1 0-1 0 0,-1 0 0 0 0,1 1 0 0 0,-1 0 0 0 0,1-1 1 0 0,-1 2-1 0 0,8 2 0 0 0,-11-4 15 0 0,12 0-2695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7:25.15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17 2369 0 0,'5'0'7661'0'0,"131"0"-3628"0"0,351-3-1199 0 0,-83 8-1717 0 0,-104 1-743 0 0,771-2 1250 0 0,-529-16-857 0 0,-531 12-766 0 0,380-10 792 0 0,-379 9-769 0 0,23-2 101 0 0,0 1 0 0 0,0 2 0 0 0,44 5 0 0 0,-64-1 194 0 0,1 0-3654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7:27.34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7 65 5305 0 0,'-4'-14'10117'0'0,"3"13"-9918"0"0,1-1 1 0 0,0 1-1 0 0,-1-1 1 0 0,1 1-1 0 0,0-1 0 0 0,0 0 1 0 0,-1 1-1 0 0,2-1 1 0 0,-1 0-1 0 0,0 1 0 0 0,0-1 1 0 0,1-1-1 0 0,-1 2-181 0 0,0 1-1 0 0,0-1 0 0 0,0 0 1 0 0,0 1-1 0 0,0-1 0 0 0,0 1 1 0 0,1-1-1 0 0,-1 0 0 0 0,0 1 1 0 0,0-1-1 0 0,1 1 0 0 0,-1-1 1 0 0,1 1-1 0 0,-1-1 0 0 0,0 1 1 0 0,1-1-1 0 0,-1 1 0 0 0,1-1 1 0 0,-1 1-1 0 0,1 0 0 0 0,-1-1 1 0 0,1 1-1 0 0,-1 0 1 0 0,1-1-1 0 0,-1 1 0 0 0,1 0 1 0 0,0 0-1 0 0,-1 0 0 0 0,1-1 1 0 0,-1 1-1 0 0,1 0 0 0 0,0 0 1 0 0,113 5 1275 0 0,188-17 0 0 0,-180 4-1020 0 0,293 13 343 0 0,-301 4-527 0 0,129 5 291 0 0,111-14 162 0 0,-228-5-18 0 0,-112 5-468 0 0,-7 0-36 0 0,0 0 0 0 0,-1 0 1 0 0,1 1-1 0 0,0 0 0 0 0,9 2 0 0 0,4 1 28 0 0,0-1 0 0 0,1-1 0 0 0,39-1-1 0 0,-52-1-39 0 0,-3 1 335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7:43.654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7 92 4849 0 0,'-3'-3'7010'0'0,"3"2"-6887"0"0,-1 1 1 0 0,1-1 0 0 0,-1 0 0 0 0,1 1-1 0 0,0-1 1 0 0,-1 0 0 0 0,1 0 0 0 0,0 1-1 0 0,0-1 1 0 0,0 0 0 0 0,-1 0 0 0 0,1 0-1 0 0,0 1 1 0 0,0-1 0 0 0,0 0 0 0 0,0 0 0 0 0,0 0-1 0 0,1 1 1 0 0,-1-1 0 0 0,0 0 0 0 0,0 0-1 0 0,0 0 1 0 0,1 1 0 0 0,-1-1 0 0 0,0 0-1 0 0,1 1 1 0 0,-1-1 0 0 0,1 0 0 0 0,-1 0-1 0 0,1 1 1 0 0,-1-1 0 0 0,1 1 0 0 0,-1-1 0 0 0,1 1-1 0 0,-1-1 1 0 0,1 1 0 0 0,1-1 0 0 0,0-1-122 0 0,1 1 0 0 0,-1 0 0 0 0,1 1 0 0 0,-1-1 1 0 0,1 0-1 0 0,-1 1 0 0 0,1-1 0 0 0,0 1 0 0 0,3 0 1 0 0,188 9 1590 0 0,-135-4-1022 0 0,86-2-1 0 0,60-15 54 0 0,48-1-188 0 0,44-4-59 0 0,-185 7-153 0 0,173 6 0 0 0,-191 6 324 0 0,128-15 0 0 0,-166 9-195 0 0,-27 4-200 0 0,-28 0-104 0 0,9 0 148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7:47.086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27 82 240 0 0,'-26'-24'12441'0'0,"47"22"-11702"0"0,-16 2-601 0 0,0-1-1 0 0,0 1 0 0 0,0 0 1 0 0,0 0-1 0 0,7 1 0 0 0,30 5 948 0 0,71 0 0 0 0,-34-2-527 0 0,309 3 601 0 0,-146-6-459 0 0,166-9 127 0 0,-80-1-586 0 0,93-20-31 0 0,-335 20-171 0 0,126 4 771 0 0,-223-8-1241 0 0,-3 6-620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7:54.508"/>
    </inkml:context>
    <inkml:brush xml:id="br0">
      <inkml:brushProperty name="width" value="0.2" units="cm"/>
      <inkml:brushProperty name="height" value="0.4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11 110 4185 0 0,'-9'-14'10047'0'0,"8"11"-9697"0"0,1 1-118 0 0,0 0 0 0 0,0 0 1 0 0,0 0-1 0 0,0 0 1 0 0,0 0-1 0 0,1 0 1 0 0,-1 1-1 0 0,0-1 1 0 0,1 0-1 0 0,0 0 0 0 0,0-2 1 0 0,17-23 105 0 0,-16 26-297 0 0,0 0-1 0 0,-1 0 1 0 0,1 0 0 0 0,0 0-1 0 0,0 0 1 0 0,0 0 0 0 0,-1 1-1 0 0,1-1 1 0 0,0 1 0 0 0,0 0-1 0 0,0-1 1 0 0,0 1 0 0 0,0 0-1 0 0,0 0 1 0 0,0 0 0 0 0,0 0-1 0 0,3 1 1 0 0,1-1 83 0 0,366-10 1910 0 0,272 0-63 0 0,-613 10-1893 0 0,505-13 432 0 0,-335 20-150 0 0,-200-7-305 0 0,33 0 193 0 0,-29-1-292 0 0,3 1-641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05T13:18:21.301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45 7810 0 0,'0'-10'6157'0'0,"6"0"-4193"0"0,-4 9-1833 0 0,0-1 0 0 0,0 1 1 0 0,0 0-1 0 0,1-1 0 0 0,-1 1 0 0 0,0 0 0 0 0,1 0 0 0 0,-1 1 0 0 0,5-2 0 0 0,32-7 59 0 0,-33 8-75 0 0,1 0 1 0 0,0 0-1 0 0,-1 1 1 0 0,1-1-1 0 0,0 2 0 0 0,0-1 1 0 0,10 3-1 0 0,7 0 178 0 0,102 6 931 0 0,89 3-374 0 0,474-20 353 0 0,-542 13-2928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5D879F-EE33-4322-AE32-8FC3C048C3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6A23AE2-BAD9-4A2E-B176-333C91C99C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477053-69D0-48BA-A5E3-08B51C202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02FEF-7E20-425A-A225-EB1DF6D7D215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DDE9D44-D8F0-4EB1-A6F3-EEF30871A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F22072-137E-47D1-81DF-5F3854401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E459C-3040-4D0D-86C7-A33B05A474A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989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094C43-B6EA-4D39-84DA-A05684B3A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3CB174C-22CC-4E65-BDB7-EA930F5D7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D0DC5FE-698A-4E59-BE8E-7199FD4EF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02FEF-7E20-425A-A225-EB1DF6D7D215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DCA4EC2-DF7F-4E50-A427-723FF6A18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B9721B0-B555-40F3-B6E7-2FF16C927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E459C-3040-4D0D-86C7-A33B05A474A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662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08105F-68C4-4DCC-AF45-E767EE1CF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44AD765-C8D7-4971-961E-C1A894BDB9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2A42FEB-A33D-4353-A03D-FF0109125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02FEF-7E20-425A-A225-EB1DF6D7D215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6386760-B6D6-414F-8203-5B918BE58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26A5EBB-CA26-4179-AFE1-2D9A9B442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E459C-3040-4D0D-86C7-A33B05A474A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487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F945A7-0D73-4A75-9B9A-9B941D528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A74988D-6889-424D-8F11-152EA0960A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32A5091-ECDF-4A34-93AA-F1808E803D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278BA56-E0D4-4D8F-A356-00A599601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02FEF-7E20-425A-A225-EB1DF6D7D215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60B361-768E-49BF-A9A8-19D685AA6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E52620C-B815-498A-BEF9-89CC53078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E459C-3040-4D0D-86C7-A33B05A474A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63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2AE591-DD65-4D21-83A3-2DB0F3822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0B4D160-A0C7-4600-A67C-4D6A6295E5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294294D-54CA-4334-A492-325C749AD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E29DF36-6A81-4560-B9DA-0730B9FA7C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A72B1E0-B397-4B84-BCD4-935EDB12C4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B638826-3A0C-48CC-ABBF-51CF6924D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02FEF-7E20-425A-A225-EB1DF6D7D215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A4AE444-6D8B-48FB-B273-49DB2D8AA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5A639DF-39A0-477D-B0F6-1C66045F9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E459C-3040-4D0D-86C7-A33B05A474A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599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D55AD3-06DB-4B5E-A375-DB6CC5D13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B88EFD8-C225-4280-BD47-71271AA66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02FEF-7E20-425A-A225-EB1DF6D7D215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5F21893-6711-4B54-AAD7-0E9C45574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BC92CAD-2747-4738-B580-923EC4764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E459C-3040-4D0D-86C7-A33B05A474A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557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95D186D-A1CD-4CDE-8CAD-07232D5F4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02FEF-7E20-425A-A225-EB1DF6D7D215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8D5BD6D-9674-4CD2-937F-7591D7DB2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B8F9C0D-28FB-418D-AE83-9A0486166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E459C-3040-4D0D-86C7-A33B05A474A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968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045A07-F61B-4BC1-B85F-E292516D2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157A645-1B95-4653-81EC-643F30783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B4660C-7D6E-4776-9B53-B5117A4878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935902A-C743-4AF0-9934-6695BAD3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02FEF-7E20-425A-A225-EB1DF6D7D215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7D86A2C-85C2-47E3-8E5D-286A35718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900A85B-757A-4964-BEDE-E7ADA5969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E459C-3040-4D0D-86C7-A33B05A474A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433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A79D37-3973-4EE5-80BC-BFB97B8A6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DB3E0EE-D9D2-4E6D-97DA-6B3C9012C9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9C41FD5-C679-4D32-BEF3-E404686D66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C7D859C-2F60-4DBF-B4A8-626F877D7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02FEF-7E20-425A-A225-EB1DF6D7D215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11DD0E9-ED60-46B5-9E01-5467E218D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1D13261-A606-4028-B6C2-7684C270A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E459C-3040-4D0D-86C7-A33B05A474A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306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B86A60-D2F0-4D22-8201-E567DFC83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002FD57-19B4-4A03-81AD-0BFEA4D101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F4CA262-19E3-4830-8316-E933A1974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02FEF-7E20-425A-A225-EB1DF6D7D215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041413D-B136-464D-852B-7E7BCB6BE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B2113F2-7B8C-4999-8D24-E31D56D2A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E459C-3040-4D0D-86C7-A33B05A474A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558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DE3CFC0-7F79-49CA-A6E4-4D00E6A918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6D52A74-D50F-4D65-BE9F-EE885D24DF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322F089-B355-46BB-93DA-06E0D750E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02FEF-7E20-425A-A225-EB1DF6D7D215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5E13B70-79A7-4087-8751-D47450FFF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7C1887E-2A07-4DB5-B5E9-5FBF547B5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E459C-3040-4D0D-86C7-A33B05A474A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482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A8428D8-8FA1-4A87-ACFE-E60D9CD9F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D3618E4-520D-45AC-A5F2-AD24C3012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621F29-9AE0-41EC-AF60-C8ED925D80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F02FEF-7E20-425A-A225-EB1DF6D7D215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ECE3514-E29B-4C0D-9E65-90B70B784F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F72EA78-6BB6-42EA-A4DC-28F2223976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E459C-3040-4D0D-86C7-A33B05A474A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780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customXml" Target="../ink/ink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customXml" Target="../ink/ink3.xml"/><Relationship Id="rId7" Type="http://schemas.openxmlformats.org/officeDocument/2006/relationships/customXml" Target="../ink/ink5.xml"/><Relationship Id="rId12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customXml" Target="../ink/ink7.xml"/><Relationship Id="rId5" Type="http://schemas.openxmlformats.org/officeDocument/2006/relationships/customXml" Target="../ink/ink4.xml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customXml" Target="../ink/ink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0.png"/><Relationship Id="rId21" Type="http://schemas.openxmlformats.org/officeDocument/2006/relationships/image" Target="../media/image22.png"/><Relationship Id="rId42" Type="http://schemas.openxmlformats.org/officeDocument/2006/relationships/customXml" Target="../ink/ink28.xml"/><Relationship Id="rId63" Type="http://schemas.openxmlformats.org/officeDocument/2006/relationships/image" Target="../media/image43.png"/><Relationship Id="rId84" Type="http://schemas.openxmlformats.org/officeDocument/2006/relationships/customXml" Target="../ink/ink49.xml"/><Relationship Id="rId138" Type="http://schemas.openxmlformats.org/officeDocument/2006/relationships/customXml" Target="../ink/ink76.xml"/><Relationship Id="rId159" Type="http://schemas.openxmlformats.org/officeDocument/2006/relationships/image" Target="../media/image91.png"/><Relationship Id="rId170" Type="http://schemas.openxmlformats.org/officeDocument/2006/relationships/customXml" Target="../ink/ink92.xml"/><Relationship Id="rId191" Type="http://schemas.openxmlformats.org/officeDocument/2006/relationships/image" Target="../media/image107.png"/><Relationship Id="rId205" Type="http://schemas.openxmlformats.org/officeDocument/2006/relationships/image" Target="../media/image114.png"/><Relationship Id="rId107" Type="http://schemas.openxmlformats.org/officeDocument/2006/relationships/image" Target="../media/image65.png"/><Relationship Id="rId11" Type="http://schemas.openxmlformats.org/officeDocument/2006/relationships/image" Target="../media/image17.png"/><Relationship Id="rId32" Type="http://schemas.openxmlformats.org/officeDocument/2006/relationships/customXml" Target="../ink/ink23.xml"/><Relationship Id="rId53" Type="http://schemas.openxmlformats.org/officeDocument/2006/relationships/image" Target="../media/image38.png"/><Relationship Id="rId74" Type="http://schemas.openxmlformats.org/officeDocument/2006/relationships/customXml" Target="../ink/ink44.xml"/><Relationship Id="rId128" Type="http://schemas.openxmlformats.org/officeDocument/2006/relationships/customXml" Target="../ink/ink71.xml"/><Relationship Id="rId149" Type="http://schemas.openxmlformats.org/officeDocument/2006/relationships/image" Target="../media/image86.png"/><Relationship Id="rId5" Type="http://schemas.openxmlformats.org/officeDocument/2006/relationships/image" Target="../media/image14.png"/><Relationship Id="rId95" Type="http://schemas.openxmlformats.org/officeDocument/2006/relationships/image" Target="../media/image59.png"/><Relationship Id="rId160" Type="http://schemas.openxmlformats.org/officeDocument/2006/relationships/customXml" Target="../ink/ink87.xml"/><Relationship Id="rId181" Type="http://schemas.openxmlformats.org/officeDocument/2006/relationships/image" Target="../media/image102.png"/><Relationship Id="rId22" Type="http://schemas.openxmlformats.org/officeDocument/2006/relationships/customXml" Target="../ink/ink18.xml"/><Relationship Id="rId43" Type="http://schemas.openxmlformats.org/officeDocument/2006/relationships/image" Target="../media/image33.png"/><Relationship Id="rId64" Type="http://schemas.openxmlformats.org/officeDocument/2006/relationships/customXml" Target="../ink/ink39.xml"/><Relationship Id="rId118" Type="http://schemas.openxmlformats.org/officeDocument/2006/relationships/customXml" Target="../ink/ink66.xml"/><Relationship Id="rId139" Type="http://schemas.openxmlformats.org/officeDocument/2006/relationships/image" Target="../media/image81.png"/><Relationship Id="rId85" Type="http://schemas.openxmlformats.org/officeDocument/2006/relationships/image" Target="../media/image54.png"/><Relationship Id="rId150" Type="http://schemas.openxmlformats.org/officeDocument/2006/relationships/customXml" Target="../ink/ink82.xml"/><Relationship Id="rId171" Type="http://schemas.openxmlformats.org/officeDocument/2006/relationships/image" Target="../media/image97.png"/><Relationship Id="rId192" Type="http://schemas.openxmlformats.org/officeDocument/2006/relationships/customXml" Target="../ink/ink103.xml"/><Relationship Id="rId206" Type="http://schemas.openxmlformats.org/officeDocument/2006/relationships/customXml" Target="../ink/ink110.xml"/><Relationship Id="rId12" Type="http://schemas.openxmlformats.org/officeDocument/2006/relationships/customXml" Target="../ink/ink13.xml"/><Relationship Id="rId33" Type="http://schemas.openxmlformats.org/officeDocument/2006/relationships/image" Target="../media/image28.png"/><Relationship Id="rId108" Type="http://schemas.openxmlformats.org/officeDocument/2006/relationships/customXml" Target="../ink/ink61.xml"/><Relationship Id="rId129" Type="http://schemas.openxmlformats.org/officeDocument/2006/relationships/image" Target="../media/image76.png"/><Relationship Id="rId54" Type="http://schemas.openxmlformats.org/officeDocument/2006/relationships/customXml" Target="../ink/ink34.xml"/><Relationship Id="rId75" Type="http://schemas.openxmlformats.org/officeDocument/2006/relationships/image" Target="../media/image49.png"/><Relationship Id="rId96" Type="http://schemas.openxmlformats.org/officeDocument/2006/relationships/customXml" Target="../ink/ink55.xml"/><Relationship Id="rId140" Type="http://schemas.openxmlformats.org/officeDocument/2006/relationships/customXml" Target="../ink/ink77.xml"/><Relationship Id="rId161" Type="http://schemas.openxmlformats.org/officeDocument/2006/relationships/image" Target="../media/image92.png"/><Relationship Id="rId182" Type="http://schemas.openxmlformats.org/officeDocument/2006/relationships/customXml" Target="../ink/ink98.xml"/><Relationship Id="rId6" Type="http://schemas.openxmlformats.org/officeDocument/2006/relationships/customXml" Target="../ink/ink10.xml"/><Relationship Id="rId23" Type="http://schemas.openxmlformats.org/officeDocument/2006/relationships/image" Target="../media/image23.png"/><Relationship Id="rId119" Type="http://schemas.openxmlformats.org/officeDocument/2006/relationships/image" Target="../media/image71.png"/><Relationship Id="rId44" Type="http://schemas.openxmlformats.org/officeDocument/2006/relationships/customXml" Target="../ink/ink29.xml"/><Relationship Id="rId65" Type="http://schemas.openxmlformats.org/officeDocument/2006/relationships/image" Target="../media/image44.png"/><Relationship Id="rId86" Type="http://schemas.openxmlformats.org/officeDocument/2006/relationships/customXml" Target="../ink/ink50.xml"/><Relationship Id="rId130" Type="http://schemas.openxmlformats.org/officeDocument/2006/relationships/customXml" Target="../ink/ink72.xml"/><Relationship Id="rId151" Type="http://schemas.openxmlformats.org/officeDocument/2006/relationships/image" Target="../media/image87.png"/><Relationship Id="rId172" Type="http://schemas.openxmlformats.org/officeDocument/2006/relationships/customXml" Target="../ink/ink93.xml"/><Relationship Id="rId193" Type="http://schemas.openxmlformats.org/officeDocument/2006/relationships/image" Target="../media/image108.png"/><Relationship Id="rId207" Type="http://schemas.openxmlformats.org/officeDocument/2006/relationships/image" Target="../media/image115.png"/><Relationship Id="rId13" Type="http://schemas.openxmlformats.org/officeDocument/2006/relationships/image" Target="../media/image18.png"/><Relationship Id="rId109" Type="http://schemas.openxmlformats.org/officeDocument/2006/relationships/image" Target="../media/image66.png"/><Relationship Id="rId34" Type="http://schemas.openxmlformats.org/officeDocument/2006/relationships/customXml" Target="../ink/ink24.xml"/><Relationship Id="rId55" Type="http://schemas.openxmlformats.org/officeDocument/2006/relationships/image" Target="../media/image39.png"/><Relationship Id="rId76" Type="http://schemas.openxmlformats.org/officeDocument/2006/relationships/customXml" Target="../ink/ink45.xml"/><Relationship Id="rId97" Type="http://schemas.openxmlformats.org/officeDocument/2006/relationships/image" Target="../media/image60.png"/><Relationship Id="rId120" Type="http://schemas.openxmlformats.org/officeDocument/2006/relationships/customXml" Target="../ink/ink67.xml"/><Relationship Id="rId141" Type="http://schemas.openxmlformats.org/officeDocument/2006/relationships/image" Target="../media/image82.png"/><Relationship Id="rId7" Type="http://schemas.openxmlformats.org/officeDocument/2006/relationships/image" Target="../media/image15.png"/><Relationship Id="rId162" Type="http://schemas.openxmlformats.org/officeDocument/2006/relationships/customXml" Target="../ink/ink88.xml"/><Relationship Id="rId183" Type="http://schemas.openxmlformats.org/officeDocument/2006/relationships/image" Target="../media/image103.png"/><Relationship Id="rId24" Type="http://schemas.openxmlformats.org/officeDocument/2006/relationships/customXml" Target="../ink/ink19.xml"/><Relationship Id="rId45" Type="http://schemas.openxmlformats.org/officeDocument/2006/relationships/image" Target="../media/image34.png"/><Relationship Id="rId66" Type="http://schemas.openxmlformats.org/officeDocument/2006/relationships/customXml" Target="../ink/ink40.xml"/><Relationship Id="rId87" Type="http://schemas.openxmlformats.org/officeDocument/2006/relationships/image" Target="../media/image55.png"/><Relationship Id="rId110" Type="http://schemas.openxmlformats.org/officeDocument/2006/relationships/customXml" Target="../ink/ink62.xml"/><Relationship Id="rId131" Type="http://schemas.openxmlformats.org/officeDocument/2006/relationships/image" Target="../media/image77.png"/><Relationship Id="rId152" Type="http://schemas.openxmlformats.org/officeDocument/2006/relationships/customXml" Target="../ink/ink83.xml"/><Relationship Id="rId173" Type="http://schemas.openxmlformats.org/officeDocument/2006/relationships/image" Target="../media/image98.png"/><Relationship Id="rId194" Type="http://schemas.openxmlformats.org/officeDocument/2006/relationships/customXml" Target="../ink/ink104.xml"/><Relationship Id="rId208" Type="http://schemas.openxmlformats.org/officeDocument/2006/relationships/customXml" Target="../ink/ink111.xml"/><Relationship Id="rId19" Type="http://schemas.openxmlformats.org/officeDocument/2006/relationships/image" Target="../media/image21.png"/><Relationship Id="rId14" Type="http://schemas.openxmlformats.org/officeDocument/2006/relationships/customXml" Target="../ink/ink14.xml"/><Relationship Id="rId30" Type="http://schemas.openxmlformats.org/officeDocument/2006/relationships/customXml" Target="../ink/ink22.xml"/><Relationship Id="rId35" Type="http://schemas.openxmlformats.org/officeDocument/2006/relationships/image" Target="../media/image29.png"/><Relationship Id="rId56" Type="http://schemas.openxmlformats.org/officeDocument/2006/relationships/customXml" Target="../ink/ink35.xml"/><Relationship Id="rId77" Type="http://schemas.openxmlformats.org/officeDocument/2006/relationships/image" Target="../media/image50.png"/><Relationship Id="rId100" Type="http://schemas.openxmlformats.org/officeDocument/2006/relationships/customXml" Target="../ink/ink57.xml"/><Relationship Id="rId105" Type="http://schemas.openxmlformats.org/officeDocument/2006/relationships/image" Target="../media/image64.png"/><Relationship Id="rId126" Type="http://schemas.openxmlformats.org/officeDocument/2006/relationships/customXml" Target="../ink/ink70.xml"/><Relationship Id="rId147" Type="http://schemas.openxmlformats.org/officeDocument/2006/relationships/image" Target="../media/image85.png"/><Relationship Id="rId168" Type="http://schemas.openxmlformats.org/officeDocument/2006/relationships/customXml" Target="../ink/ink91.xml"/><Relationship Id="rId8" Type="http://schemas.openxmlformats.org/officeDocument/2006/relationships/customXml" Target="../ink/ink11.xml"/><Relationship Id="rId51" Type="http://schemas.openxmlformats.org/officeDocument/2006/relationships/image" Target="../media/image37.png"/><Relationship Id="rId72" Type="http://schemas.openxmlformats.org/officeDocument/2006/relationships/customXml" Target="../ink/ink43.xml"/><Relationship Id="rId93" Type="http://schemas.openxmlformats.org/officeDocument/2006/relationships/image" Target="../media/image58.png"/><Relationship Id="rId98" Type="http://schemas.openxmlformats.org/officeDocument/2006/relationships/customXml" Target="../ink/ink56.xml"/><Relationship Id="rId121" Type="http://schemas.openxmlformats.org/officeDocument/2006/relationships/image" Target="../media/image72.png"/><Relationship Id="rId142" Type="http://schemas.openxmlformats.org/officeDocument/2006/relationships/customXml" Target="../ink/ink78.xml"/><Relationship Id="rId163" Type="http://schemas.openxmlformats.org/officeDocument/2006/relationships/image" Target="../media/image93.png"/><Relationship Id="rId184" Type="http://schemas.openxmlformats.org/officeDocument/2006/relationships/customXml" Target="../ink/ink99.xml"/><Relationship Id="rId189" Type="http://schemas.openxmlformats.org/officeDocument/2006/relationships/image" Target="../media/image106.png"/><Relationship Id="rId3" Type="http://schemas.openxmlformats.org/officeDocument/2006/relationships/image" Target="../media/image13.png"/><Relationship Id="rId214" Type="http://schemas.openxmlformats.org/officeDocument/2006/relationships/customXml" Target="../ink/ink114.xml"/><Relationship Id="rId25" Type="http://schemas.openxmlformats.org/officeDocument/2006/relationships/image" Target="../media/image24.png"/><Relationship Id="rId46" Type="http://schemas.openxmlformats.org/officeDocument/2006/relationships/customXml" Target="../ink/ink30.xml"/><Relationship Id="rId67" Type="http://schemas.openxmlformats.org/officeDocument/2006/relationships/image" Target="../media/image45.png"/><Relationship Id="rId116" Type="http://schemas.openxmlformats.org/officeDocument/2006/relationships/customXml" Target="../ink/ink65.xml"/><Relationship Id="rId137" Type="http://schemas.openxmlformats.org/officeDocument/2006/relationships/image" Target="../media/image80.png"/><Relationship Id="rId158" Type="http://schemas.openxmlformats.org/officeDocument/2006/relationships/customXml" Target="../ink/ink86.xml"/><Relationship Id="rId20" Type="http://schemas.openxmlformats.org/officeDocument/2006/relationships/customXml" Target="../ink/ink17.xml"/><Relationship Id="rId41" Type="http://schemas.openxmlformats.org/officeDocument/2006/relationships/image" Target="../media/image32.png"/><Relationship Id="rId62" Type="http://schemas.openxmlformats.org/officeDocument/2006/relationships/customXml" Target="../ink/ink38.xml"/><Relationship Id="rId83" Type="http://schemas.openxmlformats.org/officeDocument/2006/relationships/image" Target="../media/image53.png"/><Relationship Id="rId88" Type="http://schemas.openxmlformats.org/officeDocument/2006/relationships/customXml" Target="../ink/ink51.xml"/><Relationship Id="rId111" Type="http://schemas.openxmlformats.org/officeDocument/2006/relationships/image" Target="../media/image67.png"/><Relationship Id="rId132" Type="http://schemas.openxmlformats.org/officeDocument/2006/relationships/customXml" Target="../ink/ink73.xml"/><Relationship Id="rId153" Type="http://schemas.openxmlformats.org/officeDocument/2006/relationships/image" Target="../media/image88.png"/><Relationship Id="rId174" Type="http://schemas.openxmlformats.org/officeDocument/2006/relationships/customXml" Target="../ink/ink94.xml"/><Relationship Id="rId179" Type="http://schemas.openxmlformats.org/officeDocument/2006/relationships/image" Target="../media/image101.png"/><Relationship Id="rId195" Type="http://schemas.openxmlformats.org/officeDocument/2006/relationships/image" Target="../media/image109.png"/><Relationship Id="rId209" Type="http://schemas.openxmlformats.org/officeDocument/2006/relationships/image" Target="../media/image116.png"/><Relationship Id="rId190" Type="http://schemas.openxmlformats.org/officeDocument/2006/relationships/customXml" Target="../ink/ink102.xml"/><Relationship Id="rId204" Type="http://schemas.openxmlformats.org/officeDocument/2006/relationships/customXml" Target="../ink/ink109.xml"/><Relationship Id="rId15" Type="http://schemas.openxmlformats.org/officeDocument/2006/relationships/image" Target="../media/image19.png"/><Relationship Id="rId36" Type="http://schemas.openxmlformats.org/officeDocument/2006/relationships/customXml" Target="../ink/ink25.xml"/><Relationship Id="rId57" Type="http://schemas.openxmlformats.org/officeDocument/2006/relationships/image" Target="../media/image40.png"/><Relationship Id="rId106" Type="http://schemas.openxmlformats.org/officeDocument/2006/relationships/customXml" Target="../ink/ink60.xml"/><Relationship Id="rId127" Type="http://schemas.openxmlformats.org/officeDocument/2006/relationships/image" Target="../media/image75.png"/><Relationship Id="rId10" Type="http://schemas.openxmlformats.org/officeDocument/2006/relationships/customXml" Target="../ink/ink12.xml"/><Relationship Id="rId31" Type="http://schemas.openxmlformats.org/officeDocument/2006/relationships/image" Target="../media/image27.png"/><Relationship Id="rId52" Type="http://schemas.openxmlformats.org/officeDocument/2006/relationships/customXml" Target="../ink/ink33.xml"/><Relationship Id="rId73" Type="http://schemas.openxmlformats.org/officeDocument/2006/relationships/image" Target="../media/image48.png"/><Relationship Id="rId78" Type="http://schemas.openxmlformats.org/officeDocument/2006/relationships/customXml" Target="../ink/ink46.xml"/><Relationship Id="rId94" Type="http://schemas.openxmlformats.org/officeDocument/2006/relationships/customXml" Target="../ink/ink54.xml"/><Relationship Id="rId99" Type="http://schemas.openxmlformats.org/officeDocument/2006/relationships/image" Target="../media/image61.png"/><Relationship Id="rId101" Type="http://schemas.openxmlformats.org/officeDocument/2006/relationships/image" Target="../media/image62.png"/><Relationship Id="rId122" Type="http://schemas.openxmlformats.org/officeDocument/2006/relationships/customXml" Target="../ink/ink68.xml"/><Relationship Id="rId143" Type="http://schemas.openxmlformats.org/officeDocument/2006/relationships/image" Target="../media/image83.png"/><Relationship Id="rId148" Type="http://schemas.openxmlformats.org/officeDocument/2006/relationships/customXml" Target="../ink/ink81.xml"/><Relationship Id="rId164" Type="http://schemas.openxmlformats.org/officeDocument/2006/relationships/customXml" Target="../ink/ink89.xml"/><Relationship Id="rId169" Type="http://schemas.openxmlformats.org/officeDocument/2006/relationships/image" Target="../media/image96.png"/><Relationship Id="rId185" Type="http://schemas.openxmlformats.org/officeDocument/2006/relationships/image" Target="../media/image104.png"/><Relationship Id="rId4" Type="http://schemas.openxmlformats.org/officeDocument/2006/relationships/customXml" Target="../ink/ink9.xml"/><Relationship Id="rId9" Type="http://schemas.openxmlformats.org/officeDocument/2006/relationships/image" Target="../media/image16.png"/><Relationship Id="rId180" Type="http://schemas.openxmlformats.org/officeDocument/2006/relationships/customXml" Target="../ink/ink97.xml"/><Relationship Id="rId210" Type="http://schemas.openxmlformats.org/officeDocument/2006/relationships/customXml" Target="../ink/ink112.xml"/><Relationship Id="rId215" Type="http://schemas.openxmlformats.org/officeDocument/2006/relationships/image" Target="../media/image119.png"/><Relationship Id="rId26" Type="http://schemas.openxmlformats.org/officeDocument/2006/relationships/customXml" Target="../ink/ink20.xml"/><Relationship Id="rId47" Type="http://schemas.openxmlformats.org/officeDocument/2006/relationships/image" Target="../media/image35.png"/><Relationship Id="rId68" Type="http://schemas.openxmlformats.org/officeDocument/2006/relationships/customXml" Target="../ink/ink41.xml"/><Relationship Id="rId89" Type="http://schemas.openxmlformats.org/officeDocument/2006/relationships/image" Target="../media/image56.png"/><Relationship Id="rId112" Type="http://schemas.openxmlformats.org/officeDocument/2006/relationships/customXml" Target="../ink/ink63.xml"/><Relationship Id="rId133" Type="http://schemas.openxmlformats.org/officeDocument/2006/relationships/image" Target="../media/image78.png"/><Relationship Id="rId154" Type="http://schemas.openxmlformats.org/officeDocument/2006/relationships/customXml" Target="../ink/ink84.xml"/><Relationship Id="rId175" Type="http://schemas.openxmlformats.org/officeDocument/2006/relationships/image" Target="../media/image99.png"/><Relationship Id="rId196" Type="http://schemas.openxmlformats.org/officeDocument/2006/relationships/customXml" Target="../ink/ink105.xml"/><Relationship Id="rId200" Type="http://schemas.openxmlformats.org/officeDocument/2006/relationships/customXml" Target="../ink/ink107.xml"/><Relationship Id="rId16" Type="http://schemas.openxmlformats.org/officeDocument/2006/relationships/customXml" Target="../ink/ink15.xml"/><Relationship Id="rId37" Type="http://schemas.openxmlformats.org/officeDocument/2006/relationships/image" Target="../media/image30.png"/><Relationship Id="rId58" Type="http://schemas.openxmlformats.org/officeDocument/2006/relationships/customXml" Target="../ink/ink36.xml"/><Relationship Id="rId79" Type="http://schemas.openxmlformats.org/officeDocument/2006/relationships/image" Target="../media/image51.png"/><Relationship Id="rId102" Type="http://schemas.openxmlformats.org/officeDocument/2006/relationships/customXml" Target="../ink/ink58.xml"/><Relationship Id="rId123" Type="http://schemas.openxmlformats.org/officeDocument/2006/relationships/image" Target="../media/image73.png"/><Relationship Id="rId144" Type="http://schemas.openxmlformats.org/officeDocument/2006/relationships/customXml" Target="../ink/ink79.xml"/><Relationship Id="rId90" Type="http://schemas.openxmlformats.org/officeDocument/2006/relationships/customXml" Target="../ink/ink52.xml"/><Relationship Id="rId165" Type="http://schemas.openxmlformats.org/officeDocument/2006/relationships/image" Target="../media/image94.png"/><Relationship Id="rId186" Type="http://schemas.openxmlformats.org/officeDocument/2006/relationships/customXml" Target="../ink/ink100.xml"/><Relationship Id="rId211" Type="http://schemas.openxmlformats.org/officeDocument/2006/relationships/image" Target="../media/image117.png"/><Relationship Id="rId27" Type="http://schemas.openxmlformats.org/officeDocument/2006/relationships/image" Target="../media/image25.png"/><Relationship Id="rId48" Type="http://schemas.openxmlformats.org/officeDocument/2006/relationships/customXml" Target="../ink/ink31.xml"/><Relationship Id="rId69" Type="http://schemas.openxmlformats.org/officeDocument/2006/relationships/image" Target="../media/image46.png"/><Relationship Id="rId113" Type="http://schemas.openxmlformats.org/officeDocument/2006/relationships/image" Target="../media/image68.png"/><Relationship Id="rId134" Type="http://schemas.openxmlformats.org/officeDocument/2006/relationships/customXml" Target="../ink/ink74.xml"/><Relationship Id="rId80" Type="http://schemas.openxmlformats.org/officeDocument/2006/relationships/customXml" Target="../ink/ink47.xml"/><Relationship Id="rId155" Type="http://schemas.openxmlformats.org/officeDocument/2006/relationships/image" Target="../media/image89.png"/><Relationship Id="rId176" Type="http://schemas.openxmlformats.org/officeDocument/2006/relationships/customXml" Target="../ink/ink95.xml"/><Relationship Id="rId197" Type="http://schemas.openxmlformats.org/officeDocument/2006/relationships/image" Target="../media/image110.png"/><Relationship Id="rId201" Type="http://schemas.openxmlformats.org/officeDocument/2006/relationships/image" Target="../media/image112.png"/><Relationship Id="rId17" Type="http://schemas.openxmlformats.org/officeDocument/2006/relationships/image" Target="../media/image20.png"/><Relationship Id="rId38" Type="http://schemas.openxmlformats.org/officeDocument/2006/relationships/customXml" Target="../ink/ink26.xml"/><Relationship Id="rId59" Type="http://schemas.openxmlformats.org/officeDocument/2006/relationships/image" Target="../media/image41.png"/><Relationship Id="rId103" Type="http://schemas.openxmlformats.org/officeDocument/2006/relationships/image" Target="../media/image63.png"/><Relationship Id="rId124" Type="http://schemas.openxmlformats.org/officeDocument/2006/relationships/customXml" Target="../ink/ink69.xml"/><Relationship Id="rId70" Type="http://schemas.openxmlformats.org/officeDocument/2006/relationships/customXml" Target="../ink/ink42.xml"/><Relationship Id="rId91" Type="http://schemas.openxmlformats.org/officeDocument/2006/relationships/image" Target="../media/image57.png"/><Relationship Id="rId145" Type="http://schemas.openxmlformats.org/officeDocument/2006/relationships/image" Target="../media/image84.png"/><Relationship Id="rId166" Type="http://schemas.openxmlformats.org/officeDocument/2006/relationships/customXml" Target="../ink/ink90.xml"/><Relationship Id="rId187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13.xml"/><Relationship Id="rId28" Type="http://schemas.openxmlformats.org/officeDocument/2006/relationships/customXml" Target="../ink/ink21.xml"/><Relationship Id="rId49" Type="http://schemas.openxmlformats.org/officeDocument/2006/relationships/image" Target="../media/image36.png"/><Relationship Id="rId114" Type="http://schemas.openxmlformats.org/officeDocument/2006/relationships/customXml" Target="../ink/ink64.xml"/><Relationship Id="rId60" Type="http://schemas.openxmlformats.org/officeDocument/2006/relationships/customXml" Target="../ink/ink37.xml"/><Relationship Id="rId81" Type="http://schemas.openxmlformats.org/officeDocument/2006/relationships/image" Target="../media/image52.png"/><Relationship Id="rId135" Type="http://schemas.openxmlformats.org/officeDocument/2006/relationships/image" Target="../media/image79.png"/><Relationship Id="rId156" Type="http://schemas.openxmlformats.org/officeDocument/2006/relationships/customXml" Target="../ink/ink85.xml"/><Relationship Id="rId177" Type="http://schemas.openxmlformats.org/officeDocument/2006/relationships/image" Target="../media/image100.png"/><Relationship Id="rId198" Type="http://schemas.openxmlformats.org/officeDocument/2006/relationships/customXml" Target="../ink/ink106.xml"/><Relationship Id="rId202" Type="http://schemas.openxmlformats.org/officeDocument/2006/relationships/customXml" Target="../ink/ink108.xml"/><Relationship Id="rId18" Type="http://schemas.openxmlformats.org/officeDocument/2006/relationships/customXml" Target="../ink/ink16.xml"/><Relationship Id="rId39" Type="http://schemas.openxmlformats.org/officeDocument/2006/relationships/image" Target="../media/image31.png"/><Relationship Id="rId50" Type="http://schemas.openxmlformats.org/officeDocument/2006/relationships/customXml" Target="../ink/ink32.xml"/><Relationship Id="rId104" Type="http://schemas.openxmlformats.org/officeDocument/2006/relationships/customXml" Target="../ink/ink59.xml"/><Relationship Id="rId125" Type="http://schemas.openxmlformats.org/officeDocument/2006/relationships/image" Target="../media/image74.png"/><Relationship Id="rId146" Type="http://schemas.openxmlformats.org/officeDocument/2006/relationships/customXml" Target="../ink/ink80.xml"/><Relationship Id="rId167" Type="http://schemas.openxmlformats.org/officeDocument/2006/relationships/image" Target="../media/image95.png"/><Relationship Id="rId188" Type="http://schemas.openxmlformats.org/officeDocument/2006/relationships/customXml" Target="../ink/ink101.xml"/><Relationship Id="rId71" Type="http://schemas.openxmlformats.org/officeDocument/2006/relationships/image" Target="../media/image47.png"/><Relationship Id="rId92" Type="http://schemas.openxmlformats.org/officeDocument/2006/relationships/customXml" Target="../ink/ink53.xml"/><Relationship Id="rId213" Type="http://schemas.openxmlformats.org/officeDocument/2006/relationships/image" Target="../media/image118.png"/><Relationship Id="rId2" Type="http://schemas.openxmlformats.org/officeDocument/2006/relationships/customXml" Target="../ink/ink8.xml"/><Relationship Id="rId29" Type="http://schemas.openxmlformats.org/officeDocument/2006/relationships/image" Target="../media/image26.png"/><Relationship Id="rId40" Type="http://schemas.openxmlformats.org/officeDocument/2006/relationships/customXml" Target="../ink/ink27.xml"/><Relationship Id="rId115" Type="http://schemas.openxmlformats.org/officeDocument/2006/relationships/image" Target="../media/image69.png"/><Relationship Id="rId136" Type="http://schemas.openxmlformats.org/officeDocument/2006/relationships/customXml" Target="../ink/ink75.xml"/><Relationship Id="rId157" Type="http://schemas.openxmlformats.org/officeDocument/2006/relationships/image" Target="../media/image90.png"/><Relationship Id="rId178" Type="http://schemas.openxmlformats.org/officeDocument/2006/relationships/customXml" Target="../ink/ink96.xml"/><Relationship Id="rId61" Type="http://schemas.openxmlformats.org/officeDocument/2006/relationships/image" Target="../media/image42.png"/><Relationship Id="rId82" Type="http://schemas.openxmlformats.org/officeDocument/2006/relationships/customXml" Target="../ink/ink48.xml"/><Relationship Id="rId199" Type="http://schemas.openxmlformats.org/officeDocument/2006/relationships/image" Target="../media/image111.png"/><Relationship Id="rId203" Type="http://schemas.openxmlformats.org/officeDocument/2006/relationships/image" Target="../media/image113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77.png"/><Relationship Id="rId21" Type="http://schemas.openxmlformats.org/officeDocument/2006/relationships/image" Target="../media/image129.png"/><Relationship Id="rId42" Type="http://schemas.openxmlformats.org/officeDocument/2006/relationships/customXml" Target="../ink/ink135.xml"/><Relationship Id="rId63" Type="http://schemas.openxmlformats.org/officeDocument/2006/relationships/image" Target="../media/image150.png"/><Relationship Id="rId84" Type="http://schemas.openxmlformats.org/officeDocument/2006/relationships/customXml" Target="../ink/ink156.xml"/><Relationship Id="rId138" Type="http://schemas.openxmlformats.org/officeDocument/2006/relationships/customXml" Target="../ink/ink183.xml"/><Relationship Id="rId159" Type="http://schemas.openxmlformats.org/officeDocument/2006/relationships/image" Target="../media/image198.png"/><Relationship Id="rId170" Type="http://schemas.openxmlformats.org/officeDocument/2006/relationships/customXml" Target="../ink/ink199.xml"/><Relationship Id="rId191" Type="http://schemas.openxmlformats.org/officeDocument/2006/relationships/image" Target="../media/image214.png"/><Relationship Id="rId205" Type="http://schemas.openxmlformats.org/officeDocument/2006/relationships/image" Target="../media/image221.png"/><Relationship Id="rId107" Type="http://schemas.openxmlformats.org/officeDocument/2006/relationships/image" Target="../media/image172.png"/><Relationship Id="rId11" Type="http://schemas.openxmlformats.org/officeDocument/2006/relationships/image" Target="../media/image124.png"/><Relationship Id="rId32" Type="http://schemas.openxmlformats.org/officeDocument/2006/relationships/customXml" Target="../ink/ink130.xml"/><Relationship Id="rId53" Type="http://schemas.openxmlformats.org/officeDocument/2006/relationships/image" Target="../media/image145.png"/><Relationship Id="rId74" Type="http://schemas.openxmlformats.org/officeDocument/2006/relationships/customXml" Target="../ink/ink151.xml"/><Relationship Id="rId128" Type="http://schemas.openxmlformats.org/officeDocument/2006/relationships/customXml" Target="../ink/ink178.xml"/><Relationship Id="rId149" Type="http://schemas.openxmlformats.org/officeDocument/2006/relationships/image" Target="../media/image193.png"/><Relationship Id="rId5" Type="http://schemas.openxmlformats.org/officeDocument/2006/relationships/image" Target="../media/image121.png"/><Relationship Id="rId95" Type="http://schemas.openxmlformats.org/officeDocument/2006/relationships/image" Target="../media/image166.png"/><Relationship Id="rId160" Type="http://schemas.openxmlformats.org/officeDocument/2006/relationships/customXml" Target="../ink/ink194.xml"/><Relationship Id="rId181" Type="http://schemas.openxmlformats.org/officeDocument/2006/relationships/image" Target="../media/image209.png"/><Relationship Id="rId22" Type="http://schemas.openxmlformats.org/officeDocument/2006/relationships/customXml" Target="../ink/ink125.xml"/><Relationship Id="rId43" Type="http://schemas.openxmlformats.org/officeDocument/2006/relationships/image" Target="../media/image140.png"/><Relationship Id="rId64" Type="http://schemas.openxmlformats.org/officeDocument/2006/relationships/customXml" Target="../ink/ink146.xml"/><Relationship Id="rId118" Type="http://schemas.openxmlformats.org/officeDocument/2006/relationships/customXml" Target="../ink/ink173.xml"/><Relationship Id="rId139" Type="http://schemas.openxmlformats.org/officeDocument/2006/relationships/image" Target="../media/image188.png"/><Relationship Id="rId85" Type="http://schemas.openxmlformats.org/officeDocument/2006/relationships/image" Target="../media/image161.png"/><Relationship Id="rId150" Type="http://schemas.openxmlformats.org/officeDocument/2006/relationships/customXml" Target="../ink/ink189.xml"/><Relationship Id="rId171" Type="http://schemas.openxmlformats.org/officeDocument/2006/relationships/image" Target="../media/image204.png"/><Relationship Id="rId192" Type="http://schemas.openxmlformats.org/officeDocument/2006/relationships/customXml" Target="../ink/ink210.xml"/><Relationship Id="rId206" Type="http://schemas.openxmlformats.org/officeDocument/2006/relationships/customXml" Target="../ink/ink217.xml"/><Relationship Id="rId12" Type="http://schemas.openxmlformats.org/officeDocument/2006/relationships/customXml" Target="../ink/ink120.xml"/><Relationship Id="rId33" Type="http://schemas.openxmlformats.org/officeDocument/2006/relationships/image" Target="../media/image135.png"/><Relationship Id="rId108" Type="http://schemas.openxmlformats.org/officeDocument/2006/relationships/customXml" Target="../ink/ink168.xml"/><Relationship Id="rId129" Type="http://schemas.openxmlformats.org/officeDocument/2006/relationships/image" Target="../media/image183.png"/><Relationship Id="rId54" Type="http://schemas.openxmlformats.org/officeDocument/2006/relationships/customXml" Target="../ink/ink141.xml"/><Relationship Id="rId75" Type="http://schemas.openxmlformats.org/officeDocument/2006/relationships/image" Target="../media/image156.png"/><Relationship Id="rId96" Type="http://schemas.openxmlformats.org/officeDocument/2006/relationships/customXml" Target="../ink/ink162.xml"/><Relationship Id="rId140" Type="http://schemas.openxmlformats.org/officeDocument/2006/relationships/customXml" Target="../ink/ink184.xml"/><Relationship Id="rId161" Type="http://schemas.openxmlformats.org/officeDocument/2006/relationships/image" Target="../media/image199.png"/><Relationship Id="rId182" Type="http://schemas.openxmlformats.org/officeDocument/2006/relationships/customXml" Target="../ink/ink205.xml"/><Relationship Id="rId6" Type="http://schemas.openxmlformats.org/officeDocument/2006/relationships/customXml" Target="../ink/ink117.xml"/><Relationship Id="rId23" Type="http://schemas.openxmlformats.org/officeDocument/2006/relationships/image" Target="../media/image130.png"/><Relationship Id="rId119" Type="http://schemas.openxmlformats.org/officeDocument/2006/relationships/image" Target="../media/image178.png"/><Relationship Id="rId44" Type="http://schemas.openxmlformats.org/officeDocument/2006/relationships/customXml" Target="../ink/ink136.xml"/><Relationship Id="rId65" Type="http://schemas.openxmlformats.org/officeDocument/2006/relationships/image" Target="../media/image151.png"/><Relationship Id="rId86" Type="http://schemas.openxmlformats.org/officeDocument/2006/relationships/customXml" Target="../ink/ink157.xml"/><Relationship Id="rId130" Type="http://schemas.openxmlformats.org/officeDocument/2006/relationships/customXml" Target="../ink/ink179.xml"/><Relationship Id="rId151" Type="http://schemas.openxmlformats.org/officeDocument/2006/relationships/image" Target="../media/image194.png"/><Relationship Id="rId172" Type="http://schemas.openxmlformats.org/officeDocument/2006/relationships/customXml" Target="../ink/ink200.xml"/><Relationship Id="rId193" Type="http://schemas.openxmlformats.org/officeDocument/2006/relationships/image" Target="../media/image215.png"/><Relationship Id="rId207" Type="http://schemas.openxmlformats.org/officeDocument/2006/relationships/image" Target="../media/image222.png"/><Relationship Id="rId13" Type="http://schemas.openxmlformats.org/officeDocument/2006/relationships/image" Target="../media/image125.png"/><Relationship Id="rId109" Type="http://schemas.openxmlformats.org/officeDocument/2006/relationships/image" Target="../media/image173.png"/><Relationship Id="rId34" Type="http://schemas.openxmlformats.org/officeDocument/2006/relationships/customXml" Target="../ink/ink131.xml"/><Relationship Id="rId55" Type="http://schemas.openxmlformats.org/officeDocument/2006/relationships/image" Target="../media/image146.png"/><Relationship Id="rId76" Type="http://schemas.openxmlformats.org/officeDocument/2006/relationships/customXml" Target="../ink/ink152.xml"/><Relationship Id="rId97" Type="http://schemas.openxmlformats.org/officeDocument/2006/relationships/image" Target="../media/image167.png"/><Relationship Id="rId120" Type="http://schemas.openxmlformats.org/officeDocument/2006/relationships/customXml" Target="../ink/ink174.xml"/><Relationship Id="rId141" Type="http://schemas.openxmlformats.org/officeDocument/2006/relationships/image" Target="../media/image189.png"/><Relationship Id="rId7" Type="http://schemas.openxmlformats.org/officeDocument/2006/relationships/image" Target="../media/image122.png"/><Relationship Id="rId162" Type="http://schemas.openxmlformats.org/officeDocument/2006/relationships/customXml" Target="../ink/ink195.xml"/><Relationship Id="rId183" Type="http://schemas.openxmlformats.org/officeDocument/2006/relationships/image" Target="../media/image210.png"/><Relationship Id="rId24" Type="http://schemas.openxmlformats.org/officeDocument/2006/relationships/customXml" Target="../ink/ink126.xml"/><Relationship Id="rId45" Type="http://schemas.openxmlformats.org/officeDocument/2006/relationships/image" Target="../media/image141.png"/><Relationship Id="rId66" Type="http://schemas.openxmlformats.org/officeDocument/2006/relationships/customXml" Target="../ink/ink147.xml"/><Relationship Id="rId87" Type="http://schemas.openxmlformats.org/officeDocument/2006/relationships/image" Target="../media/image162.png"/><Relationship Id="rId110" Type="http://schemas.openxmlformats.org/officeDocument/2006/relationships/customXml" Target="../ink/ink169.xml"/><Relationship Id="rId131" Type="http://schemas.openxmlformats.org/officeDocument/2006/relationships/image" Target="../media/image184.png"/><Relationship Id="rId152" Type="http://schemas.openxmlformats.org/officeDocument/2006/relationships/customXml" Target="../ink/ink190.xml"/><Relationship Id="rId173" Type="http://schemas.openxmlformats.org/officeDocument/2006/relationships/image" Target="../media/image205.png"/><Relationship Id="rId194" Type="http://schemas.openxmlformats.org/officeDocument/2006/relationships/customXml" Target="../ink/ink211.xml"/><Relationship Id="rId208" Type="http://schemas.openxmlformats.org/officeDocument/2006/relationships/customXml" Target="../ink/ink218.xml"/><Relationship Id="rId19" Type="http://schemas.openxmlformats.org/officeDocument/2006/relationships/image" Target="../media/image128.png"/><Relationship Id="rId14" Type="http://schemas.openxmlformats.org/officeDocument/2006/relationships/customXml" Target="../ink/ink121.xml"/><Relationship Id="rId30" Type="http://schemas.openxmlformats.org/officeDocument/2006/relationships/customXml" Target="../ink/ink129.xml"/><Relationship Id="rId35" Type="http://schemas.openxmlformats.org/officeDocument/2006/relationships/image" Target="../media/image136.png"/><Relationship Id="rId56" Type="http://schemas.openxmlformats.org/officeDocument/2006/relationships/customXml" Target="../ink/ink142.xml"/><Relationship Id="rId77" Type="http://schemas.openxmlformats.org/officeDocument/2006/relationships/image" Target="../media/image157.png"/><Relationship Id="rId100" Type="http://schemas.openxmlformats.org/officeDocument/2006/relationships/customXml" Target="../ink/ink164.xml"/><Relationship Id="rId105" Type="http://schemas.openxmlformats.org/officeDocument/2006/relationships/image" Target="../media/image171.png"/><Relationship Id="rId126" Type="http://schemas.openxmlformats.org/officeDocument/2006/relationships/customXml" Target="../ink/ink177.xml"/><Relationship Id="rId147" Type="http://schemas.openxmlformats.org/officeDocument/2006/relationships/image" Target="../media/image192.png"/><Relationship Id="rId168" Type="http://schemas.openxmlformats.org/officeDocument/2006/relationships/customXml" Target="../ink/ink198.xml"/><Relationship Id="rId8" Type="http://schemas.openxmlformats.org/officeDocument/2006/relationships/customXml" Target="../ink/ink118.xml"/><Relationship Id="rId51" Type="http://schemas.openxmlformats.org/officeDocument/2006/relationships/image" Target="../media/image144.png"/><Relationship Id="rId72" Type="http://schemas.openxmlformats.org/officeDocument/2006/relationships/customXml" Target="../ink/ink150.xml"/><Relationship Id="rId93" Type="http://schemas.openxmlformats.org/officeDocument/2006/relationships/image" Target="../media/image165.png"/><Relationship Id="rId98" Type="http://schemas.openxmlformats.org/officeDocument/2006/relationships/customXml" Target="../ink/ink163.xml"/><Relationship Id="rId121" Type="http://schemas.openxmlformats.org/officeDocument/2006/relationships/image" Target="../media/image179.png"/><Relationship Id="rId142" Type="http://schemas.openxmlformats.org/officeDocument/2006/relationships/customXml" Target="../ink/ink185.xml"/><Relationship Id="rId163" Type="http://schemas.openxmlformats.org/officeDocument/2006/relationships/image" Target="../media/image200.png"/><Relationship Id="rId184" Type="http://schemas.openxmlformats.org/officeDocument/2006/relationships/customXml" Target="../ink/ink206.xml"/><Relationship Id="rId189" Type="http://schemas.openxmlformats.org/officeDocument/2006/relationships/image" Target="../media/image213.png"/><Relationship Id="rId3" Type="http://schemas.openxmlformats.org/officeDocument/2006/relationships/image" Target="../media/image120.png"/><Relationship Id="rId214" Type="http://schemas.openxmlformats.org/officeDocument/2006/relationships/customXml" Target="../ink/ink221.xml"/><Relationship Id="rId25" Type="http://schemas.openxmlformats.org/officeDocument/2006/relationships/image" Target="../media/image131.png"/><Relationship Id="rId46" Type="http://schemas.openxmlformats.org/officeDocument/2006/relationships/customXml" Target="../ink/ink137.xml"/><Relationship Id="rId67" Type="http://schemas.openxmlformats.org/officeDocument/2006/relationships/image" Target="../media/image152.png"/><Relationship Id="rId116" Type="http://schemas.openxmlformats.org/officeDocument/2006/relationships/customXml" Target="../ink/ink172.xml"/><Relationship Id="rId137" Type="http://schemas.openxmlformats.org/officeDocument/2006/relationships/image" Target="../media/image187.png"/><Relationship Id="rId158" Type="http://schemas.openxmlformats.org/officeDocument/2006/relationships/customXml" Target="../ink/ink193.xml"/><Relationship Id="rId20" Type="http://schemas.openxmlformats.org/officeDocument/2006/relationships/customXml" Target="../ink/ink124.xml"/><Relationship Id="rId41" Type="http://schemas.openxmlformats.org/officeDocument/2006/relationships/image" Target="../media/image139.png"/><Relationship Id="rId62" Type="http://schemas.openxmlformats.org/officeDocument/2006/relationships/customXml" Target="../ink/ink145.xml"/><Relationship Id="rId83" Type="http://schemas.openxmlformats.org/officeDocument/2006/relationships/image" Target="../media/image160.png"/><Relationship Id="rId88" Type="http://schemas.openxmlformats.org/officeDocument/2006/relationships/customXml" Target="../ink/ink158.xml"/><Relationship Id="rId111" Type="http://schemas.openxmlformats.org/officeDocument/2006/relationships/image" Target="../media/image174.png"/><Relationship Id="rId132" Type="http://schemas.openxmlformats.org/officeDocument/2006/relationships/customXml" Target="../ink/ink180.xml"/><Relationship Id="rId153" Type="http://schemas.openxmlformats.org/officeDocument/2006/relationships/image" Target="../media/image195.png"/><Relationship Id="rId174" Type="http://schemas.openxmlformats.org/officeDocument/2006/relationships/customXml" Target="../ink/ink201.xml"/><Relationship Id="rId179" Type="http://schemas.openxmlformats.org/officeDocument/2006/relationships/image" Target="../media/image208.png"/><Relationship Id="rId195" Type="http://schemas.openxmlformats.org/officeDocument/2006/relationships/image" Target="../media/image216.png"/><Relationship Id="rId209" Type="http://schemas.openxmlformats.org/officeDocument/2006/relationships/image" Target="../media/image223.png"/><Relationship Id="rId190" Type="http://schemas.openxmlformats.org/officeDocument/2006/relationships/customXml" Target="../ink/ink209.xml"/><Relationship Id="rId204" Type="http://schemas.openxmlformats.org/officeDocument/2006/relationships/customXml" Target="../ink/ink216.xml"/><Relationship Id="rId15" Type="http://schemas.openxmlformats.org/officeDocument/2006/relationships/image" Target="../media/image126.png"/><Relationship Id="rId36" Type="http://schemas.openxmlformats.org/officeDocument/2006/relationships/customXml" Target="../ink/ink132.xml"/><Relationship Id="rId57" Type="http://schemas.openxmlformats.org/officeDocument/2006/relationships/image" Target="../media/image147.png"/><Relationship Id="rId106" Type="http://schemas.openxmlformats.org/officeDocument/2006/relationships/customXml" Target="../ink/ink167.xml"/><Relationship Id="rId127" Type="http://schemas.openxmlformats.org/officeDocument/2006/relationships/image" Target="../media/image182.png"/><Relationship Id="rId10" Type="http://schemas.openxmlformats.org/officeDocument/2006/relationships/customXml" Target="../ink/ink119.xml"/><Relationship Id="rId31" Type="http://schemas.openxmlformats.org/officeDocument/2006/relationships/image" Target="../media/image134.png"/><Relationship Id="rId52" Type="http://schemas.openxmlformats.org/officeDocument/2006/relationships/customXml" Target="../ink/ink140.xml"/><Relationship Id="rId73" Type="http://schemas.openxmlformats.org/officeDocument/2006/relationships/image" Target="../media/image155.png"/><Relationship Id="rId78" Type="http://schemas.openxmlformats.org/officeDocument/2006/relationships/customXml" Target="../ink/ink153.xml"/><Relationship Id="rId94" Type="http://schemas.openxmlformats.org/officeDocument/2006/relationships/customXml" Target="../ink/ink161.xml"/><Relationship Id="rId99" Type="http://schemas.openxmlformats.org/officeDocument/2006/relationships/image" Target="../media/image168.png"/><Relationship Id="rId101" Type="http://schemas.openxmlformats.org/officeDocument/2006/relationships/image" Target="../media/image169.png"/><Relationship Id="rId122" Type="http://schemas.openxmlformats.org/officeDocument/2006/relationships/customXml" Target="../ink/ink175.xml"/><Relationship Id="rId143" Type="http://schemas.openxmlformats.org/officeDocument/2006/relationships/image" Target="../media/image190.png"/><Relationship Id="rId148" Type="http://schemas.openxmlformats.org/officeDocument/2006/relationships/customXml" Target="../ink/ink188.xml"/><Relationship Id="rId164" Type="http://schemas.openxmlformats.org/officeDocument/2006/relationships/customXml" Target="../ink/ink196.xml"/><Relationship Id="rId169" Type="http://schemas.openxmlformats.org/officeDocument/2006/relationships/image" Target="../media/image203.png"/><Relationship Id="rId185" Type="http://schemas.openxmlformats.org/officeDocument/2006/relationships/image" Target="../media/image211.png"/><Relationship Id="rId4" Type="http://schemas.openxmlformats.org/officeDocument/2006/relationships/customXml" Target="../ink/ink116.xml"/><Relationship Id="rId9" Type="http://schemas.openxmlformats.org/officeDocument/2006/relationships/image" Target="../media/image123.png"/><Relationship Id="rId180" Type="http://schemas.openxmlformats.org/officeDocument/2006/relationships/customXml" Target="../ink/ink204.xml"/><Relationship Id="rId210" Type="http://schemas.openxmlformats.org/officeDocument/2006/relationships/customXml" Target="../ink/ink219.xml"/><Relationship Id="rId215" Type="http://schemas.openxmlformats.org/officeDocument/2006/relationships/image" Target="../media/image226.png"/><Relationship Id="rId26" Type="http://schemas.openxmlformats.org/officeDocument/2006/relationships/customXml" Target="../ink/ink127.xml"/><Relationship Id="rId47" Type="http://schemas.openxmlformats.org/officeDocument/2006/relationships/image" Target="../media/image142.png"/><Relationship Id="rId68" Type="http://schemas.openxmlformats.org/officeDocument/2006/relationships/customXml" Target="../ink/ink148.xml"/><Relationship Id="rId89" Type="http://schemas.openxmlformats.org/officeDocument/2006/relationships/image" Target="../media/image163.png"/><Relationship Id="rId112" Type="http://schemas.openxmlformats.org/officeDocument/2006/relationships/customXml" Target="../ink/ink170.xml"/><Relationship Id="rId133" Type="http://schemas.openxmlformats.org/officeDocument/2006/relationships/image" Target="../media/image185.png"/><Relationship Id="rId154" Type="http://schemas.openxmlformats.org/officeDocument/2006/relationships/customXml" Target="../ink/ink191.xml"/><Relationship Id="rId175" Type="http://schemas.openxmlformats.org/officeDocument/2006/relationships/image" Target="../media/image206.png"/><Relationship Id="rId196" Type="http://schemas.openxmlformats.org/officeDocument/2006/relationships/customXml" Target="../ink/ink212.xml"/><Relationship Id="rId200" Type="http://schemas.openxmlformats.org/officeDocument/2006/relationships/customXml" Target="../ink/ink214.xml"/><Relationship Id="rId16" Type="http://schemas.openxmlformats.org/officeDocument/2006/relationships/customXml" Target="../ink/ink122.xml"/><Relationship Id="rId37" Type="http://schemas.openxmlformats.org/officeDocument/2006/relationships/image" Target="../media/image137.png"/><Relationship Id="rId58" Type="http://schemas.openxmlformats.org/officeDocument/2006/relationships/customXml" Target="../ink/ink143.xml"/><Relationship Id="rId79" Type="http://schemas.openxmlformats.org/officeDocument/2006/relationships/image" Target="../media/image158.png"/><Relationship Id="rId102" Type="http://schemas.openxmlformats.org/officeDocument/2006/relationships/customXml" Target="../ink/ink165.xml"/><Relationship Id="rId123" Type="http://schemas.openxmlformats.org/officeDocument/2006/relationships/image" Target="../media/image180.png"/><Relationship Id="rId144" Type="http://schemas.openxmlformats.org/officeDocument/2006/relationships/customXml" Target="../ink/ink186.xml"/><Relationship Id="rId90" Type="http://schemas.openxmlformats.org/officeDocument/2006/relationships/customXml" Target="../ink/ink159.xml"/><Relationship Id="rId165" Type="http://schemas.openxmlformats.org/officeDocument/2006/relationships/image" Target="../media/image201.png"/><Relationship Id="rId186" Type="http://schemas.openxmlformats.org/officeDocument/2006/relationships/customXml" Target="../ink/ink207.xml"/><Relationship Id="rId211" Type="http://schemas.openxmlformats.org/officeDocument/2006/relationships/image" Target="../media/image224.png"/><Relationship Id="rId27" Type="http://schemas.openxmlformats.org/officeDocument/2006/relationships/image" Target="../media/image132.png"/><Relationship Id="rId48" Type="http://schemas.openxmlformats.org/officeDocument/2006/relationships/customXml" Target="../ink/ink138.xml"/><Relationship Id="rId69" Type="http://schemas.openxmlformats.org/officeDocument/2006/relationships/image" Target="../media/image153.png"/><Relationship Id="rId113" Type="http://schemas.openxmlformats.org/officeDocument/2006/relationships/image" Target="../media/image175.png"/><Relationship Id="rId134" Type="http://schemas.openxmlformats.org/officeDocument/2006/relationships/customXml" Target="../ink/ink181.xml"/><Relationship Id="rId80" Type="http://schemas.openxmlformats.org/officeDocument/2006/relationships/customXml" Target="../ink/ink154.xml"/><Relationship Id="rId155" Type="http://schemas.openxmlformats.org/officeDocument/2006/relationships/image" Target="../media/image196.png"/><Relationship Id="rId176" Type="http://schemas.openxmlformats.org/officeDocument/2006/relationships/customXml" Target="../ink/ink202.xml"/><Relationship Id="rId197" Type="http://schemas.openxmlformats.org/officeDocument/2006/relationships/image" Target="../media/image217.png"/><Relationship Id="rId201" Type="http://schemas.openxmlformats.org/officeDocument/2006/relationships/image" Target="../media/image219.png"/><Relationship Id="rId17" Type="http://schemas.openxmlformats.org/officeDocument/2006/relationships/image" Target="../media/image127.png"/><Relationship Id="rId38" Type="http://schemas.openxmlformats.org/officeDocument/2006/relationships/customXml" Target="../ink/ink133.xml"/><Relationship Id="rId59" Type="http://schemas.openxmlformats.org/officeDocument/2006/relationships/image" Target="../media/image148.png"/><Relationship Id="rId103" Type="http://schemas.openxmlformats.org/officeDocument/2006/relationships/image" Target="../media/image170.png"/><Relationship Id="rId124" Type="http://schemas.openxmlformats.org/officeDocument/2006/relationships/customXml" Target="../ink/ink176.xml"/><Relationship Id="rId70" Type="http://schemas.openxmlformats.org/officeDocument/2006/relationships/customXml" Target="../ink/ink149.xml"/><Relationship Id="rId91" Type="http://schemas.openxmlformats.org/officeDocument/2006/relationships/image" Target="../media/image164.png"/><Relationship Id="rId145" Type="http://schemas.openxmlformats.org/officeDocument/2006/relationships/image" Target="../media/image191.png"/><Relationship Id="rId166" Type="http://schemas.openxmlformats.org/officeDocument/2006/relationships/customXml" Target="../ink/ink197.xml"/><Relationship Id="rId187" Type="http://schemas.openxmlformats.org/officeDocument/2006/relationships/image" Target="../media/image212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20.xml"/><Relationship Id="rId28" Type="http://schemas.openxmlformats.org/officeDocument/2006/relationships/customXml" Target="../ink/ink128.xml"/><Relationship Id="rId49" Type="http://schemas.openxmlformats.org/officeDocument/2006/relationships/image" Target="../media/image143.png"/><Relationship Id="rId114" Type="http://schemas.openxmlformats.org/officeDocument/2006/relationships/customXml" Target="../ink/ink171.xml"/><Relationship Id="rId60" Type="http://schemas.openxmlformats.org/officeDocument/2006/relationships/customXml" Target="../ink/ink144.xml"/><Relationship Id="rId81" Type="http://schemas.openxmlformats.org/officeDocument/2006/relationships/image" Target="../media/image159.png"/><Relationship Id="rId135" Type="http://schemas.openxmlformats.org/officeDocument/2006/relationships/image" Target="../media/image186.png"/><Relationship Id="rId156" Type="http://schemas.openxmlformats.org/officeDocument/2006/relationships/customXml" Target="../ink/ink192.xml"/><Relationship Id="rId177" Type="http://schemas.openxmlformats.org/officeDocument/2006/relationships/image" Target="../media/image207.png"/><Relationship Id="rId198" Type="http://schemas.openxmlformats.org/officeDocument/2006/relationships/customXml" Target="../ink/ink213.xml"/><Relationship Id="rId202" Type="http://schemas.openxmlformats.org/officeDocument/2006/relationships/customXml" Target="../ink/ink215.xml"/><Relationship Id="rId18" Type="http://schemas.openxmlformats.org/officeDocument/2006/relationships/customXml" Target="../ink/ink123.xml"/><Relationship Id="rId39" Type="http://schemas.openxmlformats.org/officeDocument/2006/relationships/image" Target="../media/image138.png"/><Relationship Id="rId50" Type="http://schemas.openxmlformats.org/officeDocument/2006/relationships/customXml" Target="../ink/ink139.xml"/><Relationship Id="rId104" Type="http://schemas.openxmlformats.org/officeDocument/2006/relationships/customXml" Target="../ink/ink166.xml"/><Relationship Id="rId125" Type="http://schemas.openxmlformats.org/officeDocument/2006/relationships/image" Target="../media/image181.png"/><Relationship Id="rId146" Type="http://schemas.openxmlformats.org/officeDocument/2006/relationships/customXml" Target="../ink/ink187.xml"/><Relationship Id="rId167" Type="http://schemas.openxmlformats.org/officeDocument/2006/relationships/image" Target="../media/image202.png"/><Relationship Id="rId188" Type="http://schemas.openxmlformats.org/officeDocument/2006/relationships/customXml" Target="../ink/ink208.xml"/><Relationship Id="rId71" Type="http://schemas.openxmlformats.org/officeDocument/2006/relationships/image" Target="../media/image154.png"/><Relationship Id="rId92" Type="http://schemas.openxmlformats.org/officeDocument/2006/relationships/customXml" Target="../ink/ink160.xml"/><Relationship Id="rId213" Type="http://schemas.openxmlformats.org/officeDocument/2006/relationships/image" Target="../media/image225.png"/><Relationship Id="rId2" Type="http://schemas.openxmlformats.org/officeDocument/2006/relationships/customXml" Target="../ink/ink115.xml"/><Relationship Id="rId29" Type="http://schemas.openxmlformats.org/officeDocument/2006/relationships/image" Target="../media/image133.png"/><Relationship Id="rId40" Type="http://schemas.openxmlformats.org/officeDocument/2006/relationships/customXml" Target="../ink/ink134.xml"/><Relationship Id="rId115" Type="http://schemas.openxmlformats.org/officeDocument/2006/relationships/image" Target="../media/image176.png"/><Relationship Id="rId136" Type="http://schemas.openxmlformats.org/officeDocument/2006/relationships/customXml" Target="../ink/ink182.xml"/><Relationship Id="rId157" Type="http://schemas.openxmlformats.org/officeDocument/2006/relationships/image" Target="../media/image197.png"/><Relationship Id="rId178" Type="http://schemas.openxmlformats.org/officeDocument/2006/relationships/customXml" Target="../ink/ink203.xml"/><Relationship Id="rId61" Type="http://schemas.openxmlformats.org/officeDocument/2006/relationships/image" Target="../media/image149.png"/><Relationship Id="rId82" Type="http://schemas.openxmlformats.org/officeDocument/2006/relationships/customXml" Target="../ink/ink155.xml"/><Relationship Id="rId199" Type="http://schemas.openxmlformats.org/officeDocument/2006/relationships/image" Target="../media/image218.png"/><Relationship Id="rId203" Type="http://schemas.openxmlformats.org/officeDocument/2006/relationships/image" Target="../media/image220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84.png"/><Relationship Id="rId21" Type="http://schemas.openxmlformats.org/officeDocument/2006/relationships/image" Target="../media/image236.png"/><Relationship Id="rId42" Type="http://schemas.openxmlformats.org/officeDocument/2006/relationships/customXml" Target="../ink/ink242.xml"/><Relationship Id="rId63" Type="http://schemas.openxmlformats.org/officeDocument/2006/relationships/image" Target="../media/image257.png"/><Relationship Id="rId84" Type="http://schemas.openxmlformats.org/officeDocument/2006/relationships/customXml" Target="../ink/ink263.xml"/><Relationship Id="rId138" Type="http://schemas.openxmlformats.org/officeDocument/2006/relationships/image" Target="../media/image294.png"/><Relationship Id="rId159" Type="http://schemas.openxmlformats.org/officeDocument/2006/relationships/customXml" Target="../ink/ink301.xml"/><Relationship Id="rId170" Type="http://schemas.openxmlformats.org/officeDocument/2006/relationships/image" Target="../media/image310.png"/><Relationship Id="rId191" Type="http://schemas.openxmlformats.org/officeDocument/2006/relationships/customXml" Target="../ink/ink317.xml"/><Relationship Id="rId107" Type="http://schemas.openxmlformats.org/officeDocument/2006/relationships/image" Target="../media/image279.png"/><Relationship Id="rId11" Type="http://schemas.openxmlformats.org/officeDocument/2006/relationships/image" Target="../media/image231.png"/><Relationship Id="rId32" Type="http://schemas.openxmlformats.org/officeDocument/2006/relationships/customXml" Target="../ink/ink237.xml"/><Relationship Id="rId53" Type="http://schemas.openxmlformats.org/officeDocument/2006/relationships/image" Target="../media/image252.png"/><Relationship Id="rId74" Type="http://schemas.openxmlformats.org/officeDocument/2006/relationships/customXml" Target="../ink/ink258.xml"/><Relationship Id="rId128" Type="http://schemas.openxmlformats.org/officeDocument/2006/relationships/image" Target="../media/image289.png"/><Relationship Id="rId149" Type="http://schemas.openxmlformats.org/officeDocument/2006/relationships/customXml" Target="../ink/ink296.xml"/><Relationship Id="rId5" Type="http://schemas.openxmlformats.org/officeDocument/2006/relationships/image" Target="../media/image228.png"/><Relationship Id="rId95" Type="http://schemas.openxmlformats.org/officeDocument/2006/relationships/image" Target="../media/image273.png"/><Relationship Id="rId160" Type="http://schemas.openxmlformats.org/officeDocument/2006/relationships/image" Target="../media/image305.png"/><Relationship Id="rId181" Type="http://schemas.openxmlformats.org/officeDocument/2006/relationships/customXml" Target="../ink/ink312.xml"/><Relationship Id="rId22" Type="http://schemas.openxmlformats.org/officeDocument/2006/relationships/customXml" Target="../ink/ink232.xml"/><Relationship Id="rId43" Type="http://schemas.openxmlformats.org/officeDocument/2006/relationships/image" Target="../media/image247.png"/><Relationship Id="rId64" Type="http://schemas.openxmlformats.org/officeDocument/2006/relationships/customXml" Target="../ink/ink253.xml"/><Relationship Id="rId118" Type="http://schemas.openxmlformats.org/officeDocument/2006/relationships/customXml" Target="../ink/ink280.xml"/><Relationship Id="rId139" Type="http://schemas.openxmlformats.org/officeDocument/2006/relationships/customXml" Target="../ink/ink291.xml"/><Relationship Id="rId85" Type="http://schemas.openxmlformats.org/officeDocument/2006/relationships/image" Target="../media/image268.png"/><Relationship Id="rId150" Type="http://schemas.openxmlformats.org/officeDocument/2006/relationships/image" Target="../media/image300.png"/><Relationship Id="rId171" Type="http://schemas.openxmlformats.org/officeDocument/2006/relationships/customXml" Target="../ink/ink307.xml"/><Relationship Id="rId192" Type="http://schemas.openxmlformats.org/officeDocument/2006/relationships/image" Target="../media/image321.png"/><Relationship Id="rId12" Type="http://schemas.openxmlformats.org/officeDocument/2006/relationships/customXml" Target="../ink/ink227.xml"/><Relationship Id="rId33" Type="http://schemas.openxmlformats.org/officeDocument/2006/relationships/image" Target="../media/image242.png"/><Relationship Id="rId108" Type="http://schemas.openxmlformats.org/officeDocument/2006/relationships/customXml" Target="../ink/ink275.xml"/><Relationship Id="rId129" Type="http://schemas.openxmlformats.org/officeDocument/2006/relationships/customXml" Target="../ink/ink286.xml"/><Relationship Id="rId54" Type="http://schemas.openxmlformats.org/officeDocument/2006/relationships/customXml" Target="../ink/ink248.xml"/><Relationship Id="rId75" Type="http://schemas.openxmlformats.org/officeDocument/2006/relationships/image" Target="../media/image263.png"/><Relationship Id="rId96" Type="http://schemas.openxmlformats.org/officeDocument/2006/relationships/customXml" Target="../ink/ink269.xml"/><Relationship Id="rId140" Type="http://schemas.openxmlformats.org/officeDocument/2006/relationships/image" Target="../media/image295.png"/><Relationship Id="rId161" Type="http://schemas.openxmlformats.org/officeDocument/2006/relationships/customXml" Target="../ink/ink302.xml"/><Relationship Id="rId182" Type="http://schemas.openxmlformats.org/officeDocument/2006/relationships/image" Target="../media/image316.png"/><Relationship Id="rId6" Type="http://schemas.openxmlformats.org/officeDocument/2006/relationships/customXml" Target="../ink/ink224.xml"/><Relationship Id="rId23" Type="http://schemas.openxmlformats.org/officeDocument/2006/relationships/image" Target="../media/image237.png"/><Relationship Id="rId119" Type="http://schemas.openxmlformats.org/officeDocument/2006/relationships/image" Target="../media/image285.png"/><Relationship Id="rId44" Type="http://schemas.openxmlformats.org/officeDocument/2006/relationships/customXml" Target="../ink/ink243.xml"/><Relationship Id="rId65" Type="http://schemas.openxmlformats.org/officeDocument/2006/relationships/image" Target="../media/image258.png"/><Relationship Id="rId86" Type="http://schemas.openxmlformats.org/officeDocument/2006/relationships/customXml" Target="../ink/ink264.xml"/><Relationship Id="rId130" Type="http://schemas.openxmlformats.org/officeDocument/2006/relationships/image" Target="../media/image290.png"/><Relationship Id="rId151" Type="http://schemas.openxmlformats.org/officeDocument/2006/relationships/customXml" Target="../ink/ink297.xml"/><Relationship Id="rId172" Type="http://schemas.openxmlformats.org/officeDocument/2006/relationships/image" Target="../media/image311.png"/><Relationship Id="rId13" Type="http://schemas.openxmlformats.org/officeDocument/2006/relationships/image" Target="../media/image232.png"/><Relationship Id="rId18" Type="http://schemas.openxmlformats.org/officeDocument/2006/relationships/customXml" Target="../ink/ink230.xml"/><Relationship Id="rId39" Type="http://schemas.openxmlformats.org/officeDocument/2006/relationships/image" Target="../media/image245.png"/><Relationship Id="rId109" Type="http://schemas.openxmlformats.org/officeDocument/2006/relationships/image" Target="../media/image280.png"/><Relationship Id="rId34" Type="http://schemas.openxmlformats.org/officeDocument/2006/relationships/customXml" Target="../ink/ink238.xml"/><Relationship Id="rId50" Type="http://schemas.openxmlformats.org/officeDocument/2006/relationships/customXml" Target="../ink/ink246.xml"/><Relationship Id="rId55" Type="http://schemas.openxmlformats.org/officeDocument/2006/relationships/image" Target="../media/image253.png"/><Relationship Id="rId76" Type="http://schemas.openxmlformats.org/officeDocument/2006/relationships/customXml" Target="../ink/ink259.xml"/><Relationship Id="rId97" Type="http://schemas.openxmlformats.org/officeDocument/2006/relationships/image" Target="../media/image274.png"/><Relationship Id="rId104" Type="http://schemas.openxmlformats.org/officeDocument/2006/relationships/customXml" Target="../ink/ink273.xml"/><Relationship Id="rId120" Type="http://schemas.openxmlformats.org/officeDocument/2006/relationships/customXml" Target="../ink/ink281.xml"/><Relationship Id="rId125" Type="http://schemas.openxmlformats.org/officeDocument/2006/relationships/image" Target="../media/image288.png"/><Relationship Id="rId141" Type="http://schemas.openxmlformats.org/officeDocument/2006/relationships/customXml" Target="../ink/ink292.xml"/><Relationship Id="rId146" Type="http://schemas.openxmlformats.org/officeDocument/2006/relationships/image" Target="../media/image298.png"/><Relationship Id="rId167" Type="http://schemas.openxmlformats.org/officeDocument/2006/relationships/customXml" Target="../ink/ink305.xml"/><Relationship Id="rId188" Type="http://schemas.openxmlformats.org/officeDocument/2006/relationships/image" Target="../media/image319.png"/><Relationship Id="rId7" Type="http://schemas.openxmlformats.org/officeDocument/2006/relationships/image" Target="../media/image229.png"/><Relationship Id="rId71" Type="http://schemas.openxmlformats.org/officeDocument/2006/relationships/image" Target="../media/image261.png"/><Relationship Id="rId92" Type="http://schemas.openxmlformats.org/officeDocument/2006/relationships/customXml" Target="../ink/ink267.xml"/><Relationship Id="rId162" Type="http://schemas.openxmlformats.org/officeDocument/2006/relationships/image" Target="../media/image306.png"/><Relationship Id="rId183" Type="http://schemas.openxmlformats.org/officeDocument/2006/relationships/customXml" Target="../ink/ink313.xml"/><Relationship Id="rId2" Type="http://schemas.openxmlformats.org/officeDocument/2006/relationships/customXml" Target="../ink/ink222.xml"/><Relationship Id="rId29" Type="http://schemas.openxmlformats.org/officeDocument/2006/relationships/image" Target="../media/image240.png"/><Relationship Id="rId24" Type="http://schemas.openxmlformats.org/officeDocument/2006/relationships/customXml" Target="../ink/ink233.xml"/><Relationship Id="rId40" Type="http://schemas.openxmlformats.org/officeDocument/2006/relationships/customXml" Target="../ink/ink241.xml"/><Relationship Id="rId45" Type="http://schemas.openxmlformats.org/officeDocument/2006/relationships/image" Target="../media/image248.png"/><Relationship Id="rId66" Type="http://schemas.openxmlformats.org/officeDocument/2006/relationships/customXml" Target="../ink/ink254.xml"/><Relationship Id="rId87" Type="http://schemas.openxmlformats.org/officeDocument/2006/relationships/image" Target="../media/image269.png"/><Relationship Id="rId110" Type="http://schemas.openxmlformats.org/officeDocument/2006/relationships/customXml" Target="../ink/ink276.xml"/><Relationship Id="rId115" Type="http://schemas.openxmlformats.org/officeDocument/2006/relationships/image" Target="../media/image283.png"/><Relationship Id="rId131" Type="http://schemas.openxmlformats.org/officeDocument/2006/relationships/customXml" Target="../ink/ink287.xml"/><Relationship Id="rId136" Type="http://schemas.openxmlformats.org/officeDocument/2006/relationships/image" Target="../media/image293.png"/><Relationship Id="rId157" Type="http://schemas.openxmlformats.org/officeDocument/2006/relationships/customXml" Target="../ink/ink300.xml"/><Relationship Id="rId178" Type="http://schemas.openxmlformats.org/officeDocument/2006/relationships/image" Target="../media/image314.png"/><Relationship Id="rId61" Type="http://schemas.openxmlformats.org/officeDocument/2006/relationships/image" Target="../media/image256.png"/><Relationship Id="rId82" Type="http://schemas.openxmlformats.org/officeDocument/2006/relationships/customXml" Target="../ink/ink262.xml"/><Relationship Id="rId152" Type="http://schemas.openxmlformats.org/officeDocument/2006/relationships/image" Target="../media/image301.png"/><Relationship Id="rId173" Type="http://schemas.openxmlformats.org/officeDocument/2006/relationships/customXml" Target="../ink/ink308.xml"/><Relationship Id="rId19" Type="http://schemas.openxmlformats.org/officeDocument/2006/relationships/image" Target="../media/image235.png"/><Relationship Id="rId14" Type="http://schemas.openxmlformats.org/officeDocument/2006/relationships/customXml" Target="../ink/ink228.xml"/><Relationship Id="rId30" Type="http://schemas.openxmlformats.org/officeDocument/2006/relationships/customXml" Target="../ink/ink236.xml"/><Relationship Id="rId35" Type="http://schemas.openxmlformats.org/officeDocument/2006/relationships/image" Target="../media/image243.png"/><Relationship Id="rId56" Type="http://schemas.openxmlformats.org/officeDocument/2006/relationships/customXml" Target="../ink/ink249.xml"/><Relationship Id="rId77" Type="http://schemas.openxmlformats.org/officeDocument/2006/relationships/image" Target="../media/image264.png"/><Relationship Id="rId100" Type="http://schemas.openxmlformats.org/officeDocument/2006/relationships/customXml" Target="../ink/ink271.xml"/><Relationship Id="rId105" Type="http://schemas.openxmlformats.org/officeDocument/2006/relationships/image" Target="../media/image278.png"/><Relationship Id="rId126" Type="http://schemas.openxmlformats.org/officeDocument/2006/relationships/customXml" Target="../ink/ink284.xml"/><Relationship Id="rId147" Type="http://schemas.openxmlformats.org/officeDocument/2006/relationships/customXml" Target="../ink/ink295.xml"/><Relationship Id="rId168" Type="http://schemas.openxmlformats.org/officeDocument/2006/relationships/image" Target="../media/image309.png"/><Relationship Id="rId8" Type="http://schemas.openxmlformats.org/officeDocument/2006/relationships/customXml" Target="../ink/ink225.xml"/><Relationship Id="rId51" Type="http://schemas.openxmlformats.org/officeDocument/2006/relationships/image" Target="../media/image251.png"/><Relationship Id="rId72" Type="http://schemas.openxmlformats.org/officeDocument/2006/relationships/customXml" Target="../ink/ink257.xml"/><Relationship Id="rId93" Type="http://schemas.openxmlformats.org/officeDocument/2006/relationships/image" Target="../media/image272.png"/><Relationship Id="rId98" Type="http://schemas.openxmlformats.org/officeDocument/2006/relationships/customXml" Target="../ink/ink270.xml"/><Relationship Id="rId121" Type="http://schemas.openxmlformats.org/officeDocument/2006/relationships/image" Target="../media/image286.png"/><Relationship Id="rId142" Type="http://schemas.openxmlformats.org/officeDocument/2006/relationships/image" Target="../media/image296.png"/><Relationship Id="rId163" Type="http://schemas.openxmlformats.org/officeDocument/2006/relationships/customXml" Target="../ink/ink303.xml"/><Relationship Id="rId184" Type="http://schemas.openxmlformats.org/officeDocument/2006/relationships/image" Target="../media/image317.png"/><Relationship Id="rId189" Type="http://schemas.openxmlformats.org/officeDocument/2006/relationships/customXml" Target="../ink/ink316.xml"/><Relationship Id="rId3" Type="http://schemas.openxmlformats.org/officeDocument/2006/relationships/image" Target="../media/image227.png"/><Relationship Id="rId25" Type="http://schemas.openxmlformats.org/officeDocument/2006/relationships/image" Target="../media/image238.png"/><Relationship Id="rId46" Type="http://schemas.openxmlformats.org/officeDocument/2006/relationships/customXml" Target="../ink/ink244.xml"/><Relationship Id="rId67" Type="http://schemas.openxmlformats.org/officeDocument/2006/relationships/image" Target="../media/image259.png"/><Relationship Id="rId116" Type="http://schemas.openxmlformats.org/officeDocument/2006/relationships/customXml" Target="../ink/ink279.xml"/><Relationship Id="rId137" Type="http://schemas.openxmlformats.org/officeDocument/2006/relationships/customXml" Target="../ink/ink290.xml"/><Relationship Id="rId158" Type="http://schemas.openxmlformats.org/officeDocument/2006/relationships/image" Target="../media/image304.png"/><Relationship Id="rId20" Type="http://schemas.openxmlformats.org/officeDocument/2006/relationships/customXml" Target="../ink/ink231.xml"/><Relationship Id="rId41" Type="http://schemas.openxmlformats.org/officeDocument/2006/relationships/image" Target="../media/image246.png"/><Relationship Id="rId62" Type="http://schemas.openxmlformats.org/officeDocument/2006/relationships/customXml" Target="../ink/ink252.xml"/><Relationship Id="rId83" Type="http://schemas.openxmlformats.org/officeDocument/2006/relationships/image" Target="../media/image267.png"/><Relationship Id="rId88" Type="http://schemas.openxmlformats.org/officeDocument/2006/relationships/customXml" Target="../ink/ink265.xml"/><Relationship Id="rId111" Type="http://schemas.openxmlformats.org/officeDocument/2006/relationships/image" Target="../media/image281.png"/><Relationship Id="rId132" Type="http://schemas.openxmlformats.org/officeDocument/2006/relationships/image" Target="../media/image291.png"/><Relationship Id="rId153" Type="http://schemas.openxmlformats.org/officeDocument/2006/relationships/customXml" Target="../ink/ink298.xml"/><Relationship Id="rId174" Type="http://schemas.openxmlformats.org/officeDocument/2006/relationships/image" Target="../media/image312.png"/><Relationship Id="rId179" Type="http://schemas.openxmlformats.org/officeDocument/2006/relationships/customXml" Target="../ink/ink311.xml"/><Relationship Id="rId190" Type="http://schemas.openxmlformats.org/officeDocument/2006/relationships/image" Target="../media/image320.png"/><Relationship Id="rId15" Type="http://schemas.openxmlformats.org/officeDocument/2006/relationships/image" Target="../media/image233.png"/><Relationship Id="rId36" Type="http://schemas.openxmlformats.org/officeDocument/2006/relationships/customXml" Target="../ink/ink239.xml"/><Relationship Id="rId57" Type="http://schemas.openxmlformats.org/officeDocument/2006/relationships/image" Target="../media/image254.png"/><Relationship Id="rId106" Type="http://schemas.openxmlformats.org/officeDocument/2006/relationships/customXml" Target="../ink/ink274.xml"/><Relationship Id="rId127" Type="http://schemas.openxmlformats.org/officeDocument/2006/relationships/customXml" Target="../ink/ink285.xml"/><Relationship Id="rId10" Type="http://schemas.openxmlformats.org/officeDocument/2006/relationships/customXml" Target="../ink/ink226.xml"/><Relationship Id="rId31" Type="http://schemas.openxmlformats.org/officeDocument/2006/relationships/image" Target="../media/image241.png"/><Relationship Id="rId52" Type="http://schemas.openxmlformats.org/officeDocument/2006/relationships/customXml" Target="../ink/ink247.xml"/><Relationship Id="rId73" Type="http://schemas.openxmlformats.org/officeDocument/2006/relationships/image" Target="../media/image262.png"/><Relationship Id="rId78" Type="http://schemas.openxmlformats.org/officeDocument/2006/relationships/customXml" Target="../ink/ink260.xml"/><Relationship Id="rId94" Type="http://schemas.openxmlformats.org/officeDocument/2006/relationships/customXml" Target="../ink/ink268.xml"/><Relationship Id="rId99" Type="http://schemas.openxmlformats.org/officeDocument/2006/relationships/image" Target="../media/image275.png"/><Relationship Id="rId101" Type="http://schemas.openxmlformats.org/officeDocument/2006/relationships/image" Target="../media/image276.png"/><Relationship Id="rId122" Type="http://schemas.openxmlformats.org/officeDocument/2006/relationships/customXml" Target="../ink/ink282.xml"/><Relationship Id="rId143" Type="http://schemas.openxmlformats.org/officeDocument/2006/relationships/customXml" Target="../ink/ink293.xml"/><Relationship Id="rId148" Type="http://schemas.openxmlformats.org/officeDocument/2006/relationships/image" Target="../media/image299.png"/><Relationship Id="rId164" Type="http://schemas.openxmlformats.org/officeDocument/2006/relationships/image" Target="../media/image307.png"/><Relationship Id="rId169" Type="http://schemas.openxmlformats.org/officeDocument/2006/relationships/customXml" Target="../ink/ink306.xml"/><Relationship Id="rId185" Type="http://schemas.openxmlformats.org/officeDocument/2006/relationships/customXml" Target="../ink/ink314.xml"/><Relationship Id="rId4" Type="http://schemas.openxmlformats.org/officeDocument/2006/relationships/customXml" Target="../ink/ink223.xml"/><Relationship Id="rId9" Type="http://schemas.openxmlformats.org/officeDocument/2006/relationships/image" Target="../media/image230.png"/><Relationship Id="rId180" Type="http://schemas.openxmlformats.org/officeDocument/2006/relationships/image" Target="../media/image315.png"/><Relationship Id="rId26" Type="http://schemas.openxmlformats.org/officeDocument/2006/relationships/customXml" Target="../ink/ink234.xml"/><Relationship Id="rId47" Type="http://schemas.openxmlformats.org/officeDocument/2006/relationships/image" Target="../media/image249.png"/><Relationship Id="rId68" Type="http://schemas.openxmlformats.org/officeDocument/2006/relationships/customXml" Target="../ink/ink255.xml"/><Relationship Id="rId89" Type="http://schemas.openxmlformats.org/officeDocument/2006/relationships/image" Target="../media/image270.png"/><Relationship Id="rId112" Type="http://schemas.openxmlformats.org/officeDocument/2006/relationships/customXml" Target="../ink/ink277.xml"/><Relationship Id="rId133" Type="http://schemas.openxmlformats.org/officeDocument/2006/relationships/customXml" Target="../ink/ink288.xml"/><Relationship Id="rId154" Type="http://schemas.openxmlformats.org/officeDocument/2006/relationships/image" Target="../media/image302.png"/><Relationship Id="rId175" Type="http://schemas.openxmlformats.org/officeDocument/2006/relationships/customXml" Target="../ink/ink309.xml"/><Relationship Id="rId16" Type="http://schemas.openxmlformats.org/officeDocument/2006/relationships/customXml" Target="../ink/ink229.xml"/><Relationship Id="rId37" Type="http://schemas.openxmlformats.org/officeDocument/2006/relationships/image" Target="../media/image244.png"/><Relationship Id="rId58" Type="http://schemas.openxmlformats.org/officeDocument/2006/relationships/customXml" Target="../ink/ink250.xml"/><Relationship Id="rId79" Type="http://schemas.openxmlformats.org/officeDocument/2006/relationships/image" Target="../media/image265.png"/><Relationship Id="rId102" Type="http://schemas.openxmlformats.org/officeDocument/2006/relationships/customXml" Target="../ink/ink272.xml"/><Relationship Id="rId123" Type="http://schemas.openxmlformats.org/officeDocument/2006/relationships/image" Target="../media/image287.png"/><Relationship Id="rId144" Type="http://schemas.openxmlformats.org/officeDocument/2006/relationships/image" Target="../media/image297.png"/><Relationship Id="rId90" Type="http://schemas.openxmlformats.org/officeDocument/2006/relationships/customXml" Target="../ink/ink266.xml"/><Relationship Id="rId165" Type="http://schemas.openxmlformats.org/officeDocument/2006/relationships/customXml" Target="../ink/ink304.xml"/><Relationship Id="rId186" Type="http://schemas.openxmlformats.org/officeDocument/2006/relationships/image" Target="../media/image318.png"/><Relationship Id="rId27" Type="http://schemas.openxmlformats.org/officeDocument/2006/relationships/image" Target="../media/image239.png"/><Relationship Id="rId48" Type="http://schemas.openxmlformats.org/officeDocument/2006/relationships/customXml" Target="../ink/ink245.xml"/><Relationship Id="rId69" Type="http://schemas.openxmlformats.org/officeDocument/2006/relationships/image" Target="../media/image260.png"/><Relationship Id="rId113" Type="http://schemas.openxmlformats.org/officeDocument/2006/relationships/image" Target="../media/image282.png"/><Relationship Id="rId134" Type="http://schemas.openxmlformats.org/officeDocument/2006/relationships/image" Target="../media/image292.png"/><Relationship Id="rId80" Type="http://schemas.openxmlformats.org/officeDocument/2006/relationships/customXml" Target="../ink/ink261.xml"/><Relationship Id="rId155" Type="http://schemas.openxmlformats.org/officeDocument/2006/relationships/customXml" Target="../ink/ink299.xml"/><Relationship Id="rId176" Type="http://schemas.openxmlformats.org/officeDocument/2006/relationships/image" Target="../media/image313.png"/><Relationship Id="rId17" Type="http://schemas.openxmlformats.org/officeDocument/2006/relationships/image" Target="../media/image234.png"/><Relationship Id="rId38" Type="http://schemas.openxmlformats.org/officeDocument/2006/relationships/customXml" Target="../ink/ink240.xml"/><Relationship Id="rId59" Type="http://schemas.openxmlformats.org/officeDocument/2006/relationships/image" Target="../media/image255.png"/><Relationship Id="rId103" Type="http://schemas.openxmlformats.org/officeDocument/2006/relationships/image" Target="../media/image277.png"/><Relationship Id="rId124" Type="http://schemas.openxmlformats.org/officeDocument/2006/relationships/customXml" Target="../ink/ink283.xml"/><Relationship Id="rId70" Type="http://schemas.openxmlformats.org/officeDocument/2006/relationships/customXml" Target="../ink/ink256.xml"/><Relationship Id="rId91" Type="http://schemas.openxmlformats.org/officeDocument/2006/relationships/image" Target="../media/image271.png"/><Relationship Id="rId145" Type="http://schemas.openxmlformats.org/officeDocument/2006/relationships/customXml" Target="../ink/ink294.xml"/><Relationship Id="rId166" Type="http://schemas.openxmlformats.org/officeDocument/2006/relationships/image" Target="../media/image308.png"/><Relationship Id="rId187" Type="http://schemas.openxmlformats.org/officeDocument/2006/relationships/customXml" Target="../ink/ink315.xml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235.xml"/><Relationship Id="rId49" Type="http://schemas.openxmlformats.org/officeDocument/2006/relationships/image" Target="../media/image250.png"/><Relationship Id="rId114" Type="http://schemas.openxmlformats.org/officeDocument/2006/relationships/customXml" Target="../ink/ink278.xml"/><Relationship Id="rId60" Type="http://schemas.openxmlformats.org/officeDocument/2006/relationships/customXml" Target="../ink/ink251.xml"/><Relationship Id="rId81" Type="http://schemas.openxmlformats.org/officeDocument/2006/relationships/image" Target="../media/image266.png"/><Relationship Id="rId135" Type="http://schemas.openxmlformats.org/officeDocument/2006/relationships/customXml" Target="../ink/ink289.xml"/><Relationship Id="rId156" Type="http://schemas.openxmlformats.org/officeDocument/2006/relationships/image" Target="../media/image303.png"/><Relationship Id="rId177" Type="http://schemas.openxmlformats.org/officeDocument/2006/relationships/customXml" Target="../ink/ink310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79.png"/><Relationship Id="rId21" Type="http://schemas.openxmlformats.org/officeDocument/2006/relationships/image" Target="../media/image331.png"/><Relationship Id="rId42" Type="http://schemas.openxmlformats.org/officeDocument/2006/relationships/customXml" Target="../ink/ink338.xml"/><Relationship Id="rId63" Type="http://schemas.openxmlformats.org/officeDocument/2006/relationships/image" Target="../media/image352.png"/><Relationship Id="rId84" Type="http://schemas.openxmlformats.org/officeDocument/2006/relationships/customXml" Target="../ink/ink359.xml"/><Relationship Id="rId138" Type="http://schemas.openxmlformats.org/officeDocument/2006/relationships/customXml" Target="../ink/ink386.xml"/><Relationship Id="rId159" Type="http://schemas.openxmlformats.org/officeDocument/2006/relationships/image" Target="../media/image400.png"/><Relationship Id="rId170" Type="http://schemas.openxmlformats.org/officeDocument/2006/relationships/customXml" Target="../ink/ink402.xml"/><Relationship Id="rId191" Type="http://schemas.openxmlformats.org/officeDocument/2006/relationships/image" Target="../media/image416.png"/><Relationship Id="rId205" Type="http://schemas.openxmlformats.org/officeDocument/2006/relationships/image" Target="../media/image423.png"/><Relationship Id="rId226" Type="http://schemas.openxmlformats.org/officeDocument/2006/relationships/customXml" Target="../ink/ink430.xml"/><Relationship Id="rId107" Type="http://schemas.openxmlformats.org/officeDocument/2006/relationships/image" Target="../media/image374.png"/><Relationship Id="rId11" Type="http://schemas.openxmlformats.org/officeDocument/2006/relationships/image" Target="../media/image326.png"/><Relationship Id="rId32" Type="http://schemas.openxmlformats.org/officeDocument/2006/relationships/customXml" Target="../ink/ink333.xml"/><Relationship Id="rId53" Type="http://schemas.openxmlformats.org/officeDocument/2006/relationships/image" Target="../media/image347.png"/><Relationship Id="rId74" Type="http://schemas.openxmlformats.org/officeDocument/2006/relationships/customXml" Target="../ink/ink354.xml"/><Relationship Id="rId128" Type="http://schemas.openxmlformats.org/officeDocument/2006/relationships/customXml" Target="../ink/ink381.xml"/><Relationship Id="rId149" Type="http://schemas.openxmlformats.org/officeDocument/2006/relationships/image" Target="../media/image395.png"/><Relationship Id="rId5" Type="http://schemas.openxmlformats.org/officeDocument/2006/relationships/image" Target="../media/image323.png"/><Relationship Id="rId95" Type="http://schemas.openxmlformats.org/officeDocument/2006/relationships/image" Target="../media/image368.png"/><Relationship Id="rId160" Type="http://schemas.openxmlformats.org/officeDocument/2006/relationships/customXml" Target="../ink/ink397.xml"/><Relationship Id="rId181" Type="http://schemas.openxmlformats.org/officeDocument/2006/relationships/image" Target="../media/image411.png"/><Relationship Id="rId216" Type="http://schemas.openxmlformats.org/officeDocument/2006/relationships/customXml" Target="../ink/ink425.xml"/><Relationship Id="rId237" Type="http://schemas.openxmlformats.org/officeDocument/2006/relationships/image" Target="../media/image439.png"/><Relationship Id="rId22" Type="http://schemas.openxmlformats.org/officeDocument/2006/relationships/customXml" Target="../ink/ink328.xml"/><Relationship Id="rId43" Type="http://schemas.openxmlformats.org/officeDocument/2006/relationships/image" Target="../media/image342.png"/><Relationship Id="rId64" Type="http://schemas.openxmlformats.org/officeDocument/2006/relationships/customXml" Target="../ink/ink349.xml"/><Relationship Id="rId118" Type="http://schemas.openxmlformats.org/officeDocument/2006/relationships/customXml" Target="../ink/ink376.xml"/><Relationship Id="rId139" Type="http://schemas.openxmlformats.org/officeDocument/2006/relationships/image" Target="../media/image390.png"/><Relationship Id="rId85" Type="http://schemas.openxmlformats.org/officeDocument/2006/relationships/image" Target="../media/image363.png"/><Relationship Id="rId150" Type="http://schemas.openxmlformats.org/officeDocument/2006/relationships/customXml" Target="../ink/ink392.xml"/><Relationship Id="rId171" Type="http://schemas.openxmlformats.org/officeDocument/2006/relationships/image" Target="../media/image406.png"/><Relationship Id="rId192" Type="http://schemas.openxmlformats.org/officeDocument/2006/relationships/customXml" Target="../ink/ink413.xml"/><Relationship Id="rId206" Type="http://schemas.openxmlformats.org/officeDocument/2006/relationships/customXml" Target="../ink/ink420.xml"/><Relationship Id="rId227" Type="http://schemas.openxmlformats.org/officeDocument/2006/relationships/image" Target="../media/image434.png"/><Relationship Id="rId12" Type="http://schemas.openxmlformats.org/officeDocument/2006/relationships/customXml" Target="../ink/ink323.xml"/><Relationship Id="rId33" Type="http://schemas.openxmlformats.org/officeDocument/2006/relationships/image" Target="../media/image337.png"/><Relationship Id="rId108" Type="http://schemas.openxmlformats.org/officeDocument/2006/relationships/customXml" Target="../ink/ink371.xml"/><Relationship Id="rId129" Type="http://schemas.openxmlformats.org/officeDocument/2006/relationships/image" Target="../media/image385.png"/><Relationship Id="rId54" Type="http://schemas.openxmlformats.org/officeDocument/2006/relationships/customXml" Target="../ink/ink344.xml"/><Relationship Id="rId75" Type="http://schemas.openxmlformats.org/officeDocument/2006/relationships/image" Target="../media/image358.png"/><Relationship Id="rId96" Type="http://schemas.openxmlformats.org/officeDocument/2006/relationships/customXml" Target="../ink/ink365.xml"/><Relationship Id="rId140" Type="http://schemas.openxmlformats.org/officeDocument/2006/relationships/customXml" Target="../ink/ink387.xml"/><Relationship Id="rId161" Type="http://schemas.openxmlformats.org/officeDocument/2006/relationships/image" Target="../media/image401.png"/><Relationship Id="rId182" Type="http://schemas.openxmlformats.org/officeDocument/2006/relationships/customXml" Target="../ink/ink408.xml"/><Relationship Id="rId217" Type="http://schemas.openxmlformats.org/officeDocument/2006/relationships/image" Target="../media/image429.png"/><Relationship Id="rId6" Type="http://schemas.openxmlformats.org/officeDocument/2006/relationships/customXml" Target="../ink/ink320.xml"/><Relationship Id="rId238" Type="http://schemas.openxmlformats.org/officeDocument/2006/relationships/customXml" Target="../ink/ink436.xml"/><Relationship Id="rId23" Type="http://schemas.openxmlformats.org/officeDocument/2006/relationships/image" Target="../media/image332.png"/><Relationship Id="rId119" Type="http://schemas.openxmlformats.org/officeDocument/2006/relationships/image" Target="../media/image380.png"/><Relationship Id="rId44" Type="http://schemas.openxmlformats.org/officeDocument/2006/relationships/customXml" Target="../ink/ink339.xml"/><Relationship Id="rId65" Type="http://schemas.openxmlformats.org/officeDocument/2006/relationships/image" Target="../media/image353.png"/><Relationship Id="rId86" Type="http://schemas.openxmlformats.org/officeDocument/2006/relationships/customXml" Target="../ink/ink360.xml"/><Relationship Id="rId130" Type="http://schemas.openxmlformats.org/officeDocument/2006/relationships/customXml" Target="../ink/ink382.xml"/><Relationship Id="rId151" Type="http://schemas.openxmlformats.org/officeDocument/2006/relationships/image" Target="../media/image396.png"/><Relationship Id="rId172" Type="http://schemas.openxmlformats.org/officeDocument/2006/relationships/customXml" Target="../ink/ink403.xml"/><Relationship Id="rId193" Type="http://schemas.openxmlformats.org/officeDocument/2006/relationships/image" Target="../media/image417.png"/><Relationship Id="rId207" Type="http://schemas.openxmlformats.org/officeDocument/2006/relationships/image" Target="../media/image424.png"/><Relationship Id="rId228" Type="http://schemas.openxmlformats.org/officeDocument/2006/relationships/customXml" Target="../ink/ink431.xml"/><Relationship Id="rId13" Type="http://schemas.openxmlformats.org/officeDocument/2006/relationships/image" Target="../media/image327.png"/><Relationship Id="rId109" Type="http://schemas.openxmlformats.org/officeDocument/2006/relationships/image" Target="../media/image375.png"/><Relationship Id="rId34" Type="http://schemas.openxmlformats.org/officeDocument/2006/relationships/customXml" Target="../ink/ink334.xml"/><Relationship Id="rId55" Type="http://schemas.openxmlformats.org/officeDocument/2006/relationships/image" Target="../media/image348.png"/><Relationship Id="rId76" Type="http://schemas.openxmlformats.org/officeDocument/2006/relationships/customXml" Target="../ink/ink355.xml"/><Relationship Id="rId97" Type="http://schemas.openxmlformats.org/officeDocument/2006/relationships/image" Target="../media/image369.png"/><Relationship Id="rId120" Type="http://schemas.openxmlformats.org/officeDocument/2006/relationships/customXml" Target="../ink/ink377.xml"/><Relationship Id="rId141" Type="http://schemas.openxmlformats.org/officeDocument/2006/relationships/image" Target="../media/image391.png"/><Relationship Id="rId7" Type="http://schemas.openxmlformats.org/officeDocument/2006/relationships/image" Target="../media/image324.png"/><Relationship Id="rId162" Type="http://schemas.openxmlformats.org/officeDocument/2006/relationships/customXml" Target="../ink/ink398.xml"/><Relationship Id="rId183" Type="http://schemas.openxmlformats.org/officeDocument/2006/relationships/image" Target="../media/image412.png"/><Relationship Id="rId218" Type="http://schemas.openxmlformats.org/officeDocument/2006/relationships/customXml" Target="../ink/ink426.xml"/><Relationship Id="rId239" Type="http://schemas.openxmlformats.org/officeDocument/2006/relationships/image" Target="../media/image440.png"/><Relationship Id="rId24" Type="http://schemas.openxmlformats.org/officeDocument/2006/relationships/customXml" Target="../ink/ink329.xml"/><Relationship Id="rId45" Type="http://schemas.openxmlformats.org/officeDocument/2006/relationships/image" Target="../media/image343.png"/><Relationship Id="rId66" Type="http://schemas.openxmlformats.org/officeDocument/2006/relationships/customXml" Target="../ink/ink350.xml"/><Relationship Id="rId87" Type="http://schemas.openxmlformats.org/officeDocument/2006/relationships/image" Target="../media/image364.png"/><Relationship Id="rId110" Type="http://schemas.openxmlformats.org/officeDocument/2006/relationships/customXml" Target="../ink/ink372.xml"/><Relationship Id="rId131" Type="http://schemas.openxmlformats.org/officeDocument/2006/relationships/image" Target="../media/image386.png"/><Relationship Id="rId152" Type="http://schemas.openxmlformats.org/officeDocument/2006/relationships/customXml" Target="../ink/ink393.xml"/><Relationship Id="rId173" Type="http://schemas.openxmlformats.org/officeDocument/2006/relationships/image" Target="../media/image407.png"/><Relationship Id="rId194" Type="http://schemas.openxmlformats.org/officeDocument/2006/relationships/customXml" Target="../ink/ink414.xml"/><Relationship Id="rId208" Type="http://schemas.openxmlformats.org/officeDocument/2006/relationships/customXml" Target="../ink/ink421.xml"/><Relationship Id="rId229" Type="http://schemas.openxmlformats.org/officeDocument/2006/relationships/image" Target="../media/image435.png"/><Relationship Id="rId240" Type="http://schemas.openxmlformats.org/officeDocument/2006/relationships/customXml" Target="../ink/ink437.xml"/><Relationship Id="rId14" Type="http://schemas.openxmlformats.org/officeDocument/2006/relationships/customXml" Target="../ink/ink324.xml"/><Relationship Id="rId35" Type="http://schemas.openxmlformats.org/officeDocument/2006/relationships/image" Target="../media/image338.png"/><Relationship Id="rId56" Type="http://schemas.openxmlformats.org/officeDocument/2006/relationships/customXml" Target="../ink/ink345.xml"/><Relationship Id="rId77" Type="http://schemas.openxmlformats.org/officeDocument/2006/relationships/image" Target="../media/image359.png"/><Relationship Id="rId100" Type="http://schemas.openxmlformats.org/officeDocument/2006/relationships/customXml" Target="../ink/ink367.xml"/><Relationship Id="rId8" Type="http://schemas.openxmlformats.org/officeDocument/2006/relationships/customXml" Target="../ink/ink321.xml"/><Relationship Id="rId98" Type="http://schemas.openxmlformats.org/officeDocument/2006/relationships/customXml" Target="../ink/ink366.xml"/><Relationship Id="rId121" Type="http://schemas.openxmlformats.org/officeDocument/2006/relationships/image" Target="../media/image381.png"/><Relationship Id="rId142" Type="http://schemas.openxmlformats.org/officeDocument/2006/relationships/customXml" Target="../ink/ink388.xml"/><Relationship Id="rId163" Type="http://schemas.openxmlformats.org/officeDocument/2006/relationships/image" Target="../media/image402.png"/><Relationship Id="rId184" Type="http://schemas.openxmlformats.org/officeDocument/2006/relationships/customXml" Target="../ink/ink409.xml"/><Relationship Id="rId219" Type="http://schemas.openxmlformats.org/officeDocument/2006/relationships/image" Target="../media/image430.png"/><Relationship Id="rId230" Type="http://schemas.openxmlformats.org/officeDocument/2006/relationships/customXml" Target="../ink/ink432.xml"/><Relationship Id="rId25" Type="http://schemas.openxmlformats.org/officeDocument/2006/relationships/image" Target="../media/image333.png"/><Relationship Id="rId46" Type="http://schemas.openxmlformats.org/officeDocument/2006/relationships/customXml" Target="../ink/ink340.xml"/><Relationship Id="rId67" Type="http://schemas.openxmlformats.org/officeDocument/2006/relationships/image" Target="../media/image354.png"/><Relationship Id="rId88" Type="http://schemas.openxmlformats.org/officeDocument/2006/relationships/customXml" Target="../ink/ink361.xml"/><Relationship Id="rId111" Type="http://schemas.openxmlformats.org/officeDocument/2006/relationships/image" Target="../media/image376.png"/><Relationship Id="rId132" Type="http://schemas.openxmlformats.org/officeDocument/2006/relationships/customXml" Target="../ink/ink383.xml"/><Relationship Id="rId153" Type="http://schemas.openxmlformats.org/officeDocument/2006/relationships/image" Target="../media/image397.png"/><Relationship Id="rId174" Type="http://schemas.openxmlformats.org/officeDocument/2006/relationships/customXml" Target="../ink/ink404.xml"/><Relationship Id="rId195" Type="http://schemas.openxmlformats.org/officeDocument/2006/relationships/image" Target="../media/image418.png"/><Relationship Id="rId209" Type="http://schemas.openxmlformats.org/officeDocument/2006/relationships/image" Target="../media/image425.png"/><Relationship Id="rId220" Type="http://schemas.openxmlformats.org/officeDocument/2006/relationships/customXml" Target="../ink/ink427.xml"/><Relationship Id="rId241" Type="http://schemas.openxmlformats.org/officeDocument/2006/relationships/image" Target="../media/image441.png"/><Relationship Id="rId15" Type="http://schemas.openxmlformats.org/officeDocument/2006/relationships/image" Target="../media/image328.png"/><Relationship Id="rId36" Type="http://schemas.openxmlformats.org/officeDocument/2006/relationships/customXml" Target="../ink/ink335.xml"/><Relationship Id="rId57" Type="http://schemas.openxmlformats.org/officeDocument/2006/relationships/image" Target="../media/image349.png"/><Relationship Id="rId10" Type="http://schemas.openxmlformats.org/officeDocument/2006/relationships/customXml" Target="../ink/ink322.xml"/><Relationship Id="rId31" Type="http://schemas.openxmlformats.org/officeDocument/2006/relationships/image" Target="../media/image336.png"/><Relationship Id="rId52" Type="http://schemas.openxmlformats.org/officeDocument/2006/relationships/customXml" Target="../ink/ink343.xml"/><Relationship Id="rId73" Type="http://schemas.openxmlformats.org/officeDocument/2006/relationships/image" Target="../media/image357.png"/><Relationship Id="rId78" Type="http://schemas.openxmlformats.org/officeDocument/2006/relationships/customXml" Target="../ink/ink356.xml"/><Relationship Id="rId94" Type="http://schemas.openxmlformats.org/officeDocument/2006/relationships/customXml" Target="../ink/ink364.xml"/><Relationship Id="rId99" Type="http://schemas.openxmlformats.org/officeDocument/2006/relationships/image" Target="../media/image370.png"/><Relationship Id="rId101" Type="http://schemas.openxmlformats.org/officeDocument/2006/relationships/image" Target="../media/image371.png"/><Relationship Id="rId122" Type="http://schemas.openxmlformats.org/officeDocument/2006/relationships/customXml" Target="../ink/ink378.xml"/><Relationship Id="rId143" Type="http://schemas.openxmlformats.org/officeDocument/2006/relationships/image" Target="../media/image392.png"/><Relationship Id="rId148" Type="http://schemas.openxmlformats.org/officeDocument/2006/relationships/customXml" Target="../ink/ink391.xml"/><Relationship Id="rId164" Type="http://schemas.openxmlformats.org/officeDocument/2006/relationships/customXml" Target="../ink/ink399.xml"/><Relationship Id="rId169" Type="http://schemas.openxmlformats.org/officeDocument/2006/relationships/image" Target="../media/image405.png"/><Relationship Id="rId185" Type="http://schemas.openxmlformats.org/officeDocument/2006/relationships/image" Target="../media/image413.png"/><Relationship Id="rId4" Type="http://schemas.openxmlformats.org/officeDocument/2006/relationships/customXml" Target="../ink/ink319.xml"/><Relationship Id="rId9" Type="http://schemas.openxmlformats.org/officeDocument/2006/relationships/image" Target="../media/image325.png"/><Relationship Id="rId180" Type="http://schemas.openxmlformats.org/officeDocument/2006/relationships/customXml" Target="../ink/ink407.xml"/><Relationship Id="rId210" Type="http://schemas.openxmlformats.org/officeDocument/2006/relationships/customXml" Target="../ink/ink422.xml"/><Relationship Id="rId215" Type="http://schemas.openxmlformats.org/officeDocument/2006/relationships/image" Target="../media/image428.png"/><Relationship Id="rId236" Type="http://schemas.openxmlformats.org/officeDocument/2006/relationships/customXml" Target="../ink/ink435.xml"/><Relationship Id="rId26" Type="http://schemas.openxmlformats.org/officeDocument/2006/relationships/customXml" Target="../ink/ink330.xml"/><Relationship Id="rId231" Type="http://schemas.openxmlformats.org/officeDocument/2006/relationships/image" Target="../media/image436.png"/><Relationship Id="rId47" Type="http://schemas.openxmlformats.org/officeDocument/2006/relationships/image" Target="../media/image344.png"/><Relationship Id="rId68" Type="http://schemas.openxmlformats.org/officeDocument/2006/relationships/customXml" Target="../ink/ink351.xml"/><Relationship Id="rId89" Type="http://schemas.openxmlformats.org/officeDocument/2006/relationships/image" Target="../media/image365.png"/><Relationship Id="rId112" Type="http://schemas.openxmlformats.org/officeDocument/2006/relationships/customXml" Target="../ink/ink373.xml"/><Relationship Id="rId133" Type="http://schemas.openxmlformats.org/officeDocument/2006/relationships/image" Target="../media/image387.png"/><Relationship Id="rId154" Type="http://schemas.openxmlformats.org/officeDocument/2006/relationships/customXml" Target="../ink/ink394.xml"/><Relationship Id="rId175" Type="http://schemas.openxmlformats.org/officeDocument/2006/relationships/image" Target="../media/image408.png"/><Relationship Id="rId196" Type="http://schemas.openxmlformats.org/officeDocument/2006/relationships/customXml" Target="../ink/ink415.xml"/><Relationship Id="rId200" Type="http://schemas.openxmlformats.org/officeDocument/2006/relationships/customXml" Target="../ink/ink417.xml"/><Relationship Id="rId16" Type="http://schemas.openxmlformats.org/officeDocument/2006/relationships/customXml" Target="../ink/ink325.xml"/><Relationship Id="rId221" Type="http://schemas.openxmlformats.org/officeDocument/2006/relationships/image" Target="../media/image431.png"/><Relationship Id="rId242" Type="http://schemas.openxmlformats.org/officeDocument/2006/relationships/customXml" Target="../ink/ink438.xml"/><Relationship Id="rId37" Type="http://schemas.openxmlformats.org/officeDocument/2006/relationships/image" Target="../media/image339.png"/><Relationship Id="rId58" Type="http://schemas.openxmlformats.org/officeDocument/2006/relationships/customXml" Target="../ink/ink346.xml"/><Relationship Id="rId79" Type="http://schemas.openxmlformats.org/officeDocument/2006/relationships/image" Target="../media/image360.png"/><Relationship Id="rId102" Type="http://schemas.openxmlformats.org/officeDocument/2006/relationships/customXml" Target="../ink/ink368.xml"/><Relationship Id="rId123" Type="http://schemas.openxmlformats.org/officeDocument/2006/relationships/image" Target="../media/image382.png"/><Relationship Id="rId144" Type="http://schemas.openxmlformats.org/officeDocument/2006/relationships/customXml" Target="../ink/ink389.xml"/><Relationship Id="rId90" Type="http://schemas.openxmlformats.org/officeDocument/2006/relationships/customXml" Target="../ink/ink362.xml"/><Relationship Id="rId165" Type="http://schemas.openxmlformats.org/officeDocument/2006/relationships/image" Target="../media/image403.png"/><Relationship Id="rId186" Type="http://schemas.openxmlformats.org/officeDocument/2006/relationships/customXml" Target="../ink/ink410.xml"/><Relationship Id="rId211" Type="http://schemas.openxmlformats.org/officeDocument/2006/relationships/image" Target="../media/image426.png"/><Relationship Id="rId232" Type="http://schemas.openxmlformats.org/officeDocument/2006/relationships/customXml" Target="../ink/ink433.xml"/><Relationship Id="rId27" Type="http://schemas.openxmlformats.org/officeDocument/2006/relationships/image" Target="../media/image334.png"/><Relationship Id="rId48" Type="http://schemas.openxmlformats.org/officeDocument/2006/relationships/customXml" Target="../ink/ink341.xml"/><Relationship Id="rId69" Type="http://schemas.openxmlformats.org/officeDocument/2006/relationships/image" Target="../media/image355.png"/><Relationship Id="rId113" Type="http://schemas.openxmlformats.org/officeDocument/2006/relationships/image" Target="../media/image377.png"/><Relationship Id="rId134" Type="http://schemas.openxmlformats.org/officeDocument/2006/relationships/customXml" Target="../ink/ink384.xml"/><Relationship Id="rId80" Type="http://schemas.openxmlformats.org/officeDocument/2006/relationships/customXml" Target="../ink/ink357.xml"/><Relationship Id="rId155" Type="http://schemas.openxmlformats.org/officeDocument/2006/relationships/image" Target="../media/image398.png"/><Relationship Id="rId176" Type="http://schemas.openxmlformats.org/officeDocument/2006/relationships/customXml" Target="../ink/ink405.xml"/><Relationship Id="rId197" Type="http://schemas.openxmlformats.org/officeDocument/2006/relationships/image" Target="../media/image419.png"/><Relationship Id="rId201" Type="http://schemas.openxmlformats.org/officeDocument/2006/relationships/image" Target="../media/image421.png"/><Relationship Id="rId222" Type="http://schemas.openxmlformats.org/officeDocument/2006/relationships/customXml" Target="../ink/ink428.xml"/><Relationship Id="rId243" Type="http://schemas.openxmlformats.org/officeDocument/2006/relationships/image" Target="../media/image442.png"/><Relationship Id="rId17" Type="http://schemas.openxmlformats.org/officeDocument/2006/relationships/image" Target="../media/image329.png"/><Relationship Id="rId38" Type="http://schemas.openxmlformats.org/officeDocument/2006/relationships/customXml" Target="../ink/ink336.xml"/><Relationship Id="rId59" Type="http://schemas.openxmlformats.org/officeDocument/2006/relationships/image" Target="../media/image350.png"/><Relationship Id="rId103" Type="http://schemas.openxmlformats.org/officeDocument/2006/relationships/image" Target="../media/image372.png"/><Relationship Id="rId124" Type="http://schemas.openxmlformats.org/officeDocument/2006/relationships/customXml" Target="../ink/ink379.xml"/><Relationship Id="rId70" Type="http://schemas.openxmlformats.org/officeDocument/2006/relationships/customXml" Target="../ink/ink352.xml"/><Relationship Id="rId91" Type="http://schemas.openxmlformats.org/officeDocument/2006/relationships/image" Target="../media/image366.png"/><Relationship Id="rId145" Type="http://schemas.openxmlformats.org/officeDocument/2006/relationships/image" Target="../media/image393.png"/><Relationship Id="rId166" Type="http://schemas.openxmlformats.org/officeDocument/2006/relationships/customXml" Target="../ink/ink400.xml"/><Relationship Id="rId187" Type="http://schemas.openxmlformats.org/officeDocument/2006/relationships/image" Target="../media/image414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423.xml"/><Relationship Id="rId233" Type="http://schemas.openxmlformats.org/officeDocument/2006/relationships/image" Target="../media/image437.png"/><Relationship Id="rId28" Type="http://schemas.openxmlformats.org/officeDocument/2006/relationships/customXml" Target="../ink/ink331.xml"/><Relationship Id="rId49" Type="http://schemas.openxmlformats.org/officeDocument/2006/relationships/image" Target="../media/image345.png"/><Relationship Id="rId114" Type="http://schemas.openxmlformats.org/officeDocument/2006/relationships/customXml" Target="../ink/ink374.xml"/><Relationship Id="rId60" Type="http://schemas.openxmlformats.org/officeDocument/2006/relationships/customXml" Target="../ink/ink347.xml"/><Relationship Id="rId81" Type="http://schemas.openxmlformats.org/officeDocument/2006/relationships/image" Target="../media/image361.png"/><Relationship Id="rId135" Type="http://schemas.openxmlformats.org/officeDocument/2006/relationships/image" Target="../media/image388.png"/><Relationship Id="rId156" Type="http://schemas.openxmlformats.org/officeDocument/2006/relationships/customXml" Target="../ink/ink395.xml"/><Relationship Id="rId177" Type="http://schemas.openxmlformats.org/officeDocument/2006/relationships/image" Target="../media/image409.png"/><Relationship Id="rId198" Type="http://schemas.openxmlformats.org/officeDocument/2006/relationships/customXml" Target="../ink/ink416.xml"/><Relationship Id="rId202" Type="http://schemas.openxmlformats.org/officeDocument/2006/relationships/customXml" Target="../ink/ink418.xml"/><Relationship Id="rId223" Type="http://schemas.openxmlformats.org/officeDocument/2006/relationships/image" Target="../media/image432.png"/><Relationship Id="rId244" Type="http://schemas.openxmlformats.org/officeDocument/2006/relationships/customXml" Target="../ink/ink439.xml"/><Relationship Id="rId18" Type="http://schemas.openxmlformats.org/officeDocument/2006/relationships/customXml" Target="../ink/ink326.xml"/><Relationship Id="rId39" Type="http://schemas.openxmlformats.org/officeDocument/2006/relationships/image" Target="../media/image340.png"/><Relationship Id="rId50" Type="http://schemas.openxmlformats.org/officeDocument/2006/relationships/customXml" Target="../ink/ink342.xml"/><Relationship Id="rId104" Type="http://schemas.openxmlformats.org/officeDocument/2006/relationships/customXml" Target="../ink/ink369.xml"/><Relationship Id="rId125" Type="http://schemas.openxmlformats.org/officeDocument/2006/relationships/image" Target="../media/image383.png"/><Relationship Id="rId146" Type="http://schemas.openxmlformats.org/officeDocument/2006/relationships/customXml" Target="../ink/ink390.xml"/><Relationship Id="rId167" Type="http://schemas.openxmlformats.org/officeDocument/2006/relationships/image" Target="../media/image404.png"/><Relationship Id="rId188" Type="http://schemas.openxmlformats.org/officeDocument/2006/relationships/customXml" Target="../ink/ink411.xml"/><Relationship Id="rId71" Type="http://schemas.openxmlformats.org/officeDocument/2006/relationships/image" Target="../media/image356.png"/><Relationship Id="rId92" Type="http://schemas.openxmlformats.org/officeDocument/2006/relationships/customXml" Target="../ink/ink363.xml"/><Relationship Id="rId213" Type="http://schemas.openxmlformats.org/officeDocument/2006/relationships/image" Target="../media/image427.png"/><Relationship Id="rId234" Type="http://schemas.openxmlformats.org/officeDocument/2006/relationships/customXml" Target="../ink/ink434.xml"/><Relationship Id="rId2" Type="http://schemas.openxmlformats.org/officeDocument/2006/relationships/customXml" Target="../ink/ink318.xml"/><Relationship Id="rId29" Type="http://schemas.openxmlformats.org/officeDocument/2006/relationships/image" Target="../media/image335.png"/><Relationship Id="rId40" Type="http://schemas.openxmlformats.org/officeDocument/2006/relationships/customXml" Target="../ink/ink337.xml"/><Relationship Id="rId115" Type="http://schemas.openxmlformats.org/officeDocument/2006/relationships/image" Target="../media/image378.png"/><Relationship Id="rId136" Type="http://schemas.openxmlformats.org/officeDocument/2006/relationships/customXml" Target="../ink/ink385.xml"/><Relationship Id="rId157" Type="http://schemas.openxmlformats.org/officeDocument/2006/relationships/image" Target="../media/image399.png"/><Relationship Id="rId178" Type="http://schemas.openxmlformats.org/officeDocument/2006/relationships/customXml" Target="../ink/ink406.xml"/><Relationship Id="rId61" Type="http://schemas.openxmlformats.org/officeDocument/2006/relationships/image" Target="../media/image351.png"/><Relationship Id="rId82" Type="http://schemas.openxmlformats.org/officeDocument/2006/relationships/customXml" Target="../ink/ink358.xml"/><Relationship Id="rId199" Type="http://schemas.openxmlformats.org/officeDocument/2006/relationships/image" Target="../media/image420.png"/><Relationship Id="rId203" Type="http://schemas.openxmlformats.org/officeDocument/2006/relationships/image" Target="../media/image422.png"/><Relationship Id="rId19" Type="http://schemas.openxmlformats.org/officeDocument/2006/relationships/image" Target="../media/image330.png"/><Relationship Id="rId224" Type="http://schemas.openxmlformats.org/officeDocument/2006/relationships/customXml" Target="../ink/ink429.xml"/><Relationship Id="rId245" Type="http://schemas.openxmlformats.org/officeDocument/2006/relationships/image" Target="../media/image443.png"/><Relationship Id="rId30" Type="http://schemas.openxmlformats.org/officeDocument/2006/relationships/customXml" Target="../ink/ink332.xml"/><Relationship Id="rId105" Type="http://schemas.openxmlformats.org/officeDocument/2006/relationships/image" Target="../media/image373.png"/><Relationship Id="rId126" Type="http://schemas.openxmlformats.org/officeDocument/2006/relationships/customXml" Target="../ink/ink380.xml"/><Relationship Id="rId147" Type="http://schemas.openxmlformats.org/officeDocument/2006/relationships/image" Target="../media/image394.png"/><Relationship Id="rId168" Type="http://schemas.openxmlformats.org/officeDocument/2006/relationships/customXml" Target="../ink/ink401.xml"/><Relationship Id="rId51" Type="http://schemas.openxmlformats.org/officeDocument/2006/relationships/image" Target="../media/image346.png"/><Relationship Id="rId72" Type="http://schemas.openxmlformats.org/officeDocument/2006/relationships/customXml" Target="../ink/ink353.xml"/><Relationship Id="rId93" Type="http://schemas.openxmlformats.org/officeDocument/2006/relationships/image" Target="../media/image367.png"/><Relationship Id="rId189" Type="http://schemas.openxmlformats.org/officeDocument/2006/relationships/image" Target="../media/image415.png"/><Relationship Id="rId3" Type="http://schemas.openxmlformats.org/officeDocument/2006/relationships/image" Target="../media/image322.png"/><Relationship Id="rId214" Type="http://schemas.openxmlformats.org/officeDocument/2006/relationships/customXml" Target="../ink/ink424.xml"/><Relationship Id="rId235" Type="http://schemas.openxmlformats.org/officeDocument/2006/relationships/image" Target="../media/image438.png"/><Relationship Id="rId116" Type="http://schemas.openxmlformats.org/officeDocument/2006/relationships/customXml" Target="../ink/ink375.xml"/><Relationship Id="rId137" Type="http://schemas.openxmlformats.org/officeDocument/2006/relationships/image" Target="../media/image389.png"/><Relationship Id="rId158" Type="http://schemas.openxmlformats.org/officeDocument/2006/relationships/customXml" Target="../ink/ink396.xml"/><Relationship Id="rId20" Type="http://schemas.openxmlformats.org/officeDocument/2006/relationships/customXml" Target="../ink/ink327.xml"/><Relationship Id="rId41" Type="http://schemas.openxmlformats.org/officeDocument/2006/relationships/image" Target="../media/image341.png"/><Relationship Id="rId62" Type="http://schemas.openxmlformats.org/officeDocument/2006/relationships/customXml" Target="../ink/ink348.xml"/><Relationship Id="rId83" Type="http://schemas.openxmlformats.org/officeDocument/2006/relationships/image" Target="../media/image362.png"/><Relationship Id="rId179" Type="http://schemas.openxmlformats.org/officeDocument/2006/relationships/image" Target="../media/image410.png"/><Relationship Id="rId190" Type="http://schemas.openxmlformats.org/officeDocument/2006/relationships/customXml" Target="../ink/ink412.xml"/><Relationship Id="rId204" Type="http://schemas.openxmlformats.org/officeDocument/2006/relationships/customXml" Target="../ink/ink419.xml"/><Relationship Id="rId225" Type="http://schemas.openxmlformats.org/officeDocument/2006/relationships/image" Target="../media/image433.png"/><Relationship Id="rId106" Type="http://schemas.openxmlformats.org/officeDocument/2006/relationships/customXml" Target="../ink/ink370.xml"/><Relationship Id="rId127" Type="http://schemas.openxmlformats.org/officeDocument/2006/relationships/image" Target="../media/image38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41.xml"/><Relationship Id="rId3" Type="http://schemas.openxmlformats.org/officeDocument/2006/relationships/image" Target="../media/image445.png"/><Relationship Id="rId7" Type="http://schemas.openxmlformats.org/officeDocument/2006/relationships/image" Target="../media/image446.png"/><Relationship Id="rId2" Type="http://schemas.openxmlformats.org/officeDocument/2006/relationships/image" Target="../media/image44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40.xml"/><Relationship Id="rId5" Type="http://schemas.openxmlformats.org/officeDocument/2006/relationships/image" Target="../media/image445.png"/><Relationship Id="rId4" Type="http://schemas.openxmlformats.org/officeDocument/2006/relationships/slide" Target="slide4.xml"/><Relationship Id="rId9" Type="http://schemas.openxmlformats.org/officeDocument/2006/relationships/image" Target="../media/image447.png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60.png"/><Relationship Id="rId21" Type="http://schemas.openxmlformats.org/officeDocument/2006/relationships/customXml" Target="../ink/ink451.xml"/><Relationship Id="rId42" Type="http://schemas.openxmlformats.org/officeDocument/2006/relationships/image" Target="../media/image468.png"/><Relationship Id="rId47" Type="http://schemas.openxmlformats.org/officeDocument/2006/relationships/customXml" Target="../ink/ink464.xml"/><Relationship Id="rId63" Type="http://schemas.openxmlformats.org/officeDocument/2006/relationships/customXml" Target="../ink/ink472.xml"/><Relationship Id="rId68" Type="http://schemas.openxmlformats.org/officeDocument/2006/relationships/image" Target="../media/image481.png"/><Relationship Id="rId84" Type="http://schemas.openxmlformats.org/officeDocument/2006/relationships/image" Target="../media/image489.png"/><Relationship Id="rId89" Type="http://schemas.openxmlformats.org/officeDocument/2006/relationships/customXml" Target="../ink/ink485.xml"/><Relationship Id="rId16" Type="http://schemas.openxmlformats.org/officeDocument/2006/relationships/image" Target="../media/image455.png"/><Relationship Id="rId11" Type="http://schemas.openxmlformats.org/officeDocument/2006/relationships/customXml" Target="../ink/ink446.xml"/><Relationship Id="rId32" Type="http://schemas.openxmlformats.org/officeDocument/2006/relationships/image" Target="../media/image463.png"/><Relationship Id="rId37" Type="http://schemas.openxmlformats.org/officeDocument/2006/relationships/customXml" Target="../ink/ink459.xml"/><Relationship Id="rId53" Type="http://schemas.openxmlformats.org/officeDocument/2006/relationships/customXml" Target="../ink/ink467.xml"/><Relationship Id="rId58" Type="http://schemas.openxmlformats.org/officeDocument/2006/relationships/image" Target="../media/image476.png"/><Relationship Id="rId74" Type="http://schemas.openxmlformats.org/officeDocument/2006/relationships/image" Target="../media/image484.png"/><Relationship Id="rId79" Type="http://schemas.openxmlformats.org/officeDocument/2006/relationships/customXml" Target="../ink/ink480.xml"/><Relationship Id="rId102" Type="http://schemas.openxmlformats.org/officeDocument/2006/relationships/customXml" Target="../ink/ink492.xml"/><Relationship Id="rId5" Type="http://schemas.openxmlformats.org/officeDocument/2006/relationships/customXml" Target="../ink/ink443.xml"/><Relationship Id="rId90" Type="http://schemas.openxmlformats.org/officeDocument/2006/relationships/image" Target="../media/image492.png"/><Relationship Id="rId95" Type="http://schemas.openxmlformats.org/officeDocument/2006/relationships/customXml" Target="../ink/ink488.xml"/><Relationship Id="rId22" Type="http://schemas.openxmlformats.org/officeDocument/2006/relationships/image" Target="../media/image458.png"/><Relationship Id="rId27" Type="http://schemas.openxmlformats.org/officeDocument/2006/relationships/customXml" Target="../ink/ink454.xml"/><Relationship Id="rId43" Type="http://schemas.openxmlformats.org/officeDocument/2006/relationships/customXml" Target="../ink/ink462.xml"/><Relationship Id="rId48" Type="http://schemas.openxmlformats.org/officeDocument/2006/relationships/image" Target="../media/image471.png"/><Relationship Id="rId64" Type="http://schemas.openxmlformats.org/officeDocument/2006/relationships/image" Target="../media/image479.png"/><Relationship Id="rId69" Type="http://schemas.openxmlformats.org/officeDocument/2006/relationships/customXml" Target="../ink/ink475.xml"/><Relationship Id="rId80" Type="http://schemas.openxmlformats.org/officeDocument/2006/relationships/image" Target="../media/image487.png"/><Relationship Id="rId85" Type="http://schemas.openxmlformats.org/officeDocument/2006/relationships/customXml" Target="../ink/ink483.xml"/><Relationship Id="rId12" Type="http://schemas.openxmlformats.org/officeDocument/2006/relationships/image" Target="../media/image453.png"/><Relationship Id="rId17" Type="http://schemas.openxmlformats.org/officeDocument/2006/relationships/customXml" Target="../ink/ink449.xml"/><Relationship Id="rId25" Type="http://schemas.openxmlformats.org/officeDocument/2006/relationships/customXml" Target="../ink/ink453.xml"/><Relationship Id="rId33" Type="http://schemas.openxmlformats.org/officeDocument/2006/relationships/customXml" Target="../ink/ink457.xml"/><Relationship Id="rId38" Type="http://schemas.openxmlformats.org/officeDocument/2006/relationships/image" Target="../media/image466.png"/><Relationship Id="rId46" Type="http://schemas.openxmlformats.org/officeDocument/2006/relationships/image" Target="../media/image470.png"/><Relationship Id="rId59" Type="http://schemas.openxmlformats.org/officeDocument/2006/relationships/customXml" Target="../ink/ink470.xml"/><Relationship Id="rId67" Type="http://schemas.openxmlformats.org/officeDocument/2006/relationships/customXml" Target="../ink/ink474.xml"/><Relationship Id="rId103" Type="http://schemas.openxmlformats.org/officeDocument/2006/relationships/image" Target="../media/image497.png"/><Relationship Id="rId20" Type="http://schemas.openxmlformats.org/officeDocument/2006/relationships/image" Target="../media/image457.png"/><Relationship Id="rId41" Type="http://schemas.openxmlformats.org/officeDocument/2006/relationships/customXml" Target="../ink/ink461.xml"/><Relationship Id="rId54" Type="http://schemas.openxmlformats.org/officeDocument/2006/relationships/image" Target="../media/image474.png"/><Relationship Id="rId62" Type="http://schemas.openxmlformats.org/officeDocument/2006/relationships/image" Target="../media/image478.png"/><Relationship Id="rId70" Type="http://schemas.openxmlformats.org/officeDocument/2006/relationships/image" Target="../media/image482.png"/><Relationship Id="rId75" Type="http://schemas.openxmlformats.org/officeDocument/2006/relationships/customXml" Target="../ink/ink478.xml"/><Relationship Id="rId83" Type="http://schemas.openxmlformats.org/officeDocument/2006/relationships/customXml" Target="../ink/ink482.xml"/><Relationship Id="rId88" Type="http://schemas.openxmlformats.org/officeDocument/2006/relationships/image" Target="../media/image491.png"/><Relationship Id="rId91" Type="http://schemas.openxmlformats.org/officeDocument/2006/relationships/customXml" Target="../ink/ink486.xml"/><Relationship Id="rId96" Type="http://schemas.openxmlformats.org/officeDocument/2006/relationships/image" Target="../media/image4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0.png"/><Relationship Id="rId15" Type="http://schemas.openxmlformats.org/officeDocument/2006/relationships/customXml" Target="../ink/ink448.xml"/><Relationship Id="rId23" Type="http://schemas.openxmlformats.org/officeDocument/2006/relationships/customXml" Target="../ink/ink452.xml"/><Relationship Id="rId28" Type="http://schemas.openxmlformats.org/officeDocument/2006/relationships/image" Target="../media/image461.png"/><Relationship Id="rId36" Type="http://schemas.openxmlformats.org/officeDocument/2006/relationships/image" Target="../media/image465.png"/><Relationship Id="rId49" Type="http://schemas.openxmlformats.org/officeDocument/2006/relationships/customXml" Target="../ink/ink465.xml"/><Relationship Id="rId57" Type="http://schemas.openxmlformats.org/officeDocument/2006/relationships/customXml" Target="../ink/ink469.xml"/><Relationship Id="rId10" Type="http://schemas.openxmlformats.org/officeDocument/2006/relationships/image" Target="../media/image452.png"/><Relationship Id="rId31" Type="http://schemas.openxmlformats.org/officeDocument/2006/relationships/customXml" Target="../ink/ink456.xml"/><Relationship Id="rId44" Type="http://schemas.openxmlformats.org/officeDocument/2006/relationships/image" Target="../media/image469.png"/><Relationship Id="rId52" Type="http://schemas.openxmlformats.org/officeDocument/2006/relationships/image" Target="../media/image473.png"/><Relationship Id="rId60" Type="http://schemas.openxmlformats.org/officeDocument/2006/relationships/image" Target="../media/image477.png"/><Relationship Id="rId65" Type="http://schemas.openxmlformats.org/officeDocument/2006/relationships/customXml" Target="../ink/ink473.xml"/><Relationship Id="rId73" Type="http://schemas.openxmlformats.org/officeDocument/2006/relationships/customXml" Target="../ink/ink477.xml"/><Relationship Id="rId78" Type="http://schemas.openxmlformats.org/officeDocument/2006/relationships/image" Target="../media/image486.png"/><Relationship Id="rId81" Type="http://schemas.openxmlformats.org/officeDocument/2006/relationships/customXml" Target="../ink/ink481.xml"/><Relationship Id="rId86" Type="http://schemas.openxmlformats.org/officeDocument/2006/relationships/image" Target="../media/image490.png"/><Relationship Id="rId94" Type="http://schemas.openxmlformats.org/officeDocument/2006/relationships/image" Target="../media/image355.png"/><Relationship Id="rId99" Type="http://schemas.openxmlformats.org/officeDocument/2006/relationships/image" Target="../media/image495.png"/><Relationship Id="rId101" Type="http://schemas.openxmlformats.org/officeDocument/2006/relationships/image" Target="../media/image496.png"/><Relationship Id="rId4" Type="http://schemas.openxmlformats.org/officeDocument/2006/relationships/image" Target="../media/image449.png"/><Relationship Id="rId9" Type="http://schemas.openxmlformats.org/officeDocument/2006/relationships/customXml" Target="../ink/ink445.xml"/><Relationship Id="rId13" Type="http://schemas.openxmlformats.org/officeDocument/2006/relationships/customXml" Target="../ink/ink447.xml"/><Relationship Id="rId18" Type="http://schemas.openxmlformats.org/officeDocument/2006/relationships/image" Target="../media/image456.png"/><Relationship Id="rId39" Type="http://schemas.openxmlformats.org/officeDocument/2006/relationships/customXml" Target="../ink/ink460.xml"/><Relationship Id="rId34" Type="http://schemas.openxmlformats.org/officeDocument/2006/relationships/image" Target="../media/image464.png"/><Relationship Id="rId50" Type="http://schemas.openxmlformats.org/officeDocument/2006/relationships/image" Target="../media/image472.png"/><Relationship Id="rId55" Type="http://schemas.openxmlformats.org/officeDocument/2006/relationships/customXml" Target="../ink/ink468.xml"/><Relationship Id="rId76" Type="http://schemas.openxmlformats.org/officeDocument/2006/relationships/image" Target="../media/image485.png"/><Relationship Id="rId97" Type="http://schemas.openxmlformats.org/officeDocument/2006/relationships/customXml" Target="../ink/ink489.xml"/><Relationship Id="rId7" Type="http://schemas.openxmlformats.org/officeDocument/2006/relationships/customXml" Target="../ink/ink444.xml"/><Relationship Id="rId71" Type="http://schemas.openxmlformats.org/officeDocument/2006/relationships/customXml" Target="../ink/ink476.xml"/><Relationship Id="rId92" Type="http://schemas.openxmlformats.org/officeDocument/2006/relationships/image" Target="../media/image493.png"/><Relationship Id="rId2" Type="http://schemas.openxmlformats.org/officeDocument/2006/relationships/image" Target="../media/image448.png"/><Relationship Id="rId29" Type="http://schemas.openxmlformats.org/officeDocument/2006/relationships/customXml" Target="../ink/ink455.xml"/><Relationship Id="rId24" Type="http://schemas.openxmlformats.org/officeDocument/2006/relationships/image" Target="../media/image459.png"/><Relationship Id="rId40" Type="http://schemas.openxmlformats.org/officeDocument/2006/relationships/image" Target="../media/image467.png"/><Relationship Id="rId45" Type="http://schemas.openxmlformats.org/officeDocument/2006/relationships/customXml" Target="../ink/ink463.xml"/><Relationship Id="rId66" Type="http://schemas.openxmlformats.org/officeDocument/2006/relationships/image" Target="../media/image480.png"/><Relationship Id="rId87" Type="http://schemas.openxmlformats.org/officeDocument/2006/relationships/customXml" Target="../ink/ink484.xml"/><Relationship Id="rId61" Type="http://schemas.openxmlformats.org/officeDocument/2006/relationships/customXml" Target="../ink/ink471.xml"/><Relationship Id="rId82" Type="http://schemas.openxmlformats.org/officeDocument/2006/relationships/image" Target="../media/image488.png"/><Relationship Id="rId19" Type="http://schemas.openxmlformats.org/officeDocument/2006/relationships/customXml" Target="../ink/ink450.xml"/><Relationship Id="rId14" Type="http://schemas.openxmlformats.org/officeDocument/2006/relationships/image" Target="../media/image454.png"/><Relationship Id="rId30" Type="http://schemas.openxmlformats.org/officeDocument/2006/relationships/image" Target="../media/image462.png"/><Relationship Id="rId35" Type="http://schemas.openxmlformats.org/officeDocument/2006/relationships/customXml" Target="../ink/ink458.xml"/><Relationship Id="rId56" Type="http://schemas.openxmlformats.org/officeDocument/2006/relationships/image" Target="../media/image475.png"/><Relationship Id="rId77" Type="http://schemas.openxmlformats.org/officeDocument/2006/relationships/customXml" Target="../ink/ink479.xml"/><Relationship Id="rId100" Type="http://schemas.openxmlformats.org/officeDocument/2006/relationships/customXml" Target="../ink/ink491.xml"/><Relationship Id="rId8" Type="http://schemas.openxmlformats.org/officeDocument/2006/relationships/image" Target="../media/image451.png"/><Relationship Id="rId51" Type="http://schemas.openxmlformats.org/officeDocument/2006/relationships/customXml" Target="../ink/ink466.xml"/><Relationship Id="rId72" Type="http://schemas.openxmlformats.org/officeDocument/2006/relationships/image" Target="../media/image483.png"/><Relationship Id="rId93" Type="http://schemas.openxmlformats.org/officeDocument/2006/relationships/customXml" Target="../ink/ink487.xml"/><Relationship Id="rId98" Type="http://schemas.openxmlformats.org/officeDocument/2006/relationships/customXml" Target="../ink/ink490.xml"/><Relationship Id="rId3" Type="http://schemas.openxmlformats.org/officeDocument/2006/relationships/customXml" Target="../ink/ink442.xml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498.xml"/><Relationship Id="rId18" Type="http://schemas.openxmlformats.org/officeDocument/2006/relationships/image" Target="../media/image506.png"/><Relationship Id="rId26" Type="http://schemas.openxmlformats.org/officeDocument/2006/relationships/image" Target="../media/image510.png"/><Relationship Id="rId39" Type="http://schemas.openxmlformats.org/officeDocument/2006/relationships/customXml" Target="../ink/ink511.xml"/><Relationship Id="rId21" Type="http://schemas.openxmlformats.org/officeDocument/2006/relationships/customXml" Target="../ink/ink502.xml"/><Relationship Id="rId34" Type="http://schemas.openxmlformats.org/officeDocument/2006/relationships/image" Target="../media/image514.png"/><Relationship Id="rId42" Type="http://schemas.openxmlformats.org/officeDocument/2006/relationships/image" Target="../media/image518.png"/><Relationship Id="rId47" Type="http://schemas.openxmlformats.org/officeDocument/2006/relationships/customXml" Target="../ink/ink515.xml"/><Relationship Id="rId7" Type="http://schemas.openxmlformats.org/officeDocument/2006/relationships/customXml" Target="../ink/ink495.xml"/><Relationship Id="rId2" Type="http://schemas.openxmlformats.org/officeDocument/2006/relationships/image" Target="../media/image498.png"/><Relationship Id="rId16" Type="http://schemas.openxmlformats.org/officeDocument/2006/relationships/image" Target="../media/image505.png"/><Relationship Id="rId29" Type="http://schemas.openxmlformats.org/officeDocument/2006/relationships/customXml" Target="../ink/ink50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0.png"/><Relationship Id="rId11" Type="http://schemas.openxmlformats.org/officeDocument/2006/relationships/customXml" Target="../ink/ink497.xml"/><Relationship Id="rId24" Type="http://schemas.openxmlformats.org/officeDocument/2006/relationships/image" Target="../media/image509.png"/><Relationship Id="rId32" Type="http://schemas.openxmlformats.org/officeDocument/2006/relationships/image" Target="../media/image513.png"/><Relationship Id="rId37" Type="http://schemas.openxmlformats.org/officeDocument/2006/relationships/customXml" Target="../ink/ink510.xml"/><Relationship Id="rId40" Type="http://schemas.openxmlformats.org/officeDocument/2006/relationships/image" Target="../media/image517.png"/><Relationship Id="rId45" Type="http://schemas.openxmlformats.org/officeDocument/2006/relationships/customXml" Target="../ink/ink514.xml"/><Relationship Id="rId5" Type="http://schemas.openxmlformats.org/officeDocument/2006/relationships/customXml" Target="../ink/ink494.xml"/><Relationship Id="rId15" Type="http://schemas.openxmlformats.org/officeDocument/2006/relationships/customXml" Target="../ink/ink499.xml"/><Relationship Id="rId23" Type="http://schemas.openxmlformats.org/officeDocument/2006/relationships/customXml" Target="../ink/ink503.xml"/><Relationship Id="rId28" Type="http://schemas.openxmlformats.org/officeDocument/2006/relationships/image" Target="../media/image511.png"/><Relationship Id="rId36" Type="http://schemas.openxmlformats.org/officeDocument/2006/relationships/image" Target="../media/image515.png"/><Relationship Id="rId10" Type="http://schemas.openxmlformats.org/officeDocument/2006/relationships/image" Target="../media/image502.png"/><Relationship Id="rId19" Type="http://schemas.openxmlformats.org/officeDocument/2006/relationships/customXml" Target="../ink/ink501.xml"/><Relationship Id="rId31" Type="http://schemas.openxmlformats.org/officeDocument/2006/relationships/customXml" Target="../ink/ink507.xml"/><Relationship Id="rId44" Type="http://schemas.openxmlformats.org/officeDocument/2006/relationships/image" Target="../media/image519.png"/><Relationship Id="rId4" Type="http://schemas.openxmlformats.org/officeDocument/2006/relationships/image" Target="../media/image499.png"/><Relationship Id="rId9" Type="http://schemas.openxmlformats.org/officeDocument/2006/relationships/customXml" Target="../ink/ink496.xml"/><Relationship Id="rId14" Type="http://schemas.openxmlformats.org/officeDocument/2006/relationships/image" Target="../media/image504.png"/><Relationship Id="rId22" Type="http://schemas.openxmlformats.org/officeDocument/2006/relationships/image" Target="../media/image508.png"/><Relationship Id="rId27" Type="http://schemas.openxmlformats.org/officeDocument/2006/relationships/customXml" Target="../ink/ink505.xml"/><Relationship Id="rId30" Type="http://schemas.openxmlformats.org/officeDocument/2006/relationships/image" Target="../media/image512.png"/><Relationship Id="rId35" Type="http://schemas.openxmlformats.org/officeDocument/2006/relationships/customXml" Target="../ink/ink509.xml"/><Relationship Id="rId43" Type="http://schemas.openxmlformats.org/officeDocument/2006/relationships/customXml" Target="../ink/ink513.xml"/><Relationship Id="rId48" Type="http://schemas.openxmlformats.org/officeDocument/2006/relationships/image" Target="../media/image521.png"/><Relationship Id="rId8" Type="http://schemas.openxmlformats.org/officeDocument/2006/relationships/image" Target="../media/image501.png"/><Relationship Id="rId3" Type="http://schemas.openxmlformats.org/officeDocument/2006/relationships/customXml" Target="../ink/ink493.xml"/><Relationship Id="rId12" Type="http://schemas.openxmlformats.org/officeDocument/2006/relationships/image" Target="../media/image503.png"/><Relationship Id="rId17" Type="http://schemas.openxmlformats.org/officeDocument/2006/relationships/customXml" Target="../ink/ink500.xml"/><Relationship Id="rId25" Type="http://schemas.openxmlformats.org/officeDocument/2006/relationships/customXml" Target="../ink/ink504.xml"/><Relationship Id="rId33" Type="http://schemas.openxmlformats.org/officeDocument/2006/relationships/customXml" Target="../ink/ink508.xml"/><Relationship Id="rId38" Type="http://schemas.openxmlformats.org/officeDocument/2006/relationships/image" Target="../media/image516.png"/><Relationship Id="rId46" Type="http://schemas.openxmlformats.org/officeDocument/2006/relationships/image" Target="../media/image520.png"/><Relationship Id="rId20" Type="http://schemas.openxmlformats.org/officeDocument/2006/relationships/image" Target="../media/image507.png"/><Relationship Id="rId41" Type="http://schemas.openxmlformats.org/officeDocument/2006/relationships/customXml" Target="../ink/ink5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3.png"/><Relationship Id="rId2" Type="http://schemas.openxmlformats.org/officeDocument/2006/relationships/image" Target="../media/image5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6.png"/><Relationship Id="rId2" Type="http://schemas.openxmlformats.org/officeDocument/2006/relationships/image" Target="../media/image5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2.png"/><Relationship Id="rId13" Type="http://schemas.openxmlformats.org/officeDocument/2006/relationships/customXml" Target="../ink/ink521.xml"/><Relationship Id="rId3" Type="http://schemas.openxmlformats.org/officeDocument/2006/relationships/customXml" Target="../ink/ink516.xml"/><Relationship Id="rId7" Type="http://schemas.openxmlformats.org/officeDocument/2006/relationships/customXml" Target="../ink/ink518.xml"/><Relationship Id="rId12" Type="http://schemas.openxmlformats.org/officeDocument/2006/relationships/image" Target="../media/image534.png"/><Relationship Id="rId2" Type="http://schemas.openxmlformats.org/officeDocument/2006/relationships/image" Target="../media/image529.png"/><Relationship Id="rId16" Type="http://schemas.openxmlformats.org/officeDocument/2006/relationships/image" Target="../media/image5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1.png"/><Relationship Id="rId11" Type="http://schemas.openxmlformats.org/officeDocument/2006/relationships/customXml" Target="../ink/ink520.xml"/><Relationship Id="rId5" Type="http://schemas.openxmlformats.org/officeDocument/2006/relationships/customXml" Target="../ink/ink517.xml"/><Relationship Id="rId15" Type="http://schemas.openxmlformats.org/officeDocument/2006/relationships/customXml" Target="../ink/ink522.xml"/><Relationship Id="rId10" Type="http://schemas.openxmlformats.org/officeDocument/2006/relationships/image" Target="../media/image533.png"/><Relationship Id="rId4" Type="http://schemas.openxmlformats.org/officeDocument/2006/relationships/image" Target="../media/image530.png"/><Relationship Id="rId9" Type="http://schemas.openxmlformats.org/officeDocument/2006/relationships/customXml" Target="../ink/ink519.xml"/><Relationship Id="rId14" Type="http://schemas.openxmlformats.org/officeDocument/2006/relationships/image" Target="../media/image53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10DA93-6FF1-4B43-8097-457FEDCD88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Landis II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02C5D82-B115-4DD3-9F39-20C001A3F2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General presentation and application to our questions</a:t>
            </a:r>
          </a:p>
        </p:txBody>
      </p:sp>
    </p:spTree>
    <p:extLst>
      <p:ext uri="{BB962C8B-B14F-4D97-AF65-F5344CB8AC3E}">
        <p14:creationId xmlns:p14="http://schemas.microsoft.com/office/powerpoint/2010/main" val="758860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7F720B-7D81-46A2-B455-5076A716F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Landis core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8B4CD96-AA87-4780-A612-FD9876A58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7917"/>
            <a:ext cx="10515600" cy="4351338"/>
          </a:xfrm>
        </p:spPr>
        <p:txBody>
          <a:bodyPr/>
          <a:lstStyle/>
          <a:p>
            <a:r>
              <a:rPr lang="en-US" dirty="0"/>
              <a:t>Scales</a:t>
            </a:r>
          </a:p>
          <a:p>
            <a:pPr lvl="1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Ecoregion</a:t>
            </a:r>
          </a:p>
          <a:p>
            <a:pPr lvl="1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Management scales</a:t>
            </a:r>
          </a:p>
          <a:p>
            <a:pPr lvl="1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Cell</a:t>
            </a:r>
          </a:p>
          <a:p>
            <a:pPr lvl="1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Cohort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55CBB9F-87C6-466F-861C-3FD9066C0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862" y="930734"/>
            <a:ext cx="7550825" cy="5300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68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7F720B-7D81-46A2-B455-5076A716F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Landis core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8B4CD96-AA87-4780-A612-FD9876A58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7917"/>
            <a:ext cx="4572000" cy="4351338"/>
          </a:xfrm>
        </p:spPr>
        <p:txBody>
          <a:bodyPr/>
          <a:lstStyle/>
          <a:p>
            <a:r>
              <a:rPr lang="en-US" dirty="0"/>
              <a:t>Scales</a:t>
            </a:r>
          </a:p>
          <a:p>
            <a:pPr lvl="1"/>
            <a:r>
              <a:rPr lang="en-US" dirty="0"/>
              <a:t>Ecoregion</a:t>
            </a:r>
          </a:p>
          <a:p>
            <a:pPr lvl="2"/>
            <a:r>
              <a:rPr lang="en-US" dirty="0"/>
              <a:t>Homogeneous climate and soil </a:t>
            </a:r>
          </a:p>
          <a:p>
            <a:pPr lvl="1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Management scales</a:t>
            </a:r>
          </a:p>
          <a:p>
            <a:pPr lvl="1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Cell</a:t>
            </a:r>
          </a:p>
          <a:p>
            <a:pPr lvl="1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Cohort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AAE4F66-78DF-4C07-89AC-47977971D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0" y="718745"/>
            <a:ext cx="5943600" cy="59245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Encre 7">
                <a:extLst>
                  <a:ext uri="{FF2B5EF4-FFF2-40B4-BE49-F238E27FC236}">
                    <a16:creationId xmlns:a16="http://schemas.microsoft.com/office/drawing/2014/main" id="{B85BB705-A531-4AA3-8AC4-72E7B372757C}"/>
                  </a:ext>
                </a:extLst>
              </p14:cNvPr>
              <p14:cNvContentPartPr/>
              <p14:nvPr/>
            </p14:nvContentPartPr>
            <p14:xfrm>
              <a:off x="8460568" y="3230785"/>
              <a:ext cx="337680" cy="379800"/>
            </p14:xfrm>
          </p:contentPart>
        </mc:Choice>
        <mc:Fallback xmlns="">
          <p:pic>
            <p:nvPicPr>
              <p:cNvPr id="8" name="Encre 7">
                <a:extLst>
                  <a:ext uri="{FF2B5EF4-FFF2-40B4-BE49-F238E27FC236}">
                    <a16:creationId xmlns:a16="http://schemas.microsoft.com/office/drawing/2014/main" id="{B85BB705-A531-4AA3-8AC4-72E7B372757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24928" y="3194785"/>
                <a:ext cx="409320" cy="45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Encre 9">
                <a:extLst>
                  <a:ext uri="{FF2B5EF4-FFF2-40B4-BE49-F238E27FC236}">
                    <a16:creationId xmlns:a16="http://schemas.microsoft.com/office/drawing/2014/main" id="{D823754B-BAF0-4C3D-882C-69EBA51F13F2}"/>
                  </a:ext>
                </a:extLst>
              </p14:cNvPr>
              <p14:cNvContentPartPr/>
              <p14:nvPr/>
            </p14:nvContentPartPr>
            <p14:xfrm>
              <a:off x="8492968" y="5403025"/>
              <a:ext cx="290160" cy="379080"/>
            </p14:xfrm>
          </p:contentPart>
        </mc:Choice>
        <mc:Fallback xmlns="">
          <p:pic>
            <p:nvPicPr>
              <p:cNvPr id="10" name="Encre 9">
                <a:extLst>
                  <a:ext uri="{FF2B5EF4-FFF2-40B4-BE49-F238E27FC236}">
                    <a16:creationId xmlns:a16="http://schemas.microsoft.com/office/drawing/2014/main" id="{D823754B-BAF0-4C3D-882C-69EBA51F13F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456968" y="5367025"/>
                <a:ext cx="361800" cy="450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41103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7F720B-7D81-46A2-B455-5076A716F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Landis core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8B4CD96-AA87-4780-A612-FD9876A58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7917"/>
            <a:ext cx="10515600" cy="4351338"/>
          </a:xfrm>
        </p:spPr>
        <p:txBody>
          <a:bodyPr/>
          <a:lstStyle/>
          <a:p>
            <a:r>
              <a:rPr lang="en-US" dirty="0"/>
              <a:t>Scales</a:t>
            </a:r>
          </a:p>
          <a:p>
            <a:pPr lvl="1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Ecoregion</a:t>
            </a:r>
          </a:p>
          <a:p>
            <a:pPr lvl="1"/>
            <a:r>
              <a:rPr lang="en-US" dirty="0"/>
              <a:t>Management scale</a:t>
            </a:r>
          </a:p>
          <a:p>
            <a:pPr lvl="2"/>
            <a:r>
              <a:rPr lang="en-US" dirty="0"/>
              <a:t>Management area</a:t>
            </a:r>
          </a:p>
          <a:p>
            <a:pPr lvl="2"/>
            <a:r>
              <a:rPr lang="en-US" dirty="0"/>
              <a:t>Stands</a:t>
            </a:r>
          </a:p>
          <a:p>
            <a:pPr lvl="1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Cell</a:t>
            </a:r>
          </a:p>
          <a:p>
            <a:pPr lvl="1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Cohort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84EE95BB-7BCD-43BF-BC74-D82D58B44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3021" y="441910"/>
            <a:ext cx="6333449" cy="614035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1" name="Encre 30">
                <a:extLst>
                  <a:ext uri="{FF2B5EF4-FFF2-40B4-BE49-F238E27FC236}">
                    <a16:creationId xmlns:a16="http://schemas.microsoft.com/office/drawing/2014/main" id="{E92DE0F4-950A-465D-A63D-4FC0AB5A6B52}"/>
                  </a:ext>
                </a:extLst>
              </p14:cNvPr>
              <p14:cNvContentPartPr/>
              <p14:nvPr/>
            </p14:nvContentPartPr>
            <p14:xfrm>
              <a:off x="8524288" y="4624345"/>
              <a:ext cx="290160" cy="397440"/>
            </p14:xfrm>
          </p:contentPart>
        </mc:Choice>
        <mc:Fallback xmlns="">
          <p:pic>
            <p:nvPicPr>
              <p:cNvPr id="31" name="Encre 30">
                <a:extLst>
                  <a:ext uri="{FF2B5EF4-FFF2-40B4-BE49-F238E27FC236}">
                    <a16:creationId xmlns:a16="http://schemas.microsoft.com/office/drawing/2014/main" id="{E92DE0F4-950A-465D-A63D-4FC0AB5A6B5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88288" y="4588705"/>
                <a:ext cx="361800" cy="46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e 32">
            <a:extLst>
              <a:ext uri="{FF2B5EF4-FFF2-40B4-BE49-F238E27FC236}">
                <a16:creationId xmlns:a16="http://schemas.microsoft.com/office/drawing/2014/main" id="{1FCFB7BE-9B0E-469D-BEEF-366EA03136F2}"/>
              </a:ext>
            </a:extLst>
          </p:cNvPr>
          <p:cNvGrpSpPr/>
          <p:nvPr/>
        </p:nvGrpSpPr>
        <p:grpSpPr>
          <a:xfrm>
            <a:off x="5723488" y="964945"/>
            <a:ext cx="5453640" cy="2512080"/>
            <a:chOff x="5723488" y="964945"/>
            <a:chExt cx="5453640" cy="251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4" name="Encre 23">
                  <a:extLst>
                    <a:ext uri="{FF2B5EF4-FFF2-40B4-BE49-F238E27FC236}">
                      <a16:creationId xmlns:a16="http://schemas.microsoft.com/office/drawing/2014/main" id="{3B654424-2D2F-4FFF-A448-600F5DD0F4E1}"/>
                    </a:ext>
                  </a:extLst>
                </p14:cNvPr>
                <p14:cNvContentPartPr/>
                <p14:nvPr/>
              </p14:nvContentPartPr>
              <p14:xfrm>
                <a:off x="5832568" y="1855585"/>
                <a:ext cx="5344560" cy="1621440"/>
              </p14:xfrm>
            </p:contentPart>
          </mc:Choice>
          <mc:Fallback xmlns="">
            <p:pic>
              <p:nvPicPr>
                <p:cNvPr id="24" name="Encre 23">
                  <a:extLst>
                    <a:ext uri="{FF2B5EF4-FFF2-40B4-BE49-F238E27FC236}">
                      <a16:creationId xmlns:a16="http://schemas.microsoft.com/office/drawing/2014/main" id="{3B654424-2D2F-4FFF-A448-600F5DD0F4E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769928" y="1792945"/>
                  <a:ext cx="5470200" cy="174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5" name="Encre 24">
                  <a:extLst>
                    <a:ext uri="{FF2B5EF4-FFF2-40B4-BE49-F238E27FC236}">
                      <a16:creationId xmlns:a16="http://schemas.microsoft.com/office/drawing/2014/main" id="{D59ECBBC-A53A-46AA-859B-D2D2515CD8F7}"/>
                    </a:ext>
                  </a:extLst>
                </p14:cNvPr>
                <p14:cNvContentPartPr/>
                <p14:nvPr/>
              </p14:nvContentPartPr>
              <p14:xfrm>
                <a:off x="5723488" y="964945"/>
                <a:ext cx="1164600" cy="849240"/>
              </p14:xfrm>
            </p:contentPart>
          </mc:Choice>
          <mc:Fallback xmlns="">
            <p:pic>
              <p:nvPicPr>
                <p:cNvPr id="25" name="Encre 24">
                  <a:extLst>
                    <a:ext uri="{FF2B5EF4-FFF2-40B4-BE49-F238E27FC236}">
                      <a16:creationId xmlns:a16="http://schemas.microsoft.com/office/drawing/2014/main" id="{D59ECBBC-A53A-46AA-859B-D2D2515CD8F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660848" y="902305"/>
                  <a:ext cx="1290240" cy="9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0" name="Encre 29">
                  <a:extLst>
                    <a:ext uri="{FF2B5EF4-FFF2-40B4-BE49-F238E27FC236}">
                      <a16:creationId xmlns:a16="http://schemas.microsoft.com/office/drawing/2014/main" id="{9B7CA8B0-A5B3-4A10-AB3B-133B7FED9786}"/>
                    </a:ext>
                  </a:extLst>
                </p14:cNvPr>
                <p14:cNvContentPartPr/>
                <p14:nvPr/>
              </p14:nvContentPartPr>
              <p14:xfrm>
                <a:off x="9350848" y="1831465"/>
                <a:ext cx="219240" cy="440280"/>
              </p14:xfrm>
            </p:contentPart>
          </mc:Choice>
          <mc:Fallback xmlns="">
            <p:pic>
              <p:nvPicPr>
                <p:cNvPr id="30" name="Encre 29">
                  <a:extLst>
                    <a:ext uri="{FF2B5EF4-FFF2-40B4-BE49-F238E27FC236}">
                      <a16:creationId xmlns:a16="http://schemas.microsoft.com/office/drawing/2014/main" id="{9B7CA8B0-A5B3-4A10-AB3B-133B7FED978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315208" y="1795465"/>
                  <a:ext cx="290880" cy="51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2" name="Encre 31">
                  <a:extLst>
                    <a:ext uri="{FF2B5EF4-FFF2-40B4-BE49-F238E27FC236}">
                      <a16:creationId xmlns:a16="http://schemas.microsoft.com/office/drawing/2014/main" id="{F75DC2FA-D4BC-49AD-A918-A3423ACE9F98}"/>
                    </a:ext>
                  </a:extLst>
                </p14:cNvPr>
                <p14:cNvContentPartPr/>
                <p14:nvPr/>
              </p14:nvContentPartPr>
              <p14:xfrm>
                <a:off x="5921128" y="1574785"/>
                <a:ext cx="196560" cy="312840"/>
              </p14:xfrm>
            </p:contentPart>
          </mc:Choice>
          <mc:Fallback xmlns="">
            <p:pic>
              <p:nvPicPr>
                <p:cNvPr id="32" name="Encre 31">
                  <a:extLst>
                    <a:ext uri="{FF2B5EF4-FFF2-40B4-BE49-F238E27FC236}">
                      <a16:creationId xmlns:a16="http://schemas.microsoft.com/office/drawing/2014/main" id="{F75DC2FA-D4BC-49AD-A918-A3423ACE9F9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885128" y="1539145"/>
                  <a:ext cx="268200" cy="384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23730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7F720B-7D81-46A2-B455-5076A716F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Landis core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8B4CD96-AA87-4780-A612-FD9876A58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7917"/>
            <a:ext cx="10515600" cy="4351338"/>
          </a:xfrm>
        </p:spPr>
        <p:txBody>
          <a:bodyPr/>
          <a:lstStyle/>
          <a:p>
            <a:r>
              <a:rPr lang="en-US" dirty="0"/>
              <a:t>Scales</a:t>
            </a:r>
          </a:p>
          <a:p>
            <a:pPr lvl="1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Ecoregion</a:t>
            </a:r>
          </a:p>
          <a:p>
            <a:pPr lvl="1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Management scales</a:t>
            </a:r>
          </a:p>
          <a:p>
            <a:pPr lvl="1"/>
            <a:r>
              <a:rPr lang="en-US" dirty="0"/>
              <a:t>Cell</a:t>
            </a:r>
          </a:p>
          <a:p>
            <a:pPr lvl="2"/>
            <a:r>
              <a:rPr lang="en-US" dirty="0"/>
              <a:t>Homogeneous light</a:t>
            </a:r>
          </a:p>
          <a:p>
            <a:pPr lvl="1"/>
            <a:r>
              <a:rPr lang="en-US" dirty="0"/>
              <a:t>Cohort</a:t>
            </a:r>
          </a:p>
          <a:p>
            <a:pPr lvl="2"/>
            <a:r>
              <a:rPr lang="en-US" dirty="0"/>
              <a:t>Species and age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AF83F23-D277-4D60-BE94-487F9FD61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7225" y="857398"/>
            <a:ext cx="7724775" cy="5762625"/>
          </a:xfrm>
          <a:prstGeom prst="rect">
            <a:avLst/>
          </a:prstGeom>
        </p:spPr>
      </p:pic>
      <p:grpSp>
        <p:nvGrpSpPr>
          <p:cNvPr id="8" name="Groupe 7">
            <a:extLst>
              <a:ext uri="{FF2B5EF4-FFF2-40B4-BE49-F238E27FC236}">
                <a16:creationId xmlns:a16="http://schemas.microsoft.com/office/drawing/2014/main" id="{4A7EF5A8-4946-4C4D-8956-5E6F0A7F60D5}"/>
              </a:ext>
            </a:extLst>
          </p:cNvPr>
          <p:cNvGrpSpPr/>
          <p:nvPr/>
        </p:nvGrpSpPr>
        <p:grpSpPr>
          <a:xfrm>
            <a:off x="838200" y="4649820"/>
            <a:ext cx="3783424" cy="1970203"/>
            <a:chOff x="3307104" y="4321123"/>
            <a:chExt cx="3783424" cy="2039923"/>
          </a:xfrm>
        </p:grpSpPr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B6F8FB8D-0262-43B9-8208-B9634B38F5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48461" b="29794"/>
            <a:stretch/>
          </p:blipFill>
          <p:spPr>
            <a:xfrm>
              <a:off x="3307104" y="5156463"/>
              <a:ext cx="3783423" cy="1204583"/>
            </a:xfrm>
            <a:prstGeom prst="rect">
              <a:avLst/>
            </a:prstGeom>
          </p:spPr>
        </p:pic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18D8950F-208A-4D20-9CEE-A12BCBEFEB6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84921"/>
            <a:stretch/>
          </p:blipFill>
          <p:spPr>
            <a:xfrm>
              <a:off x="3307105" y="4321123"/>
              <a:ext cx="3783423" cy="8353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94983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168D16-13F4-4F98-BEC2-32EB6AE17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Landis core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4219774-8942-4943-8811-0B7942389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Organization</a:t>
            </a:r>
          </a:p>
          <a:p>
            <a:pPr lvl="1"/>
            <a:r>
              <a:rPr lang="en-US" dirty="0"/>
              <a:t>Core</a:t>
            </a:r>
          </a:p>
          <a:p>
            <a:pPr lvl="1"/>
            <a:r>
              <a:rPr lang="en-US" dirty="0"/>
              <a:t>Extension</a:t>
            </a:r>
          </a:p>
          <a:p>
            <a:pPr lvl="2"/>
            <a:r>
              <a:rPr lang="en-US" dirty="0"/>
              <a:t>Succession</a:t>
            </a:r>
          </a:p>
          <a:p>
            <a:pPr lvl="2"/>
            <a:r>
              <a:rPr lang="en-US" dirty="0"/>
              <a:t>Disturbance</a:t>
            </a:r>
          </a:p>
          <a:p>
            <a:pPr lvl="2"/>
            <a:r>
              <a:rPr lang="en-US" dirty="0"/>
              <a:t>Output</a:t>
            </a:r>
          </a:p>
        </p:txBody>
      </p:sp>
      <p:grpSp>
        <p:nvGrpSpPr>
          <p:cNvPr id="38" name="Groupe 37">
            <a:extLst>
              <a:ext uri="{FF2B5EF4-FFF2-40B4-BE49-F238E27FC236}">
                <a16:creationId xmlns:a16="http://schemas.microsoft.com/office/drawing/2014/main" id="{4CEAF2C5-52BA-4596-9386-601857B080FC}"/>
              </a:ext>
            </a:extLst>
          </p:cNvPr>
          <p:cNvGrpSpPr/>
          <p:nvPr/>
        </p:nvGrpSpPr>
        <p:grpSpPr>
          <a:xfrm>
            <a:off x="6647608" y="2897425"/>
            <a:ext cx="2931120" cy="1007280"/>
            <a:chOff x="6647608" y="2897425"/>
            <a:chExt cx="2931120" cy="100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0" name="Encre 19">
                  <a:extLst>
                    <a:ext uri="{FF2B5EF4-FFF2-40B4-BE49-F238E27FC236}">
                      <a16:creationId xmlns:a16="http://schemas.microsoft.com/office/drawing/2014/main" id="{CB0FDA63-F252-4CE7-B835-82BA679D3A75}"/>
                    </a:ext>
                  </a:extLst>
                </p14:cNvPr>
                <p14:cNvContentPartPr/>
                <p14:nvPr/>
              </p14:nvContentPartPr>
              <p14:xfrm>
                <a:off x="7070248" y="3258865"/>
                <a:ext cx="160920" cy="288360"/>
              </p14:xfrm>
            </p:contentPart>
          </mc:Choice>
          <mc:Fallback xmlns="">
            <p:pic>
              <p:nvPicPr>
                <p:cNvPr id="20" name="Encre 19">
                  <a:extLst>
                    <a:ext uri="{FF2B5EF4-FFF2-40B4-BE49-F238E27FC236}">
                      <a16:creationId xmlns:a16="http://schemas.microsoft.com/office/drawing/2014/main" id="{CB0FDA63-F252-4CE7-B835-82BA679D3A7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061608" y="3249865"/>
                  <a:ext cx="17856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1" name="Encre 20">
                  <a:extLst>
                    <a:ext uri="{FF2B5EF4-FFF2-40B4-BE49-F238E27FC236}">
                      <a16:creationId xmlns:a16="http://schemas.microsoft.com/office/drawing/2014/main" id="{F32FA9F9-B427-4FED-8A58-CD86D15D9F24}"/>
                    </a:ext>
                  </a:extLst>
                </p14:cNvPr>
                <p14:cNvContentPartPr/>
                <p14:nvPr/>
              </p14:nvContentPartPr>
              <p14:xfrm>
                <a:off x="7260328" y="3315745"/>
                <a:ext cx="134640" cy="215280"/>
              </p14:xfrm>
            </p:contentPart>
          </mc:Choice>
          <mc:Fallback xmlns="">
            <p:pic>
              <p:nvPicPr>
                <p:cNvPr id="21" name="Encre 20">
                  <a:extLst>
                    <a:ext uri="{FF2B5EF4-FFF2-40B4-BE49-F238E27FC236}">
                      <a16:creationId xmlns:a16="http://schemas.microsoft.com/office/drawing/2014/main" id="{F32FA9F9-B427-4FED-8A58-CD86D15D9F2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251688" y="3306745"/>
                  <a:ext cx="15228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2" name="Encre 21">
                  <a:extLst>
                    <a:ext uri="{FF2B5EF4-FFF2-40B4-BE49-F238E27FC236}">
                      <a16:creationId xmlns:a16="http://schemas.microsoft.com/office/drawing/2014/main" id="{6932B4D7-99A4-4B17-94B5-85D7757564AF}"/>
                    </a:ext>
                  </a:extLst>
                </p14:cNvPr>
                <p14:cNvContentPartPr/>
                <p14:nvPr/>
              </p14:nvContentPartPr>
              <p14:xfrm>
                <a:off x="7187968" y="3414745"/>
                <a:ext cx="252000" cy="11880"/>
              </p14:xfrm>
            </p:contentPart>
          </mc:Choice>
          <mc:Fallback xmlns="">
            <p:pic>
              <p:nvPicPr>
                <p:cNvPr id="22" name="Encre 21">
                  <a:extLst>
                    <a:ext uri="{FF2B5EF4-FFF2-40B4-BE49-F238E27FC236}">
                      <a16:creationId xmlns:a16="http://schemas.microsoft.com/office/drawing/2014/main" id="{6932B4D7-99A4-4B17-94B5-85D7757564A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179328" y="3405745"/>
                  <a:ext cx="2696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3" name="Encre 22">
                  <a:extLst>
                    <a:ext uri="{FF2B5EF4-FFF2-40B4-BE49-F238E27FC236}">
                      <a16:creationId xmlns:a16="http://schemas.microsoft.com/office/drawing/2014/main" id="{46B047A4-CC01-4B0D-BAB9-29B83C4AC4DC}"/>
                    </a:ext>
                  </a:extLst>
                </p14:cNvPr>
                <p14:cNvContentPartPr/>
                <p14:nvPr/>
              </p14:nvContentPartPr>
              <p14:xfrm>
                <a:off x="7399648" y="3324745"/>
                <a:ext cx="239400" cy="190440"/>
              </p14:xfrm>
            </p:contentPart>
          </mc:Choice>
          <mc:Fallback xmlns="">
            <p:pic>
              <p:nvPicPr>
                <p:cNvPr id="23" name="Encre 22">
                  <a:extLst>
                    <a:ext uri="{FF2B5EF4-FFF2-40B4-BE49-F238E27FC236}">
                      <a16:creationId xmlns:a16="http://schemas.microsoft.com/office/drawing/2014/main" id="{46B047A4-CC01-4B0D-BAB9-29B83C4AC4D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391008" y="3316105"/>
                  <a:ext cx="2570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4" name="Encre 23">
                  <a:extLst>
                    <a:ext uri="{FF2B5EF4-FFF2-40B4-BE49-F238E27FC236}">
                      <a16:creationId xmlns:a16="http://schemas.microsoft.com/office/drawing/2014/main" id="{7F75CDA2-E28A-42F2-8373-3CAC659E6F15}"/>
                    </a:ext>
                  </a:extLst>
                </p14:cNvPr>
                <p14:cNvContentPartPr/>
                <p14:nvPr/>
              </p14:nvContentPartPr>
              <p14:xfrm>
                <a:off x="7622848" y="3285865"/>
                <a:ext cx="191160" cy="222120"/>
              </p14:xfrm>
            </p:contentPart>
          </mc:Choice>
          <mc:Fallback xmlns="">
            <p:pic>
              <p:nvPicPr>
                <p:cNvPr id="24" name="Encre 23">
                  <a:extLst>
                    <a:ext uri="{FF2B5EF4-FFF2-40B4-BE49-F238E27FC236}">
                      <a16:creationId xmlns:a16="http://schemas.microsoft.com/office/drawing/2014/main" id="{7F75CDA2-E28A-42F2-8373-3CAC659E6F1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614208" y="3277225"/>
                  <a:ext cx="20880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5" name="Encre 24">
                  <a:extLst>
                    <a:ext uri="{FF2B5EF4-FFF2-40B4-BE49-F238E27FC236}">
                      <a16:creationId xmlns:a16="http://schemas.microsoft.com/office/drawing/2014/main" id="{640B489F-7B2B-45F7-8D0A-5753F27FDDA8}"/>
                    </a:ext>
                  </a:extLst>
                </p14:cNvPr>
                <p14:cNvContentPartPr/>
                <p14:nvPr/>
              </p14:nvContentPartPr>
              <p14:xfrm>
                <a:off x="7870528" y="3312505"/>
                <a:ext cx="64080" cy="144360"/>
              </p14:xfrm>
            </p:contentPart>
          </mc:Choice>
          <mc:Fallback xmlns="">
            <p:pic>
              <p:nvPicPr>
                <p:cNvPr id="25" name="Encre 24">
                  <a:extLst>
                    <a:ext uri="{FF2B5EF4-FFF2-40B4-BE49-F238E27FC236}">
                      <a16:creationId xmlns:a16="http://schemas.microsoft.com/office/drawing/2014/main" id="{640B489F-7B2B-45F7-8D0A-5753F27FDDA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861888" y="3303865"/>
                  <a:ext cx="8172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6" name="Encre 25">
                  <a:extLst>
                    <a:ext uri="{FF2B5EF4-FFF2-40B4-BE49-F238E27FC236}">
                      <a16:creationId xmlns:a16="http://schemas.microsoft.com/office/drawing/2014/main" id="{0238985A-46CA-44B5-89FC-413A8F65880A}"/>
                    </a:ext>
                  </a:extLst>
                </p14:cNvPr>
                <p14:cNvContentPartPr/>
                <p14:nvPr/>
              </p14:nvContentPartPr>
              <p14:xfrm>
                <a:off x="7754968" y="3263905"/>
                <a:ext cx="255600" cy="43560"/>
              </p14:xfrm>
            </p:contentPart>
          </mc:Choice>
          <mc:Fallback xmlns="">
            <p:pic>
              <p:nvPicPr>
                <p:cNvPr id="26" name="Encre 25">
                  <a:extLst>
                    <a:ext uri="{FF2B5EF4-FFF2-40B4-BE49-F238E27FC236}">
                      <a16:creationId xmlns:a16="http://schemas.microsoft.com/office/drawing/2014/main" id="{0238985A-46CA-44B5-89FC-413A8F65880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745968" y="3254905"/>
                  <a:ext cx="27324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7" name="Encre 26">
                  <a:extLst>
                    <a:ext uri="{FF2B5EF4-FFF2-40B4-BE49-F238E27FC236}">
                      <a16:creationId xmlns:a16="http://schemas.microsoft.com/office/drawing/2014/main" id="{3B3E8D60-0B05-4169-A041-FE5F6A8CA90A}"/>
                    </a:ext>
                  </a:extLst>
                </p14:cNvPr>
                <p14:cNvContentPartPr/>
                <p14:nvPr/>
              </p14:nvContentPartPr>
              <p14:xfrm>
                <a:off x="7770448" y="3490705"/>
                <a:ext cx="221760" cy="10440"/>
              </p14:xfrm>
            </p:contentPart>
          </mc:Choice>
          <mc:Fallback xmlns="">
            <p:pic>
              <p:nvPicPr>
                <p:cNvPr id="27" name="Encre 26">
                  <a:extLst>
                    <a:ext uri="{FF2B5EF4-FFF2-40B4-BE49-F238E27FC236}">
                      <a16:creationId xmlns:a16="http://schemas.microsoft.com/office/drawing/2014/main" id="{3B3E8D60-0B05-4169-A041-FE5F6A8CA90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761808" y="3482065"/>
                  <a:ext cx="2394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8" name="Encre 27">
                  <a:extLst>
                    <a:ext uri="{FF2B5EF4-FFF2-40B4-BE49-F238E27FC236}">
                      <a16:creationId xmlns:a16="http://schemas.microsoft.com/office/drawing/2014/main" id="{69C1B99E-CF87-49BE-99AF-E7D6B6E0A0B1}"/>
                    </a:ext>
                  </a:extLst>
                </p14:cNvPr>
                <p14:cNvContentPartPr/>
                <p14:nvPr/>
              </p14:nvContentPartPr>
              <p14:xfrm>
                <a:off x="8032528" y="3239425"/>
                <a:ext cx="201600" cy="245880"/>
              </p14:xfrm>
            </p:contentPart>
          </mc:Choice>
          <mc:Fallback xmlns="">
            <p:pic>
              <p:nvPicPr>
                <p:cNvPr id="28" name="Encre 27">
                  <a:extLst>
                    <a:ext uri="{FF2B5EF4-FFF2-40B4-BE49-F238E27FC236}">
                      <a16:creationId xmlns:a16="http://schemas.microsoft.com/office/drawing/2014/main" id="{69C1B99E-CF87-49BE-99AF-E7D6B6E0A0B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023528" y="3230785"/>
                  <a:ext cx="21924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9" name="Encre 28">
                  <a:extLst>
                    <a:ext uri="{FF2B5EF4-FFF2-40B4-BE49-F238E27FC236}">
                      <a16:creationId xmlns:a16="http://schemas.microsoft.com/office/drawing/2014/main" id="{3C8D402E-9F19-488C-AA59-71C7910F3521}"/>
                    </a:ext>
                  </a:extLst>
                </p14:cNvPr>
                <p14:cNvContentPartPr/>
                <p14:nvPr/>
              </p14:nvContentPartPr>
              <p14:xfrm>
                <a:off x="8521048" y="3228625"/>
                <a:ext cx="326880" cy="240120"/>
              </p14:xfrm>
            </p:contentPart>
          </mc:Choice>
          <mc:Fallback xmlns="">
            <p:pic>
              <p:nvPicPr>
                <p:cNvPr id="29" name="Encre 28">
                  <a:extLst>
                    <a:ext uri="{FF2B5EF4-FFF2-40B4-BE49-F238E27FC236}">
                      <a16:creationId xmlns:a16="http://schemas.microsoft.com/office/drawing/2014/main" id="{3C8D402E-9F19-488C-AA59-71C7910F352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512048" y="3219985"/>
                  <a:ext cx="34452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0" name="Encre 29">
                  <a:extLst>
                    <a:ext uri="{FF2B5EF4-FFF2-40B4-BE49-F238E27FC236}">
                      <a16:creationId xmlns:a16="http://schemas.microsoft.com/office/drawing/2014/main" id="{7F32DF59-AFA0-40CB-AE18-71444611ADAD}"/>
                    </a:ext>
                  </a:extLst>
                </p14:cNvPr>
                <p14:cNvContentPartPr/>
                <p14:nvPr/>
              </p14:nvContentPartPr>
              <p14:xfrm>
                <a:off x="8765488" y="3261025"/>
                <a:ext cx="261720" cy="195480"/>
              </p14:xfrm>
            </p:contentPart>
          </mc:Choice>
          <mc:Fallback xmlns="">
            <p:pic>
              <p:nvPicPr>
                <p:cNvPr id="30" name="Encre 29">
                  <a:extLst>
                    <a:ext uri="{FF2B5EF4-FFF2-40B4-BE49-F238E27FC236}">
                      <a16:creationId xmlns:a16="http://schemas.microsoft.com/office/drawing/2014/main" id="{7F32DF59-AFA0-40CB-AE18-71444611ADA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756848" y="3252025"/>
                  <a:ext cx="27936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1" name="Encre 30">
                  <a:extLst>
                    <a:ext uri="{FF2B5EF4-FFF2-40B4-BE49-F238E27FC236}">
                      <a16:creationId xmlns:a16="http://schemas.microsoft.com/office/drawing/2014/main" id="{95BF85E3-9584-4D58-BF4A-5FCC0B89D418}"/>
                    </a:ext>
                  </a:extLst>
                </p14:cNvPr>
                <p14:cNvContentPartPr/>
                <p14:nvPr/>
              </p14:nvContentPartPr>
              <p14:xfrm>
                <a:off x="9051688" y="3238705"/>
                <a:ext cx="168480" cy="206640"/>
              </p14:xfrm>
            </p:contentPart>
          </mc:Choice>
          <mc:Fallback xmlns="">
            <p:pic>
              <p:nvPicPr>
                <p:cNvPr id="31" name="Encre 30">
                  <a:extLst>
                    <a:ext uri="{FF2B5EF4-FFF2-40B4-BE49-F238E27FC236}">
                      <a16:creationId xmlns:a16="http://schemas.microsoft.com/office/drawing/2014/main" id="{95BF85E3-9584-4D58-BF4A-5FCC0B89D41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043048" y="3230065"/>
                  <a:ext cx="18612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2" name="Encre 31">
                  <a:extLst>
                    <a:ext uri="{FF2B5EF4-FFF2-40B4-BE49-F238E27FC236}">
                      <a16:creationId xmlns:a16="http://schemas.microsoft.com/office/drawing/2014/main" id="{C6754EF8-C2FB-4257-92D7-5AE35CDAE8C7}"/>
                    </a:ext>
                  </a:extLst>
                </p14:cNvPr>
                <p14:cNvContentPartPr/>
                <p14:nvPr/>
              </p14:nvContentPartPr>
              <p14:xfrm>
                <a:off x="8996608" y="3232225"/>
                <a:ext cx="182880" cy="123480"/>
              </p14:xfrm>
            </p:contentPart>
          </mc:Choice>
          <mc:Fallback xmlns="">
            <p:pic>
              <p:nvPicPr>
                <p:cNvPr id="32" name="Encre 31">
                  <a:extLst>
                    <a:ext uri="{FF2B5EF4-FFF2-40B4-BE49-F238E27FC236}">
                      <a16:creationId xmlns:a16="http://schemas.microsoft.com/office/drawing/2014/main" id="{C6754EF8-C2FB-4257-92D7-5AE35CDAE8C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987608" y="3223225"/>
                  <a:ext cx="2005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5" name="Encre 34">
                  <a:extLst>
                    <a:ext uri="{FF2B5EF4-FFF2-40B4-BE49-F238E27FC236}">
                      <a16:creationId xmlns:a16="http://schemas.microsoft.com/office/drawing/2014/main" id="{C1C6F372-0E0C-4608-80F3-15C707D3B667}"/>
                    </a:ext>
                  </a:extLst>
                </p14:cNvPr>
                <p14:cNvContentPartPr/>
                <p14:nvPr/>
              </p14:nvContentPartPr>
              <p14:xfrm>
                <a:off x="6943528" y="2897425"/>
                <a:ext cx="2367720" cy="225360"/>
              </p14:xfrm>
            </p:contentPart>
          </mc:Choice>
          <mc:Fallback xmlns="">
            <p:pic>
              <p:nvPicPr>
                <p:cNvPr id="35" name="Encre 34">
                  <a:extLst>
                    <a:ext uri="{FF2B5EF4-FFF2-40B4-BE49-F238E27FC236}">
                      <a16:creationId xmlns:a16="http://schemas.microsoft.com/office/drawing/2014/main" id="{C1C6F372-0E0C-4608-80F3-15C707D3B66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934528" y="2888425"/>
                  <a:ext cx="23853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6" name="Encre 35">
                  <a:extLst>
                    <a:ext uri="{FF2B5EF4-FFF2-40B4-BE49-F238E27FC236}">
                      <a16:creationId xmlns:a16="http://schemas.microsoft.com/office/drawing/2014/main" id="{B0EDDD30-1533-4C7D-B716-0CBFDD963E18}"/>
                    </a:ext>
                  </a:extLst>
                </p14:cNvPr>
                <p14:cNvContentPartPr/>
                <p14:nvPr/>
              </p14:nvContentPartPr>
              <p14:xfrm>
                <a:off x="9413128" y="2921185"/>
                <a:ext cx="113760" cy="751680"/>
              </p14:xfrm>
            </p:contentPart>
          </mc:Choice>
          <mc:Fallback xmlns="">
            <p:pic>
              <p:nvPicPr>
                <p:cNvPr id="36" name="Encre 35">
                  <a:extLst>
                    <a:ext uri="{FF2B5EF4-FFF2-40B4-BE49-F238E27FC236}">
                      <a16:creationId xmlns:a16="http://schemas.microsoft.com/office/drawing/2014/main" id="{B0EDDD30-1533-4C7D-B716-0CBFDD963E1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404128" y="2912545"/>
                  <a:ext cx="131400" cy="76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7" name="Encre 36">
                  <a:extLst>
                    <a:ext uri="{FF2B5EF4-FFF2-40B4-BE49-F238E27FC236}">
                      <a16:creationId xmlns:a16="http://schemas.microsoft.com/office/drawing/2014/main" id="{1CE2FFF9-A6FA-4251-BA6A-212A37EA3FDA}"/>
                    </a:ext>
                  </a:extLst>
                </p14:cNvPr>
                <p14:cNvContentPartPr/>
                <p14:nvPr/>
              </p14:nvContentPartPr>
              <p14:xfrm>
                <a:off x="6647608" y="2915425"/>
                <a:ext cx="2931120" cy="989280"/>
              </p14:xfrm>
            </p:contentPart>
          </mc:Choice>
          <mc:Fallback xmlns="">
            <p:pic>
              <p:nvPicPr>
                <p:cNvPr id="37" name="Encre 36">
                  <a:extLst>
                    <a:ext uri="{FF2B5EF4-FFF2-40B4-BE49-F238E27FC236}">
                      <a16:creationId xmlns:a16="http://schemas.microsoft.com/office/drawing/2014/main" id="{1CE2FFF9-A6FA-4251-BA6A-212A37EA3FD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638968" y="2906425"/>
                  <a:ext cx="2948760" cy="100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e 50">
            <a:extLst>
              <a:ext uri="{FF2B5EF4-FFF2-40B4-BE49-F238E27FC236}">
                <a16:creationId xmlns:a16="http://schemas.microsoft.com/office/drawing/2014/main" id="{7209EAC8-0B72-43FF-856B-19D797BCE0C5}"/>
              </a:ext>
            </a:extLst>
          </p:cNvPr>
          <p:cNvGrpSpPr/>
          <p:nvPr/>
        </p:nvGrpSpPr>
        <p:grpSpPr>
          <a:xfrm>
            <a:off x="7307848" y="1912465"/>
            <a:ext cx="1681920" cy="373680"/>
            <a:chOff x="7307848" y="1912465"/>
            <a:chExt cx="1681920" cy="37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9" name="Encre 38">
                  <a:extLst>
                    <a:ext uri="{FF2B5EF4-FFF2-40B4-BE49-F238E27FC236}">
                      <a16:creationId xmlns:a16="http://schemas.microsoft.com/office/drawing/2014/main" id="{CEF417F9-7884-476C-96B1-34397577C019}"/>
                    </a:ext>
                  </a:extLst>
                </p14:cNvPr>
                <p14:cNvContentPartPr/>
                <p14:nvPr/>
              </p14:nvContentPartPr>
              <p14:xfrm>
                <a:off x="7307848" y="2012185"/>
                <a:ext cx="178200" cy="273960"/>
              </p14:xfrm>
            </p:contentPart>
          </mc:Choice>
          <mc:Fallback xmlns="">
            <p:pic>
              <p:nvPicPr>
                <p:cNvPr id="39" name="Encre 38">
                  <a:extLst>
                    <a:ext uri="{FF2B5EF4-FFF2-40B4-BE49-F238E27FC236}">
                      <a16:creationId xmlns:a16="http://schemas.microsoft.com/office/drawing/2014/main" id="{CEF417F9-7884-476C-96B1-34397577C01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298848" y="2003545"/>
                  <a:ext cx="19584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0" name="Encre 39">
                  <a:extLst>
                    <a:ext uri="{FF2B5EF4-FFF2-40B4-BE49-F238E27FC236}">
                      <a16:creationId xmlns:a16="http://schemas.microsoft.com/office/drawing/2014/main" id="{7136950D-7C38-4DE2-9F73-075445CDE321}"/>
                    </a:ext>
                  </a:extLst>
                </p14:cNvPr>
                <p14:cNvContentPartPr/>
                <p14:nvPr/>
              </p14:nvContentPartPr>
              <p14:xfrm>
                <a:off x="7483168" y="2070505"/>
                <a:ext cx="129600" cy="160920"/>
              </p14:xfrm>
            </p:contentPart>
          </mc:Choice>
          <mc:Fallback xmlns="">
            <p:pic>
              <p:nvPicPr>
                <p:cNvPr id="40" name="Encre 39">
                  <a:extLst>
                    <a:ext uri="{FF2B5EF4-FFF2-40B4-BE49-F238E27FC236}">
                      <a16:creationId xmlns:a16="http://schemas.microsoft.com/office/drawing/2014/main" id="{7136950D-7C38-4DE2-9F73-075445CDE32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474528" y="2061505"/>
                  <a:ext cx="1472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1" name="Encre 40">
                  <a:extLst>
                    <a:ext uri="{FF2B5EF4-FFF2-40B4-BE49-F238E27FC236}">
                      <a16:creationId xmlns:a16="http://schemas.microsoft.com/office/drawing/2014/main" id="{411BEA04-68C5-4CBD-9BE9-EA6D0EEB9AB9}"/>
                    </a:ext>
                  </a:extLst>
                </p14:cNvPr>
                <p14:cNvContentPartPr/>
                <p14:nvPr/>
              </p14:nvContentPartPr>
              <p14:xfrm>
                <a:off x="7656688" y="2016145"/>
                <a:ext cx="130320" cy="185400"/>
              </p14:xfrm>
            </p:contentPart>
          </mc:Choice>
          <mc:Fallback xmlns="">
            <p:pic>
              <p:nvPicPr>
                <p:cNvPr id="41" name="Encre 40">
                  <a:extLst>
                    <a:ext uri="{FF2B5EF4-FFF2-40B4-BE49-F238E27FC236}">
                      <a16:creationId xmlns:a16="http://schemas.microsoft.com/office/drawing/2014/main" id="{411BEA04-68C5-4CBD-9BE9-EA6D0EEB9AB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648048" y="2007145"/>
                  <a:ext cx="1479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2" name="Encre 41">
                  <a:extLst>
                    <a:ext uri="{FF2B5EF4-FFF2-40B4-BE49-F238E27FC236}">
                      <a16:creationId xmlns:a16="http://schemas.microsoft.com/office/drawing/2014/main" id="{60E837BF-4EEE-4CB3-89C6-1897C01A7973}"/>
                    </a:ext>
                  </a:extLst>
                </p14:cNvPr>
                <p14:cNvContentPartPr/>
                <p14:nvPr/>
              </p14:nvContentPartPr>
              <p14:xfrm>
                <a:off x="7792768" y="2031265"/>
                <a:ext cx="163080" cy="160560"/>
              </p14:xfrm>
            </p:contentPart>
          </mc:Choice>
          <mc:Fallback xmlns="">
            <p:pic>
              <p:nvPicPr>
                <p:cNvPr id="42" name="Encre 41">
                  <a:extLst>
                    <a:ext uri="{FF2B5EF4-FFF2-40B4-BE49-F238E27FC236}">
                      <a16:creationId xmlns:a16="http://schemas.microsoft.com/office/drawing/2014/main" id="{60E837BF-4EEE-4CB3-89C6-1897C01A797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783768" y="2022625"/>
                  <a:ext cx="1807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3" name="Encre 42">
                  <a:extLst>
                    <a:ext uri="{FF2B5EF4-FFF2-40B4-BE49-F238E27FC236}">
                      <a16:creationId xmlns:a16="http://schemas.microsoft.com/office/drawing/2014/main" id="{CBA3D5EA-6B7C-4A30-9803-2383626D0FE4}"/>
                    </a:ext>
                  </a:extLst>
                </p14:cNvPr>
                <p14:cNvContentPartPr/>
                <p14:nvPr/>
              </p14:nvContentPartPr>
              <p14:xfrm>
                <a:off x="7969888" y="2006785"/>
                <a:ext cx="126360" cy="193680"/>
              </p14:xfrm>
            </p:contentPart>
          </mc:Choice>
          <mc:Fallback xmlns="">
            <p:pic>
              <p:nvPicPr>
                <p:cNvPr id="43" name="Encre 42">
                  <a:extLst>
                    <a:ext uri="{FF2B5EF4-FFF2-40B4-BE49-F238E27FC236}">
                      <a16:creationId xmlns:a16="http://schemas.microsoft.com/office/drawing/2014/main" id="{CBA3D5EA-6B7C-4A30-9803-2383626D0FE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960888" y="1998145"/>
                  <a:ext cx="1440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4" name="Encre 43">
                  <a:extLst>
                    <a:ext uri="{FF2B5EF4-FFF2-40B4-BE49-F238E27FC236}">
                      <a16:creationId xmlns:a16="http://schemas.microsoft.com/office/drawing/2014/main" id="{40F0A05F-4F88-48FB-83B1-F8314738A0A4}"/>
                    </a:ext>
                  </a:extLst>
                </p14:cNvPr>
                <p14:cNvContentPartPr/>
                <p14:nvPr/>
              </p14:nvContentPartPr>
              <p14:xfrm>
                <a:off x="7974568" y="2020465"/>
                <a:ext cx="122760" cy="90360"/>
              </p14:xfrm>
            </p:contentPart>
          </mc:Choice>
          <mc:Fallback xmlns="">
            <p:pic>
              <p:nvPicPr>
                <p:cNvPr id="44" name="Encre 43">
                  <a:extLst>
                    <a:ext uri="{FF2B5EF4-FFF2-40B4-BE49-F238E27FC236}">
                      <a16:creationId xmlns:a16="http://schemas.microsoft.com/office/drawing/2014/main" id="{40F0A05F-4F88-48FB-83B1-F8314738A0A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965568" y="2011825"/>
                  <a:ext cx="1404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5" name="Encre 44">
                  <a:extLst>
                    <a:ext uri="{FF2B5EF4-FFF2-40B4-BE49-F238E27FC236}">
                      <a16:creationId xmlns:a16="http://schemas.microsoft.com/office/drawing/2014/main" id="{928A5B3E-3FB9-4B80-8155-CF2ABF645CC1}"/>
                    </a:ext>
                  </a:extLst>
                </p14:cNvPr>
                <p14:cNvContentPartPr/>
                <p14:nvPr/>
              </p14:nvContentPartPr>
              <p14:xfrm>
                <a:off x="8127568" y="1974385"/>
                <a:ext cx="214560" cy="222840"/>
              </p14:xfrm>
            </p:contentPart>
          </mc:Choice>
          <mc:Fallback xmlns="">
            <p:pic>
              <p:nvPicPr>
                <p:cNvPr id="45" name="Encre 44">
                  <a:extLst>
                    <a:ext uri="{FF2B5EF4-FFF2-40B4-BE49-F238E27FC236}">
                      <a16:creationId xmlns:a16="http://schemas.microsoft.com/office/drawing/2014/main" id="{928A5B3E-3FB9-4B80-8155-CF2ABF645CC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118568" y="1965745"/>
                  <a:ext cx="23220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6" name="Encre 45">
                  <a:extLst>
                    <a:ext uri="{FF2B5EF4-FFF2-40B4-BE49-F238E27FC236}">
                      <a16:creationId xmlns:a16="http://schemas.microsoft.com/office/drawing/2014/main" id="{CC3B57D4-902F-4726-A452-5D561F6423B8}"/>
                    </a:ext>
                  </a:extLst>
                </p14:cNvPr>
                <p14:cNvContentPartPr/>
                <p14:nvPr/>
              </p14:nvContentPartPr>
              <p14:xfrm>
                <a:off x="8297848" y="2016865"/>
                <a:ext cx="132480" cy="197640"/>
              </p14:xfrm>
            </p:contentPart>
          </mc:Choice>
          <mc:Fallback xmlns="">
            <p:pic>
              <p:nvPicPr>
                <p:cNvPr id="46" name="Encre 45">
                  <a:extLst>
                    <a:ext uri="{FF2B5EF4-FFF2-40B4-BE49-F238E27FC236}">
                      <a16:creationId xmlns:a16="http://schemas.microsoft.com/office/drawing/2014/main" id="{CC3B57D4-902F-4726-A452-5D561F6423B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289208" y="2007865"/>
                  <a:ext cx="1501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7" name="Encre 46">
                  <a:extLst>
                    <a:ext uri="{FF2B5EF4-FFF2-40B4-BE49-F238E27FC236}">
                      <a16:creationId xmlns:a16="http://schemas.microsoft.com/office/drawing/2014/main" id="{76AE8548-654A-4943-B855-38F7A7CFC2A0}"/>
                    </a:ext>
                  </a:extLst>
                </p14:cNvPr>
                <p14:cNvContentPartPr/>
                <p14:nvPr/>
              </p14:nvContentPartPr>
              <p14:xfrm>
                <a:off x="8470288" y="1913905"/>
                <a:ext cx="72360" cy="261360"/>
              </p14:xfrm>
            </p:contentPart>
          </mc:Choice>
          <mc:Fallback xmlns="">
            <p:pic>
              <p:nvPicPr>
                <p:cNvPr id="47" name="Encre 46">
                  <a:extLst>
                    <a:ext uri="{FF2B5EF4-FFF2-40B4-BE49-F238E27FC236}">
                      <a16:creationId xmlns:a16="http://schemas.microsoft.com/office/drawing/2014/main" id="{76AE8548-654A-4943-B855-38F7A7CFC2A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461288" y="1904905"/>
                  <a:ext cx="9000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8" name="Encre 47">
                  <a:extLst>
                    <a:ext uri="{FF2B5EF4-FFF2-40B4-BE49-F238E27FC236}">
                      <a16:creationId xmlns:a16="http://schemas.microsoft.com/office/drawing/2014/main" id="{6B169E3F-29DC-465F-B7BE-D681A10F3677}"/>
                    </a:ext>
                  </a:extLst>
                </p14:cNvPr>
                <p14:cNvContentPartPr/>
                <p14:nvPr/>
              </p14:nvContentPartPr>
              <p14:xfrm>
                <a:off x="8592688" y="1970065"/>
                <a:ext cx="145080" cy="175320"/>
              </p14:xfrm>
            </p:contentPart>
          </mc:Choice>
          <mc:Fallback xmlns="">
            <p:pic>
              <p:nvPicPr>
                <p:cNvPr id="48" name="Encre 47">
                  <a:extLst>
                    <a:ext uri="{FF2B5EF4-FFF2-40B4-BE49-F238E27FC236}">
                      <a16:creationId xmlns:a16="http://schemas.microsoft.com/office/drawing/2014/main" id="{6B169E3F-29DC-465F-B7BE-D681A10F367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583688" y="1961425"/>
                  <a:ext cx="16272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9" name="Encre 48">
                  <a:extLst>
                    <a:ext uri="{FF2B5EF4-FFF2-40B4-BE49-F238E27FC236}">
                      <a16:creationId xmlns:a16="http://schemas.microsoft.com/office/drawing/2014/main" id="{140BE0FE-4744-47FE-BF52-C0E263621C47}"/>
                    </a:ext>
                  </a:extLst>
                </p14:cNvPr>
                <p14:cNvContentPartPr/>
                <p14:nvPr/>
              </p14:nvContentPartPr>
              <p14:xfrm>
                <a:off x="8772688" y="1912465"/>
                <a:ext cx="217080" cy="224640"/>
              </p14:xfrm>
            </p:contentPart>
          </mc:Choice>
          <mc:Fallback xmlns="">
            <p:pic>
              <p:nvPicPr>
                <p:cNvPr id="49" name="Encre 48">
                  <a:extLst>
                    <a:ext uri="{FF2B5EF4-FFF2-40B4-BE49-F238E27FC236}">
                      <a16:creationId xmlns:a16="http://schemas.microsoft.com/office/drawing/2014/main" id="{140BE0FE-4744-47FE-BF52-C0E263621C4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764048" y="1903825"/>
                  <a:ext cx="234720" cy="242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50" name="Encre 49">
                <a:extLst>
                  <a:ext uri="{FF2B5EF4-FFF2-40B4-BE49-F238E27FC236}">
                    <a16:creationId xmlns:a16="http://schemas.microsoft.com/office/drawing/2014/main" id="{F625A6ED-ED59-4C0E-81DA-6600989DBE94}"/>
                  </a:ext>
                </a:extLst>
              </p14:cNvPr>
              <p14:cNvContentPartPr/>
              <p14:nvPr/>
            </p14:nvContentPartPr>
            <p14:xfrm>
              <a:off x="7785928" y="2479825"/>
              <a:ext cx="214560" cy="352440"/>
            </p14:xfrm>
          </p:contentPart>
        </mc:Choice>
        <mc:Fallback xmlns="">
          <p:pic>
            <p:nvPicPr>
              <p:cNvPr id="50" name="Encre 49">
                <a:extLst>
                  <a:ext uri="{FF2B5EF4-FFF2-40B4-BE49-F238E27FC236}">
                    <a16:creationId xmlns:a16="http://schemas.microsoft.com/office/drawing/2014/main" id="{F625A6ED-ED59-4C0E-81DA-6600989DBE94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777288" y="2471185"/>
                <a:ext cx="232200" cy="37008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e 62">
            <a:extLst>
              <a:ext uri="{FF2B5EF4-FFF2-40B4-BE49-F238E27FC236}">
                <a16:creationId xmlns:a16="http://schemas.microsoft.com/office/drawing/2014/main" id="{07A6A2D7-4ABC-404E-98B8-1A7DD61AF868}"/>
              </a:ext>
            </a:extLst>
          </p:cNvPr>
          <p:cNvGrpSpPr/>
          <p:nvPr/>
        </p:nvGrpSpPr>
        <p:grpSpPr>
          <a:xfrm>
            <a:off x="7840648" y="4026385"/>
            <a:ext cx="224280" cy="332280"/>
            <a:chOff x="7840648" y="4026385"/>
            <a:chExt cx="224280" cy="33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61" name="Encre 60">
                  <a:extLst>
                    <a:ext uri="{FF2B5EF4-FFF2-40B4-BE49-F238E27FC236}">
                      <a16:creationId xmlns:a16="http://schemas.microsoft.com/office/drawing/2014/main" id="{44BBF6D7-2F6C-48F8-8A83-399F95AA525B}"/>
                    </a:ext>
                  </a:extLst>
                </p14:cNvPr>
                <p14:cNvContentPartPr/>
                <p14:nvPr/>
              </p14:nvContentPartPr>
              <p14:xfrm>
                <a:off x="7969168" y="4098385"/>
                <a:ext cx="31680" cy="260280"/>
              </p14:xfrm>
            </p:contentPart>
          </mc:Choice>
          <mc:Fallback xmlns="">
            <p:pic>
              <p:nvPicPr>
                <p:cNvPr id="61" name="Encre 60">
                  <a:extLst>
                    <a:ext uri="{FF2B5EF4-FFF2-40B4-BE49-F238E27FC236}">
                      <a16:creationId xmlns:a16="http://schemas.microsoft.com/office/drawing/2014/main" id="{44BBF6D7-2F6C-48F8-8A83-399F95AA525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960168" y="4089385"/>
                  <a:ext cx="4932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62" name="Encre 61">
                  <a:extLst>
                    <a:ext uri="{FF2B5EF4-FFF2-40B4-BE49-F238E27FC236}">
                      <a16:creationId xmlns:a16="http://schemas.microsoft.com/office/drawing/2014/main" id="{A199D5C4-0F4E-49F1-B09B-9A3FC6B4E5C8}"/>
                    </a:ext>
                  </a:extLst>
                </p14:cNvPr>
                <p14:cNvContentPartPr/>
                <p14:nvPr/>
              </p14:nvContentPartPr>
              <p14:xfrm>
                <a:off x="7840648" y="4026385"/>
                <a:ext cx="224280" cy="180000"/>
              </p14:xfrm>
            </p:contentPart>
          </mc:Choice>
          <mc:Fallback xmlns="">
            <p:pic>
              <p:nvPicPr>
                <p:cNvPr id="62" name="Encre 61">
                  <a:extLst>
                    <a:ext uri="{FF2B5EF4-FFF2-40B4-BE49-F238E27FC236}">
                      <a16:creationId xmlns:a16="http://schemas.microsoft.com/office/drawing/2014/main" id="{A199D5C4-0F4E-49F1-B09B-9A3FC6B4E5C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832008" y="4017745"/>
                  <a:ext cx="241920" cy="19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e 79">
            <a:extLst>
              <a:ext uri="{FF2B5EF4-FFF2-40B4-BE49-F238E27FC236}">
                <a16:creationId xmlns:a16="http://schemas.microsoft.com/office/drawing/2014/main" id="{A84F67D6-246A-4260-835E-B8778C897BDB}"/>
              </a:ext>
            </a:extLst>
          </p:cNvPr>
          <p:cNvGrpSpPr/>
          <p:nvPr/>
        </p:nvGrpSpPr>
        <p:grpSpPr>
          <a:xfrm>
            <a:off x="7441768" y="4598425"/>
            <a:ext cx="2012040" cy="327960"/>
            <a:chOff x="7441768" y="4598425"/>
            <a:chExt cx="2012040" cy="32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64" name="Encre 63">
                  <a:extLst>
                    <a:ext uri="{FF2B5EF4-FFF2-40B4-BE49-F238E27FC236}">
                      <a16:creationId xmlns:a16="http://schemas.microsoft.com/office/drawing/2014/main" id="{4B379584-0868-4BE6-99A3-77F4866C56E0}"/>
                    </a:ext>
                  </a:extLst>
                </p14:cNvPr>
                <p14:cNvContentPartPr/>
                <p14:nvPr/>
              </p14:nvContentPartPr>
              <p14:xfrm>
                <a:off x="7543648" y="4679425"/>
                <a:ext cx="18720" cy="221760"/>
              </p14:xfrm>
            </p:contentPart>
          </mc:Choice>
          <mc:Fallback xmlns="">
            <p:pic>
              <p:nvPicPr>
                <p:cNvPr id="64" name="Encre 63">
                  <a:extLst>
                    <a:ext uri="{FF2B5EF4-FFF2-40B4-BE49-F238E27FC236}">
                      <a16:creationId xmlns:a16="http://schemas.microsoft.com/office/drawing/2014/main" id="{4B379584-0868-4BE6-99A3-77F4866C56E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535008" y="4670785"/>
                  <a:ext cx="3636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65" name="Encre 64">
                  <a:extLst>
                    <a:ext uri="{FF2B5EF4-FFF2-40B4-BE49-F238E27FC236}">
                      <a16:creationId xmlns:a16="http://schemas.microsoft.com/office/drawing/2014/main" id="{5B4C9F36-21A8-4120-82EA-1C30983A971A}"/>
                    </a:ext>
                  </a:extLst>
                </p14:cNvPr>
                <p14:cNvContentPartPr/>
                <p14:nvPr/>
              </p14:nvContentPartPr>
              <p14:xfrm>
                <a:off x="7441768" y="4679065"/>
                <a:ext cx="249840" cy="247320"/>
              </p14:xfrm>
            </p:contentPart>
          </mc:Choice>
          <mc:Fallback xmlns="">
            <p:pic>
              <p:nvPicPr>
                <p:cNvPr id="65" name="Encre 64">
                  <a:extLst>
                    <a:ext uri="{FF2B5EF4-FFF2-40B4-BE49-F238E27FC236}">
                      <a16:creationId xmlns:a16="http://schemas.microsoft.com/office/drawing/2014/main" id="{5B4C9F36-21A8-4120-82EA-1C30983A971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432768" y="4670425"/>
                  <a:ext cx="26748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66" name="Encre 65">
                  <a:extLst>
                    <a:ext uri="{FF2B5EF4-FFF2-40B4-BE49-F238E27FC236}">
                      <a16:creationId xmlns:a16="http://schemas.microsoft.com/office/drawing/2014/main" id="{CF5B3E9F-7106-490E-B20A-D0626CE32018}"/>
                    </a:ext>
                  </a:extLst>
                </p14:cNvPr>
                <p14:cNvContentPartPr/>
                <p14:nvPr/>
              </p14:nvContentPartPr>
              <p14:xfrm>
                <a:off x="7623568" y="4712905"/>
                <a:ext cx="170640" cy="198000"/>
              </p14:xfrm>
            </p:contentPart>
          </mc:Choice>
          <mc:Fallback xmlns="">
            <p:pic>
              <p:nvPicPr>
                <p:cNvPr id="66" name="Encre 65">
                  <a:extLst>
                    <a:ext uri="{FF2B5EF4-FFF2-40B4-BE49-F238E27FC236}">
                      <a16:creationId xmlns:a16="http://schemas.microsoft.com/office/drawing/2014/main" id="{CF5B3E9F-7106-490E-B20A-D0626CE3201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614568" y="4703905"/>
                  <a:ext cx="18828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7" name="Encre 66">
                  <a:extLst>
                    <a:ext uri="{FF2B5EF4-FFF2-40B4-BE49-F238E27FC236}">
                      <a16:creationId xmlns:a16="http://schemas.microsoft.com/office/drawing/2014/main" id="{6F191EF4-AF30-4AB7-B2AF-D41D29F94EF5}"/>
                    </a:ext>
                  </a:extLst>
                </p14:cNvPr>
                <p14:cNvContentPartPr/>
                <p14:nvPr/>
              </p14:nvContentPartPr>
              <p14:xfrm>
                <a:off x="7632928" y="4893265"/>
                <a:ext cx="127080" cy="13680"/>
              </p14:xfrm>
            </p:contentPart>
          </mc:Choice>
          <mc:Fallback xmlns="">
            <p:pic>
              <p:nvPicPr>
                <p:cNvPr id="67" name="Encre 66">
                  <a:extLst>
                    <a:ext uri="{FF2B5EF4-FFF2-40B4-BE49-F238E27FC236}">
                      <a16:creationId xmlns:a16="http://schemas.microsoft.com/office/drawing/2014/main" id="{6F191EF4-AF30-4AB7-B2AF-D41D29F94EF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624288" y="4884265"/>
                  <a:ext cx="1447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8" name="Encre 67">
                  <a:extLst>
                    <a:ext uri="{FF2B5EF4-FFF2-40B4-BE49-F238E27FC236}">
                      <a16:creationId xmlns:a16="http://schemas.microsoft.com/office/drawing/2014/main" id="{08775A45-D3DB-4032-818E-96B65B121D2D}"/>
                    </a:ext>
                  </a:extLst>
                </p14:cNvPr>
                <p14:cNvContentPartPr/>
                <p14:nvPr/>
              </p14:nvContentPartPr>
              <p14:xfrm>
                <a:off x="7788088" y="4701025"/>
                <a:ext cx="130680" cy="178560"/>
              </p14:xfrm>
            </p:contentPart>
          </mc:Choice>
          <mc:Fallback xmlns="">
            <p:pic>
              <p:nvPicPr>
                <p:cNvPr id="68" name="Encre 67">
                  <a:extLst>
                    <a:ext uri="{FF2B5EF4-FFF2-40B4-BE49-F238E27FC236}">
                      <a16:creationId xmlns:a16="http://schemas.microsoft.com/office/drawing/2014/main" id="{08775A45-D3DB-4032-818E-96B65B121D2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779088" y="4692385"/>
                  <a:ext cx="14832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9" name="Encre 68">
                  <a:extLst>
                    <a:ext uri="{FF2B5EF4-FFF2-40B4-BE49-F238E27FC236}">
                      <a16:creationId xmlns:a16="http://schemas.microsoft.com/office/drawing/2014/main" id="{A5A536F0-6702-42E5-B072-687987DDB942}"/>
                    </a:ext>
                  </a:extLst>
                </p14:cNvPr>
                <p14:cNvContentPartPr/>
                <p14:nvPr/>
              </p14:nvContentPartPr>
              <p14:xfrm>
                <a:off x="7960528" y="4730905"/>
                <a:ext cx="33480" cy="137520"/>
              </p14:xfrm>
            </p:contentPart>
          </mc:Choice>
          <mc:Fallback xmlns="">
            <p:pic>
              <p:nvPicPr>
                <p:cNvPr id="69" name="Encre 68">
                  <a:extLst>
                    <a:ext uri="{FF2B5EF4-FFF2-40B4-BE49-F238E27FC236}">
                      <a16:creationId xmlns:a16="http://schemas.microsoft.com/office/drawing/2014/main" id="{A5A536F0-6702-42E5-B072-687987DDB94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951888" y="4721905"/>
                  <a:ext cx="5112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70" name="Encre 69">
                  <a:extLst>
                    <a:ext uri="{FF2B5EF4-FFF2-40B4-BE49-F238E27FC236}">
                      <a16:creationId xmlns:a16="http://schemas.microsoft.com/office/drawing/2014/main" id="{3FA1B091-F035-4C19-9343-79143AE7B08C}"/>
                    </a:ext>
                  </a:extLst>
                </p14:cNvPr>
                <p14:cNvContentPartPr/>
                <p14:nvPr/>
              </p14:nvContentPartPr>
              <p14:xfrm>
                <a:off x="7899328" y="4662145"/>
                <a:ext cx="372240" cy="235440"/>
              </p14:xfrm>
            </p:contentPart>
          </mc:Choice>
          <mc:Fallback xmlns="">
            <p:pic>
              <p:nvPicPr>
                <p:cNvPr id="70" name="Encre 69">
                  <a:extLst>
                    <a:ext uri="{FF2B5EF4-FFF2-40B4-BE49-F238E27FC236}">
                      <a16:creationId xmlns:a16="http://schemas.microsoft.com/office/drawing/2014/main" id="{3FA1B091-F035-4C19-9343-79143AE7B08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890688" y="4653505"/>
                  <a:ext cx="38988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71" name="Encre 70">
                  <a:extLst>
                    <a:ext uri="{FF2B5EF4-FFF2-40B4-BE49-F238E27FC236}">
                      <a16:creationId xmlns:a16="http://schemas.microsoft.com/office/drawing/2014/main" id="{470C1B39-334B-40C4-93F6-ADB0B21D2F48}"/>
                    </a:ext>
                  </a:extLst>
                </p14:cNvPr>
                <p14:cNvContentPartPr/>
                <p14:nvPr/>
              </p14:nvContentPartPr>
              <p14:xfrm>
                <a:off x="8280568" y="4641625"/>
                <a:ext cx="237240" cy="210600"/>
              </p14:xfrm>
            </p:contentPart>
          </mc:Choice>
          <mc:Fallback xmlns="">
            <p:pic>
              <p:nvPicPr>
                <p:cNvPr id="71" name="Encre 70">
                  <a:extLst>
                    <a:ext uri="{FF2B5EF4-FFF2-40B4-BE49-F238E27FC236}">
                      <a16:creationId xmlns:a16="http://schemas.microsoft.com/office/drawing/2014/main" id="{470C1B39-334B-40C4-93F6-ADB0B21D2F4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271928" y="4632625"/>
                  <a:ext cx="2548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73" name="Encre 72">
                  <a:extLst>
                    <a:ext uri="{FF2B5EF4-FFF2-40B4-BE49-F238E27FC236}">
                      <a16:creationId xmlns:a16="http://schemas.microsoft.com/office/drawing/2014/main" id="{E2879B8E-A223-4D44-AC03-78619CFCB862}"/>
                    </a:ext>
                  </a:extLst>
                </p14:cNvPr>
                <p14:cNvContentPartPr/>
                <p14:nvPr/>
              </p14:nvContentPartPr>
              <p14:xfrm>
                <a:off x="8491528" y="4609225"/>
                <a:ext cx="207000" cy="268200"/>
              </p14:xfrm>
            </p:contentPart>
          </mc:Choice>
          <mc:Fallback xmlns="">
            <p:pic>
              <p:nvPicPr>
                <p:cNvPr id="73" name="Encre 72">
                  <a:extLst>
                    <a:ext uri="{FF2B5EF4-FFF2-40B4-BE49-F238E27FC236}">
                      <a16:creationId xmlns:a16="http://schemas.microsoft.com/office/drawing/2014/main" id="{E2879B8E-A223-4D44-AC03-78619CFCB86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482528" y="4600585"/>
                  <a:ext cx="22464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74" name="Encre 73">
                  <a:extLst>
                    <a:ext uri="{FF2B5EF4-FFF2-40B4-BE49-F238E27FC236}">
                      <a16:creationId xmlns:a16="http://schemas.microsoft.com/office/drawing/2014/main" id="{8276C76B-816D-47CB-980E-6D2DEA3BA325}"/>
                    </a:ext>
                  </a:extLst>
                </p14:cNvPr>
                <p14:cNvContentPartPr/>
                <p14:nvPr/>
              </p14:nvContentPartPr>
              <p14:xfrm>
                <a:off x="8693488" y="4598425"/>
                <a:ext cx="238680" cy="261360"/>
              </p14:xfrm>
            </p:contentPart>
          </mc:Choice>
          <mc:Fallback xmlns="">
            <p:pic>
              <p:nvPicPr>
                <p:cNvPr id="74" name="Encre 73">
                  <a:extLst>
                    <a:ext uri="{FF2B5EF4-FFF2-40B4-BE49-F238E27FC236}">
                      <a16:creationId xmlns:a16="http://schemas.microsoft.com/office/drawing/2014/main" id="{8276C76B-816D-47CB-980E-6D2DEA3BA32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684848" y="4589785"/>
                  <a:ext cx="25632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75" name="Encre 74">
                  <a:extLst>
                    <a:ext uri="{FF2B5EF4-FFF2-40B4-BE49-F238E27FC236}">
                      <a16:creationId xmlns:a16="http://schemas.microsoft.com/office/drawing/2014/main" id="{6EF50853-CDCD-4D31-A934-759C51FF555B}"/>
                    </a:ext>
                  </a:extLst>
                </p14:cNvPr>
                <p14:cNvContentPartPr/>
                <p14:nvPr/>
              </p14:nvContentPartPr>
              <p14:xfrm>
                <a:off x="8715088" y="4736665"/>
                <a:ext cx="134280" cy="14760"/>
              </p14:xfrm>
            </p:contentPart>
          </mc:Choice>
          <mc:Fallback xmlns="">
            <p:pic>
              <p:nvPicPr>
                <p:cNvPr id="75" name="Encre 74">
                  <a:extLst>
                    <a:ext uri="{FF2B5EF4-FFF2-40B4-BE49-F238E27FC236}">
                      <a16:creationId xmlns:a16="http://schemas.microsoft.com/office/drawing/2014/main" id="{6EF50853-CDCD-4D31-A934-759C51FF555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706088" y="4727665"/>
                  <a:ext cx="1519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76" name="Encre 75">
                  <a:extLst>
                    <a:ext uri="{FF2B5EF4-FFF2-40B4-BE49-F238E27FC236}">
                      <a16:creationId xmlns:a16="http://schemas.microsoft.com/office/drawing/2014/main" id="{B167E085-0897-42C9-B8DB-B0003D1F0633}"/>
                    </a:ext>
                  </a:extLst>
                </p14:cNvPr>
                <p14:cNvContentPartPr/>
                <p14:nvPr/>
              </p14:nvContentPartPr>
              <p14:xfrm>
                <a:off x="8872408" y="4599505"/>
                <a:ext cx="184320" cy="257040"/>
              </p14:xfrm>
            </p:contentPart>
          </mc:Choice>
          <mc:Fallback xmlns="">
            <p:pic>
              <p:nvPicPr>
                <p:cNvPr id="76" name="Encre 75">
                  <a:extLst>
                    <a:ext uri="{FF2B5EF4-FFF2-40B4-BE49-F238E27FC236}">
                      <a16:creationId xmlns:a16="http://schemas.microsoft.com/office/drawing/2014/main" id="{B167E085-0897-42C9-B8DB-B0003D1F063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863408" y="4590505"/>
                  <a:ext cx="20196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77" name="Encre 76">
                  <a:extLst>
                    <a:ext uri="{FF2B5EF4-FFF2-40B4-BE49-F238E27FC236}">
                      <a16:creationId xmlns:a16="http://schemas.microsoft.com/office/drawing/2014/main" id="{8F9AB7CB-4D2F-47AC-9550-E60883E014F0}"/>
                    </a:ext>
                  </a:extLst>
                </p14:cNvPr>
                <p14:cNvContentPartPr/>
                <p14:nvPr/>
              </p14:nvContentPartPr>
              <p14:xfrm>
                <a:off x="9041248" y="4611385"/>
                <a:ext cx="191520" cy="204120"/>
              </p14:xfrm>
            </p:contentPart>
          </mc:Choice>
          <mc:Fallback xmlns="">
            <p:pic>
              <p:nvPicPr>
                <p:cNvPr id="77" name="Encre 76">
                  <a:extLst>
                    <a:ext uri="{FF2B5EF4-FFF2-40B4-BE49-F238E27FC236}">
                      <a16:creationId xmlns:a16="http://schemas.microsoft.com/office/drawing/2014/main" id="{8F9AB7CB-4D2F-47AC-9550-E60883E014F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032248" y="4602745"/>
                  <a:ext cx="20916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78" name="Encre 77">
                  <a:extLst>
                    <a:ext uri="{FF2B5EF4-FFF2-40B4-BE49-F238E27FC236}">
                      <a16:creationId xmlns:a16="http://schemas.microsoft.com/office/drawing/2014/main" id="{0B7EADE6-B141-4321-9F03-1D223646CA0D}"/>
                    </a:ext>
                  </a:extLst>
                </p14:cNvPr>
                <p14:cNvContentPartPr/>
                <p14:nvPr/>
              </p14:nvContentPartPr>
              <p14:xfrm>
                <a:off x="9215848" y="4617145"/>
                <a:ext cx="237600" cy="214920"/>
              </p14:xfrm>
            </p:contentPart>
          </mc:Choice>
          <mc:Fallback xmlns="">
            <p:pic>
              <p:nvPicPr>
                <p:cNvPr id="78" name="Encre 77">
                  <a:extLst>
                    <a:ext uri="{FF2B5EF4-FFF2-40B4-BE49-F238E27FC236}">
                      <a16:creationId xmlns:a16="http://schemas.microsoft.com/office/drawing/2014/main" id="{0B7EADE6-B141-4321-9F03-1D223646CA0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207208" y="4608505"/>
                  <a:ext cx="25524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79" name="Encre 78">
                  <a:extLst>
                    <a:ext uri="{FF2B5EF4-FFF2-40B4-BE49-F238E27FC236}">
                      <a16:creationId xmlns:a16="http://schemas.microsoft.com/office/drawing/2014/main" id="{CC09CED5-B8A4-4C13-87B2-C3A86EBED862}"/>
                    </a:ext>
                  </a:extLst>
                </p14:cNvPr>
                <p14:cNvContentPartPr/>
                <p14:nvPr/>
              </p14:nvContentPartPr>
              <p14:xfrm>
                <a:off x="9177328" y="4598785"/>
                <a:ext cx="276480" cy="105840"/>
              </p14:xfrm>
            </p:contentPart>
          </mc:Choice>
          <mc:Fallback xmlns="">
            <p:pic>
              <p:nvPicPr>
                <p:cNvPr id="79" name="Encre 78">
                  <a:extLst>
                    <a:ext uri="{FF2B5EF4-FFF2-40B4-BE49-F238E27FC236}">
                      <a16:creationId xmlns:a16="http://schemas.microsoft.com/office/drawing/2014/main" id="{CC09CED5-B8A4-4C13-87B2-C3A86EBED86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168328" y="4590145"/>
                  <a:ext cx="294120" cy="12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e 114">
            <a:extLst>
              <a:ext uri="{FF2B5EF4-FFF2-40B4-BE49-F238E27FC236}">
                <a16:creationId xmlns:a16="http://schemas.microsoft.com/office/drawing/2014/main" id="{A72A3B66-744F-4F5A-8217-1A6441909D2F}"/>
              </a:ext>
            </a:extLst>
          </p:cNvPr>
          <p:cNvGrpSpPr/>
          <p:nvPr/>
        </p:nvGrpSpPr>
        <p:grpSpPr>
          <a:xfrm>
            <a:off x="4199968" y="3208105"/>
            <a:ext cx="2228040" cy="883080"/>
            <a:chOff x="4199968" y="3208105"/>
            <a:chExt cx="2228040" cy="88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84" name="Encre 83">
                  <a:extLst>
                    <a:ext uri="{FF2B5EF4-FFF2-40B4-BE49-F238E27FC236}">
                      <a16:creationId xmlns:a16="http://schemas.microsoft.com/office/drawing/2014/main" id="{DF77B2B6-2C46-4605-A5B7-8FC1849762A2}"/>
                    </a:ext>
                  </a:extLst>
                </p14:cNvPr>
                <p14:cNvContentPartPr/>
                <p14:nvPr/>
              </p14:nvContentPartPr>
              <p14:xfrm>
                <a:off x="6029128" y="3286225"/>
                <a:ext cx="398880" cy="667440"/>
              </p14:xfrm>
            </p:contentPart>
          </mc:Choice>
          <mc:Fallback xmlns="">
            <p:pic>
              <p:nvPicPr>
                <p:cNvPr id="84" name="Encre 83">
                  <a:extLst>
                    <a:ext uri="{FF2B5EF4-FFF2-40B4-BE49-F238E27FC236}">
                      <a16:creationId xmlns:a16="http://schemas.microsoft.com/office/drawing/2014/main" id="{DF77B2B6-2C46-4605-A5B7-8FC1849762A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020128" y="3277585"/>
                  <a:ext cx="416520" cy="68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85" name="Encre 84">
                  <a:extLst>
                    <a:ext uri="{FF2B5EF4-FFF2-40B4-BE49-F238E27FC236}">
                      <a16:creationId xmlns:a16="http://schemas.microsoft.com/office/drawing/2014/main" id="{C3B67CCC-C4E2-441A-8CFC-9B1E0DC8C9F4}"/>
                    </a:ext>
                  </a:extLst>
                </p14:cNvPr>
                <p14:cNvContentPartPr/>
                <p14:nvPr/>
              </p14:nvContentPartPr>
              <p14:xfrm>
                <a:off x="5994568" y="3286225"/>
                <a:ext cx="400680" cy="686880"/>
              </p14:xfrm>
            </p:contentPart>
          </mc:Choice>
          <mc:Fallback xmlns="">
            <p:pic>
              <p:nvPicPr>
                <p:cNvPr id="85" name="Encre 84">
                  <a:extLst>
                    <a:ext uri="{FF2B5EF4-FFF2-40B4-BE49-F238E27FC236}">
                      <a16:creationId xmlns:a16="http://schemas.microsoft.com/office/drawing/2014/main" id="{C3B67CCC-C4E2-441A-8CFC-9B1E0DC8C9F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985928" y="3277225"/>
                  <a:ext cx="418320" cy="70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95" name="Encre 94">
                  <a:extLst>
                    <a:ext uri="{FF2B5EF4-FFF2-40B4-BE49-F238E27FC236}">
                      <a16:creationId xmlns:a16="http://schemas.microsoft.com/office/drawing/2014/main" id="{7CD5D290-259B-46EF-8498-0F25B36CCAEF}"/>
                    </a:ext>
                  </a:extLst>
                </p14:cNvPr>
                <p14:cNvContentPartPr/>
                <p14:nvPr/>
              </p14:nvContentPartPr>
              <p14:xfrm>
                <a:off x="4230928" y="3346345"/>
                <a:ext cx="316080" cy="193320"/>
              </p14:xfrm>
            </p:contentPart>
          </mc:Choice>
          <mc:Fallback xmlns="">
            <p:pic>
              <p:nvPicPr>
                <p:cNvPr id="95" name="Encre 94">
                  <a:extLst>
                    <a:ext uri="{FF2B5EF4-FFF2-40B4-BE49-F238E27FC236}">
                      <a16:creationId xmlns:a16="http://schemas.microsoft.com/office/drawing/2014/main" id="{7CD5D290-259B-46EF-8498-0F25B36CCAE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221928" y="3337705"/>
                  <a:ext cx="33372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96" name="Encre 95">
                  <a:extLst>
                    <a:ext uri="{FF2B5EF4-FFF2-40B4-BE49-F238E27FC236}">
                      <a16:creationId xmlns:a16="http://schemas.microsoft.com/office/drawing/2014/main" id="{E4634C76-E5E9-455E-8D83-42936979DE2E}"/>
                    </a:ext>
                  </a:extLst>
                </p14:cNvPr>
                <p14:cNvContentPartPr/>
                <p14:nvPr/>
              </p14:nvContentPartPr>
              <p14:xfrm>
                <a:off x="4546288" y="3290185"/>
                <a:ext cx="190800" cy="214200"/>
              </p14:xfrm>
            </p:contentPart>
          </mc:Choice>
          <mc:Fallback xmlns="">
            <p:pic>
              <p:nvPicPr>
                <p:cNvPr id="96" name="Encre 95">
                  <a:extLst>
                    <a:ext uri="{FF2B5EF4-FFF2-40B4-BE49-F238E27FC236}">
                      <a16:creationId xmlns:a16="http://schemas.microsoft.com/office/drawing/2014/main" id="{E4634C76-E5E9-455E-8D83-42936979DE2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537648" y="3281545"/>
                  <a:ext cx="20844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97" name="Encre 96">
                  <a:extLst>
                    <a:ext uri="{FF2B5EF4-FFF2-40B4-BE49-F238E27FC236}">
                      <a16:creationId xmlns:a16="http://schemas.microsoft.com/office/drawing/2014/main" id="{9A78990E-F24D-416F-84FF-A261B4AE3357}"/>
                    </a:ext>
                  </a:extLst>
                </p14:cNvPr>
                <p14:cNvContentPartPr/>
                <p14:nvPr/>
              </p14:nvContentPartPr>
              <p14:xfrm>
                <a:off x="4839688" y="3238345"/>
                <a:ext cx="298440" cy="234360"/>
              </p14:xfrm>
            </p:contentPart>
          </mc:Choice>
          <mc:Fallback xmlns="">
            <p:pic>
              <p:nvPicPr>
                <p:cNvPr id="97" name="Encre 96">
                  <a:extLst>
                    <a:ext uri="{FF2B5EF4-FFF2-40B4-BE49-F238E27FC236}">
                      <a16:creationId xmlns:a16="http://schemas.microsoft.com/office/drawing/2014/main" id="{9A78990E-F24D-416F-84FF-A261B4AE335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831048" y="3229345"/>
                  <a:ext cx="31608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98" name="Encre 97">
                  <a:extLst>
                    <a:ext uri="{FF2B5EF4-FFF2-40B4-BE49-F238E27FC236}">
                      <a16:creationId xmlns:a16="http://schemas.microsoft.com/office/drawing/2014/main" id="{C073526C-75DA-4788-BA9F-B0AF258FF45D}"/>
                    </a:ext>
                  </a:extLst>
                </p14:cNvPr>
                <p14:cNvContentPartPr/>
                <p14:nvPr/>
              </p14:nvContentPartPr>
              <p14:xfrm>
                <a:off x="5102488" y="3252025"/>
                <a:ext cx="29160" cy="29880"/>
              </p14:xfrm>
            </p:contentPart>
          </mc:Choice>
          <mc:Fallback xmlns="">
            <p:pic>
              <p:nvPicPr>
                <p:cNvPr id="98" name="Encre 97">
                  <a:extLst>
                    <a:ext uri="{FF2B5EF4-FFF2-40B4-BE49-F238E27FC236}">
                      <a16:creationId xmlns:a16="http://schemas.microsoft.com/office/drawing/2014/main" id="{C073526C-75DA-4788-BA9F-B0AF258FF45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093488" y="3243025"/>
                  <a:ext cx="468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99" name="Encre 98">
                  <a:extLst>
                    <a:ext uri="{FF2B5EF4-FFF2-40B4-BE49-F238E27FC236}">
                      <a16:creationId xmlns:a16="http://schemas.microsoft.com/office/drawing/2014/main" id="{0CBFAF16-BD65-4C2B-B9A0-734DF26EECB6}"/>
                    </a:ext>
                  </a:extLst>
                </p14:cNvPr>
                <p14:cNvContentPartPr/>
                <p14:nvPr/>
              </p14:nvContentPartPr>
              <p14:xfrm>
                <a:off x="5102488" y="3307465"/>
                <a:ext cx="130320" cy="154080"/>
              </p14:xfrm>
            </p:contentPart>
          </mc:Choice>
          <mc:Fallback xmlns="">
            <p:pic>
              <p:nvPicPr>
                <p:cNvPr id="99" name="Encre 98">
                  <a:extLst>
                    <a:ext uri="{FF2B5EF4-FFF2-40B4-BE49-F238E27FC236}">
                      <a16:creationId xmlns:a16="http://schemas.microsoft.com/office/drawing/2014/main" id="{0CBFAF16-BD65-4C2B-B9A0-734DF26EECB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093848" y="3298825"/>
                  <a:ext cx="1479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00" name="Encre 99">
                  <a:extLst>
                    <a:ext uri="{FF2B5EF4-FFF2-40B4-BE49-F238E27FC236}">
                      <a16:creationId xmlns:a16="http://schemas.microsoft.com/office/drawing/2014/main" id="{480C10CD-156B-423C-B837-9F8A9357E685}"/>
                    </a:ext>
                  </a:extLst>
                </p14:cNvPr>
                <p14:cNvContentPartPr/>
                <p14:nvPr/>
              </p14:nvContentPartPr>
              <p14:xfrm>
                <a:off x="5234608" y="3310345"/>
                <a:ext cx="305280" cy="259200"/>
              </p14:xfrm>
            </p:contentPart>
          </mc:Choice>
          <mc:Fallback xmlns="">
            <p:pic>
              <p:nvPicPr>
                <p:cNvPr id="100" name="Encre 99">
                  <a:extLst>
                    <a:ext uri="{FF2B5EF4-FFF2-40B4-BE49-F238E27FC236}">
                      <a16:creationId xmlns:a16="http://schemas.microsoft.com/office/drawing/2014/main" id="{480C10CD-156B-423C-B837-9F8A9357E68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225608" y="3301345"/>
                  <a:ext cx="32292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01" name="Encre 100">
                  <a:extLst>
                    <a:ext uri="{FF2B5EF4-FFF2-40B4-BE49-F238E27FC236}">
                      <a16:creationId xmlns:a16="http://schemas.microsoft.com/office/drawing/2014/main" id="{38BFF167-2FC5-408E-8E91-48E8341910B1}"/>
                    </a:ext>
                  </a:extLst>
                </p14:cNvPr>
                <p14:cNvContentPartPr/>
                <p14:nvPr/>
              </p14:nvContentPartPr>
              <p14:xfrm>
                <a:off x="5531608" y="3293785"/>
                <a:ext cx="102240" cy="155160"/>
              </p14:xfrm>
            </p:contentPart>
          </mc:Choice>
          <mc:Fallback xmlns="">
            <p:pic>
              <p:nvPicPr>
                <p:cNvPr id="101" name="Encre 100">
                  <a:extLst>
                    <a:ext uri="{FF2B5EF4-FFF2-40B4-BE49-F238E27FC236}">
                      <a16:creationId xmlns:a16="http://schemas.microsoft.com/office/drawing/2014/main" id="{38BFF167-2FC5-408E-8E91-48E8341910B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522968" y="3284785"/>
                  <a:ext cx="11988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02" name="Encre 101">
                  <a:extLst>
                    <a:ext uri="{FF2B5EF4-FFF2-40B4-BE49-F238E27FC236}">
                      <a16:creationId xmlns:a16="http://schemas.microsoft.com/office/drawing/2014/main" id="{E26E542C-16AC-4FC5-89EA-0FCEBA6F9085}"/>
                    </a:ext>
                  </a:extLst>
                </p14:cNvPr>
                <p14:cNvContentPartPr/>
                <p14:nvPr/>
              </p14:nvContentPartPr>
              <p14:xfrm>
                <a:off x="5597848" y="3343105"/>
                <a:ext cx="167760" cy="97200"/>
              </p14:xfrm>
            </p:contentPart>
          </mc:Choice>
          <mc:Fallback xmlns="">
            <p:pic>
              <p:nvPicPr>
                <p:cNvPr id="102" name="Encre 101">
                  <a:extLst>
                    <a:ext uri="{FF2B5EF4-FFF2-40B4-BE49-F238E27FC236}">
                      <a16:creationId xmlns:a16="http://schemas.microsoft.com/office/drawing/2014/main" id="{E26E542C-16AC-4FC5-89EA-0FCEBA6F908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589208" y="3334465"/>
                  <a:ext cx="1854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03" name="Encre 102">
                  <a:extLst>
                    <a:ext uri="{FF2B5EF4-FFF2-40B4-BE49-F238E27FC236}">
                      <a16:creationId xmlns:a16="http://schemas.microsoft.com/office/drawing/2014/main" id="{D5E1F857-9226-4939-B009-DE6CFA42578B}"/>
                    </a:ext>
                  </a:extLst>
                </p14:cNvPr>
                <p14:cNvContentPartPr/>
                <p14:nvPr/>
              </p14:nvContentPartPr>
              <p14:xfrm>
                <a:off x="5762008" y="3208105"/>
                <a:ext cx="40320" cy="278640"/>
              </p14:xfrm>
            </p:contentPart>
          </mc:Choice>
          <mc:Fallback xmlns="">
            <p:pic>
              <p:nvPicPr>
                <p:cNvPr id="103" name="Encre 102">
                  <a:extLst>
                    <a:ext uri="{FF2B5EF4-FFF2-40B4-BE49-F238E27FC236}">
                      <a16:creationId xmlns:a16="http://schemas.microsoft.com/office/drawing/2014/main" id="{D5E1F857-9226-4939-B009-DE6CFA42578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753008" y="3199465"/>
                  <a:ext cx="5796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05" name="Encre 104">
                  <a:extLst>
                    <a:ext uri="{FF2B5EF4-FFF2-40B4-BE49-F238E27FC236}">
                      <a16:creationId xmlns:a16="http://schemas.microsoft.com/office/drawing/2014/main" id="{4180082C-92FA-434D-8BFD-6B6FBDDCB74A}"/>
                    </a:ext>
                  </a:extLst>
                </p14:cNvPr>
                <p14:cNvContentPartPr/>
                <p14:nvPr/>
              </p14:nvContentPartPr>
              <p14:xfrm>
                <a:off x="4199968" y="3762145"/>
                <a:ext cx="641880" cy="289440"/>
              </p14:xfrm>
            </p:contentPart>
          </mc:Choice>
          <mc:Fallback xmlns="">
            <p:pic>
              <p:nvPicPr>
                <p:cNvPr id="105" name="Encre 104">
                  <a:extLst>
                    <a:ext uri="{FF2B5EF4-FFF2-40B4-BE49-F238E27FC236}">
                      <a16:creationId xmlns:a16="http://schemas.microsoft.com/office/drawing/2014/main" id="{4180082C-92FA-434D-8BFD-6B6FBDDCB74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190968" y="3753145"/>
                  <a:ext cx="65952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06" name="Encre 105">
                  <a:extLst>
                    <a:ext uri="{FF2B5EF4-FFF2-40B4-BE49-F238E27FC236}">
                      <a16:creationId xmlns:a16="http://schemas.microsoft.com/office/drawing/2014/main" id="{CA814E14-9F60-47CC-9C9D-BC752B6FD3F4}"/>
                    </a:ext>
                  </a:extLst>
                </p14:cNvPr>
                <p14:cNvContentPartPr/>
                <p14:nvPr/>
              </p14:nvContentPartPr>
              <p14:xfrm>
                <a:off x="4632328" y="3755305"/>
                <a:ext cx="171360" cy="75240"/>
              </p14:xfrm>
            </p:contentPart>
          </mc:Choice>
          <mc:Fallback xmlns="">
            <p:pic>
              <p:nvPicPr>
                <p:cNvPr id="106" name="Encre 105">
                  <a:extLst>
                    <a:ext uri="{FF2B5EF4-FFF2-40B4-BE49-F238E27FC236}">
                      <a16:creationId xmlns:a16="http://schemas.microsoft.com/office/drawing/2014/main" id="{CA814E14-9F60-47CC-9C9D-BC752B6FD3F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623688" y="3746665"/>
                  <a:ext cx="1890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07" name="Encre 106">
                  <a:extLst>
                    <a:ext uri="{FF2B5EF4-FFF2-40B4-BE49-F238E27FC236}">
                      <a16:creationId xmlns:a16="http://schemas.microsoft.com/office/drawing/2014/main" id="{758CA589-8474-4B96-97A8-0220734EDCDF}"/>
                    </a:ext>
                  </a:extLst>
                </p14:cNvPr>
                <p14:cNvContentPartPr/>
                <p14:nvPr/>
              </p14:nvContentPartPr>
              <p14:xfrm>
                <a:off x="4864888" y="3685105"/>
                <a:ext cx="289080" cy="252360"/>
              </p14:xfrm>
            </p:contentPart>
          </mc:Choice>
          <mc:Fallback xmlns="">
            <p:pic>
              <p:nvPicPr>
                <p:cNvPr id="107" name="Encre 106">
                  <a:extLst>
                    <a:ext uri="{FF2B5EF4-FFF2-40B4-BE49-F238E27FC236}">
                      <a16:creationId xmlns:a16="http://schemas.microsoft.com/office/drawing/2014/main" id="{758CA589-8474-4B96-97A8-0220734EDCD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855888" y="3676465"/>
                  <a:ext cx="30672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09" name="Encre 108">
                  <a:extLst>
                    <a:ext uri="{FF2B5EF4-FFF2-40B4-BE49-F238E27FC236}">
                      <a16:creationId xmlns:a16="http://schemas.microsoft.com/office/drawing/2014/main" id="{C6D5C837-5679-41C8-988C-46034591EFBC}"/>
                    </a:ext>
                  </a:extLst>
                </p14:cNvPr>
                <p14:cNvContentPartPr/>
                <p14:nvPr/>
              </p14:nvContentPartPr>
              <p14:xfrm>
                <a:off x="5274928" y="3786985"/>
                <a:ext cx="68400" cy="304200"/>
              </p14:xfrm>
            </p:contentPart>
          </mc:Choice>
          <mc:Fallback xmlns="">
            <p:pic>
              <p:nvPicPr>
                <p:cNvPr id="109" name="Encre 108">
                  <a:extLst>
                    <a:ext uri="{FF2B5EF4-FFF2-40B4-BE49-F238E27FC236}">
                      <a16:creationId xmlns:a16="http://schemas.microsoft.com/office/drawing/2014/main" id="{C6D5C837-5679-41C8-988C-46034591EFB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265928" y="3778345"/>
                  <a:ext cx="8604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10" name="Encre 109">
                  <a:extLst>
                    <a:ext uri="{FF2B5EF4-FFF2-40B4-BE49-F238E27FC236}">
                      <a16:creationId xmlns:a16="http://schemas.microsoft.com/office/drawing/2014/main" id="{C744DA8B-AAA7-4F25-8968-C4526EEE1292}"/>
                    </a:ext>
                  </a:extLst>
                </p14:cNvPr>
                <p14:cNvContentPartPr/>
                <p14:nvPr/>
              </p14:nvContentPartPr>
              <p14:xfrm>
                <a:off x="5382568" y="3776185"/>
                <a:ext cx="36720" cy="96480"/>
              </p14:xfrm>
            </p:contentPart>
          </mc:Choice>
          <mc:Fallback xmlns="">
            <p:pic>
              <p:nvPicPr>
                <p:cNvPr id="110" name="Encre 109">
                  <a:extLst>
                    <a:ext uri="{FF2B5EF4-FFF2-40B4-BE49-F238E27FC236}">
                      <a16:creationId xmlns:a16="http://schemas.microsoft.com/office/drawing/2014/main" id="{C744DA8B-AAA7-4F25-8968-C4526EEE129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373568" y="3767185"/>
                  <a:ext cx="543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11" name="Encre 110">
                  <a:extLst>
                    <a:ext uri="{FF2B5EF4-FFF2-40B4-BE49-F238E27FC236}">
                      <a16:creationId xmlns:a16="http://schemas.microsoft.com/office/drawing/2014/main" id="{A66C1257-4840-4FC7-9202-A785DF218B3C}"/>
                    </a:ext>
                  </a:extLst>
                </p14:cNvPr>
                <p14:cNvContentPartPr/>
                <p14:nvPr/>
              </p14:nvContentPartPr>
              <p14:xfrm>
                <a:off x="5450608" y="3780865"/>
                <a:ext cx="103680" cy="109440"/>
              </p14:xfrm>
            </p:contentPart>
          </mc:Choice>
          <mc:Fallback xmlns="">
            <p:pic>
              <p:nvPicPr>
                <p:cNvPr id="111" name="Encre 110">
                  <a:extLst>
                    <a:ext uri="{FF2B5EF4-FFF2-40B4-BE49-F238E27FC236}">
                      <a16:creationId xmlns:a16="http://schemas.microsoft.com/office/drawing/2014/main" id="{A66C1257-4840-4FC7-9202-A785DF218B3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441608" y="3771865"/>
                  <a:ext cx="1213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12" name="Encre 111">
                  <a:extLst>
                    <a:ext uri="{FF2B5EF4-FFF2-40B4-BE49-F238E27FC236}">
                      <a16:creationId xmlns:a16="http://schemas.microsoft.com/office/drawing/2014/main" id="{9B80D34C-8ED0-4EC0-9F07-C0A270A40A38}"/>
                    </a:ext>
                  </a:extLst>
                </p14:cNvPr>
                <p14:cNvContentPartPr/>
                <p14:nvPr/>
              </p14:nvContentPartPr>
              <p14:xfrm>
                <a:off x="5552488" y="3752065"/>
                <a:ext cx="153360" cy="132840"/>
              </p14:xfrm>
            </p:contentPart>
          </mc:Choice>
          <mc:Fallback xmlns="">
            <p:pic>
              <p:nvPicPr>
                <p:cNvPr id="112" name="Encre 111">
                  <a:extLst>
                    <a:ext uri="{FF2B5EF4-FFF2-40B4-BE49-F238E27FC236}">
                      <a16:creationId xmlns:a16="http://schemas.microsoft.com/office/drawing/2014/main" id="{9B80D34C-8ED0-4EC0-9F07-C0A270A40A3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543848" y="3743065"/>
                  <a:ext cx="1710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13" name="Encre 112">
                  <a:extLst>
                    <a:ext uri="{FF2B5EF4-FFF2-40B4-BE49-F238E27FC236}">
                      <a16:creationId xmlns:a16="http://schemas.microsoft.com/office/drawing/2014/main" id="{7642BA92-F2AD-47D9-8BB0-E0BCB66FE1D2}"/>
                    </a:ext>
                  </a:extLst>
                </p14:cNvPr>
                <p14:cNvContentPartPr/>
                <p14:nvPr/>
              </p14:nvContentPartPr>
              <p14:xfrm>
                <a:off x="5713768" y="3729745"/>
                <a:ext cx="60120" cy="165240"/>
              </p14:xfrm>
            </p:contentPart>
          </mc:Choice>
          <mc:Fallback xmlns="">
            <p:pic>
              <p:nvPicPr>
                <p:cNvPr id="113" name="Encre 112">
                  <a:extLst>
                    <a:ext uri="{FF2B5EF4-FFF2-40B4-BE49-F238E27FC236}">
                      <a16:creationId xmlns:a16="http://schemas.microsoft.com/office/drawing/2014/main" id="{7642BA92-F2AD-47D9-8BB0-E0BCB66FE1D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705128" y="3721105"/>
                  <a:ext cx="777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14" name="Encre 113">
                  <a:extLst>
                    <a:ext uri="{FF2B5EF4-FFF2-40B4-BE49-F238E27FC236}">
                      <a16:creationId xmlns:a16="http://schemas.microsoft.com/office/drawing/2014/main" id="{4CC2B236-E744-4EAC-A3D0-34E265F59D5D}"/>
                    </a:ext>
                  </a:extLst>
                </p14:cNvPr>
                <p14:cNvContentPartPr/>
                <p14:nvPr/>
              </p14:nvContentPartPr>
              <p14:xfrm>
                <a:off x="5794768" y="3732625"/>
                <a:ext cx="58680" cy="154800"/>
              </p14:xfrm>
            </p:contentPart>
          </mc:Choice>
          <mc:Fallback xmlns="">
            <p:pic>
              <p:nvPicPr>
                <p:cNvPr id="114" name="Encre 113">
                  <a:extLst>
                    <a:ext uri="{FF2B5EF4-FFF2-40B4-BE49-F238E27FC236}">
                      <a16:creationId xmlns:a16="http://schemas.microsoft.com/office/drawing/2014/main" id="{4CC2B236-E744-4EAC-A3D0-34E265F59D5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786128" y="3723625"/>
                  <a:ext cx="76320" cy="17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e 131">
            <a:extLst>
              <a:ext uri="{FF2B5EF4-FFF2-40B4-BE49-F238E27FC236}">
                <a16:creationId xmlns:a16="http://schemas.microsoft.com/office/drawing/2014/main" id="{1C7A61B0-B8C9-4B02-B466-832F31C7C705}"/>
              </a:ext>
            </a:extLst>
          </p:cNvPr>
          <p:cNvGrpSpPr/>
          <p:nvPr/>
        </p:nvGrpSpPr>
        <p:grpSpPr>
          <a:xfrm>
            <a:off x="8464888" y="5103505"/>
            <a:ext cx="1314000" cy="289800"/>
            <a:chOff x="8464888" y="5103505"/>
            <a:chExt cx="1314000" cy="28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20" name="Encre 119">
                  <a:extLst>
                    <a:ext uri="{FF2B5EF4-FFF2-40B4-BE49-F238E27FC236}">
                      <a16:creationId xmlns:a16="http://schemas.microsoft.com/office/drawing/2014/main" id="{D217F00C-F441-46D5-BD73-7FDCFD05E0AA}"/>
                    </a:ext>
                  </a:extLst>
                </p14:cNvPr>
                <p14:cNvContentPartPr/>
                <p14:nvPr/>
              </p14:nvContentPartPr>
              <p14:xfrm>
                <a:off x="8464888" y="5354425"/>
                <a:ext cx="133560" cy="10800"/>
              </p14:xfrm>
            </p:contentPart>
          </mc:Choice>
          <mc:Fallback xmlns="">
            <p:pic>
              <p:nvPicPr>
                <p:cNvPr id="120" name="Encre 119">
                  <a:extLst>
                    <a:ext uri="{FF2B5EF4-FFF2-40B4-BE49-F238E27FC236}">
                      <a16:creationId xmlns:a16="http://schemas.microsoft.com/office/drawing/2014/main" id="{D217F00C-F441-46D5-BD73-7FDCFD05E0A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456248" y="5345785"/>
                  <a:ext cx="1512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21" name="Encre 120">
                  <a:extLst>
                    <a:ext uri="{FF2B5EF4-FFF2-40B4-BE49-F238E27FC236}">
                      <a16:creationId xmlns:a16="http://schemas.microsoft.com/office/drawing/2014/main" id="{51D1327E-16F1-4FA4-849A-E771BBB41211}"/>
                    </a:ext>
                  </a:extLst>
                </p14:cNvPr>
                <p14:cNvContentPartPr/>
                <p14:nvPr/>
              </p14:nvContentPartPr>
              <p14:xfrm>
                <a:off x="8844688" y="5103505"/>
                <a:ext cx="925200" cy="289800"/>
              </p14:xfrm>
            </p:contentPart>
          </mc:Choice>
          <mc:Fallback xmlns="">
            <p:pic>
              <p:nvPicPr>
                <p:cNvPr id="121" name="Encre 120">
                  <a:extLst>
                    <a:ext uri="{FF2B5EF4-FFF2-40B4-BE49-F238E27FC236}">
                      <a16:creationId xmlns:a16="http://schemas.microsoft.com/office/drawing/2014/main" id="{51D1327E-16F1-4FA4-849A-E771BBB4121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836048" y="5094865"/>
                  <a:ext cx="94284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22" name="Encre 121">
                  <a:extLst>
                    <a:ext uri="{FF2B5EF4-FFF2-40B4-BE49-F238E27FC236}">
                      <a16:creationId xmlns:a16="http://schemas.microsoft.com/office/drawing/2014/main" id="{DC1BA930-1A1B-4C67-B7D3-A899DE027AC3}"/>
                    </a:ext>
                  </a:extLst>
                </p14:cNvPr>
                <p14:cNvContentPartPr/>
                <p14:nvPr/>
              </p14:nvContentPartPr>
              <p14:xfrm>
                <a:off x="9645328" y="5220865"/>
                <a:ext cx="133560" cy="28440"/>
              </p14:xfrm>
            </p:contentPart>
          </mc:Choice>
          <mc:Fallback xmlns="">
            <p:pic>
              <p:nvPicPr>
                <p:cNvPr id="122" name="Encre 121">
                  <a:extLst>
                    <a:ext uri="{FF2B5EF4-FFF2-40B4-BE49-F238E27FC236}">
                      <a16:creationId xmlns:a16="http://schemas.microsoft.com/office/drawing/2014/main" id="{DC1BA930-1A1B-4C67-B7D3-A899DE027AC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636328" y="5212225"/>
                  <a:ext cx="151200" cy="4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e 137">
            <a:extLst>
              <a:ext uri="{FF2B5EF4-FFF2-40B4-BE49-F238E27FC236}">
                <a16:creationId xmlns:a16="http://schemas.microsoft.com/office/drawing/2014/main" id="{18505F74-4656-45B2-904C-F41C4B28B1E7}"/>
              </a:ext>
            </a:extLst>
          </p:cNvPr>
          <p:cNvGrpSpPr/>
          <p:nvPr/>
        </p:nvGrpSpPr>
        <p:grpSpPr>
          <a:xfrm>
            <a:off x="8508448" y="5595265"/>
            <a:ext cx="1022040" cy="676080"/>
            <a:chOff x="8508448" y="5595265"/>
            <a:chExt cx="1022040" cy="67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23" name="Encre 122">
                  <a:extLst>
                    <a:ext uri="{FF2B5EF4-FFF2-40B4-BE49-F238E27FC236}">
                      <a16:creationId xmlns:a16="http://schemas.microsoft.com/office/drawing/2014/main" id="{FB72B0DF-FC6B-4896-BDB2-DA9C400DDF74}"/>
                    </a:ext>
                  </a:extLst>
                </p14:cNvPr>
                <p14:cNvContentPartPr/>
                <p14:nvPr/>
              </p14:nvContentPartPr>
              <p14:xfrm>
                <a:off x="8508448" y="5780665"/>
                <a:ext cx="121680" cy="17280"/>
              </p14:xfrm>
            </p:contentPart>
          </mc:Choice>
          <mc:Fallback xmlns="">
            <p:pic>
              <p:nvPicPr>
                <p:cNvPr id="123" name="Encre 122">
                  <a:extLst>
                    <a:ext uri="{FF2B5EF4-FFF2-40B4-BE49-F238E27FC236}">
                      <a16:creationId xmlns:a16="http://schemas.microsoft.com/office/drawing/2014/main" id="{FB72B0DF-FC6B-4896-BDB2-DA9C400DDF7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499808" y="5772025"/>
                  <a:ext cx="1393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24" name="Encre 123">
                  <a:extLst>
                    <a:ext uri="{FF2B5EF4-FFF2-40B4-BE49-F238E27FC236}">
                      <a16:creationId xmlns:a16="http://schemas.microsoft.com/office/drawing/2014/main" id="{3297E7E8-8843-4AC7-802C-2FE963DF623B}"/>
                    </a:ext>
                  </a:extLst>
                </p14:cNvPr>
                <p14:cNvContentPartPr/>
                <p14:nvPr/>
              </p14:nvContentPartPr>
              <p14:xfrm>
                <a:off x="8813368" y="5618305"/>
                <a:ext cx="198360" cy="405360"/>
              </p14:xfrm>
            </p:contentPart>
          </mc:Choice>
          <mc:Fallback xmlns="">
            <p:pic>
              <p:nvPicPr>
                <p:cNvPr id="124" name="Encre 123">
                  <a:extLst>
                    <a:ext uri="{FF2B5EF4-FFF2-40B4-BE49-F238E27FC236}">
                      <a16:creationId xmlns:a16="http://schemas.microsoft.com/office/drawing/2014/main" id="{3297E7E8-8843-4AC7-802C-2FE963DF623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804728" y="5609305"/>
                  <a:ext cx="216000" cy="4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25" name="Encre 124">
                  <a:extLst>
                    <a:ext uri="{FF2B5EF4-FFF2-40B4-BE49-F238E27FC236}">
                      <a16:creationId xmlns:a16="http://schemas.microsoft.com/office/drawing/2014/main" id="{AA7C9191-6BFB-49DF-8F9D-D2ADD206A698}"/>
                    </a:ext>
                  </a:extLst>
                </p14:cNvPr>
                <p14:cNvContentPartPr/>
                <p14:nvPr/>
              </p14:nvContentPartPr>
              <p14:xfrm>
                <a:off x="9013528" y="5705065"/>
                <a:ext cx="270360" cy="126360"/>
              </p14:xfrm>
            </p:contentPart>
          </mc:Choice>
          <mc:Fallback xmlns="">
            <p:pic>
              <p:nvPicPr>
                <p:cNvPr id="125" name="Encre 124">
                  <a:extLst>
                    <a:ext uri="{FF2B5EF4-FFF2-40B4-BE49-F238E27FC236}">
                      <a16:creationId xmlns:a16="http://schemas.microsoft.com/office/drawing/2014/main" id="{AA7C9191-6BFB-49DF-8F9D-D2ADD206A69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004528" y="5696425"/>
                  <a:ext cx="2880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26" name="Encre 125">
                  <a:extLst>
                    <a:ext uri="{FF2B5EF4-FFF2-40B4-BE49-F238E27FC236}">
                      <a16:creationId xmlns:a16="http://schemas.microsoft.com/office/drawing/2014/main" id="{C88FEBE5-1B0E-41F4-913B-46FFC61173F3}"/>
                    </a:ext>
                  </a:extLst>
                </p14:cNvPr>
                <p14:cNvContentPartPr/>
                <p14:nvPr/>
              </p14:nvContentPartPr>
              <p14:xfrm>
                <a:off x="9022888" y="5595265"/>
                <a:ext cx="2880" cy="24840"/>
              </p14:xfrm>
            </p:contentPart>
          </mc:Choice>
          <mc:Fallback xmlns="">
            <p:pic>
              <p:nvPicPr>
                <p:cNvPr id="126" name="Encre 125">
                  <a:extLst>
                    <a:ext uri="{FF2B5EF4-FFF2-40B4-BE49-F238E27FC236}">
                      <a16:creationId xmlns:a16="http://schemas.microsoft.com/office/drawing/2014/main" id="{C88FEBE5-1B0E-41F4-913B-46FFC61173F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014248" y="5586625"/>
                  <a:ext cx="205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27" name="Encre 126">
                  <a:extLst>
                    <a:ext uri="{FF2B5EF4-FFF2-40B4-BE49-F238E27FC236}">
                      <a16:creationId xmlns:a16="http://schemas.microsoft.com/office/drawing/2014/main" id="{7A09B998-771B-492E-9C2E-A17A3919A9C5}"/>
                    </a:ext>
                  </a:extLst>
                </p14:cNvPr>
                <p14:cNvContentPartPr/>
                <p14:nvPr/>
              </p14:nvContentPartPr>
              <p14:xfrm>
                <a:off x="8588368" y="6216265"/>
                <a:ext cx="84240" cy="11160"/>
              </p14:xfrm>
            </p:contentPart>
          </mc:Choice>
          <mc:Fallback xmlns="">
            <p:pic>
              <p:nvPicPr>
                <p:cNvPr id="127" name="Encre 126">
                  <a:extLst>
                    <a:ext uri="{FF2B5EF4-FFF2-40B4-BE49-F238E27FC236}">
                      <a16:creationId xmlns:a16="http://schemas.microsoft.com/office/drawing/2014/main" id="{7A09B998-771B-492E-9C2E-A17A3919A9C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579728" y="6207625"/>
                  <a:ext cx="1018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34" name="Encre 133">
                  <a:extLst>
                    <a:ext uri="{FF2B5EF4-FFF2-40B4-BE49-F238E27FC236}">
                      <a16:creationId xmlns:a16="http://schemas.microsoft.com/office/drawing/2014/main" id="{5909BF26-FFCE-4737-9F23-6F4C9FEA4517}"/>
                    </a:ext>
                  </a:extLst>
                </p14:cNvPr>
                <p14:cNvContentPartPr/>
                <p14:nvPr/>
              </p14:nvContentPartPr>
              <p14:xfrm>
                <a:off x="8892208" y="6125545"/>
                <a:ext cx="205920" cy="145800"/>
              </p14:xfrm>
            </p:contentPart>
          </mc:Choice>
          <mc:Fallback xmlns="">
            <p:pic>
              <p:nvPicPr>
                <p:cNvPr id="134" name="Encre 133">
                  <a:extLst>
                    <a:ext uri="{FF2B5EF4-FFF2-40B4-BE49-F238E27FC236}">
                      <a16:creationId xmlns:a16="http://schemas.microsoft.com/office/drawing/2014/main" id="{5909BF26-FFCE-4737-9F23-6F4C9FEA451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883568" y="6116905"/>
                  <a:ext cx="2235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35" name="Encre 134">
                  <a:extLst>
                    <a:ext uri="{FF2B5EF4-FFF2-40B4-BE49-F238E27FC236}">
                      <a16:creationId xmlns:a16="http://schemas.microsoft.com/office/drawing/2014/main" id="{FD25F251-B732-44C7-87E7-A0146E959B5F}"/>
                    </a:ext>
                  </a:extLst>
                </p14:cNvPr>
                <p14:cNvContentPartPr/>
                <p14:nvPr/>
              </p14:nvContentPartPr>
              <p14:xfrm>
                <a:off x="9139888" y="6143185"/>
                <a:ext cx="18720" cy="99000"/>
              </p14:xfrm>
            </p:contentPart>
          </mc:Choice>
          <mc:Fallback xmlns="">
            <p:pic>
              <p:nvPicPr>
                <p:cNvPr id="135" name="Encre 134">
                  <a:extLst>
                    <a:ext uri="{FF2B5EF4-FFF2-40B4-BE49-F238E27FC236}">
                      <a16:creationId xmlns:a16="http://schemas.microsoft.com/office/drawing/2014/main" id="{FD25F251-B732-44C7-87E7-A0146E959B5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131248" y="6134545"/>
                  <a:ext cx="363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36" name="Encre 135">
                  <a:extLst>
                    <a:ext uri="{FF2B5EF4-FFF2-40B4-BE49-F238E27FC236}">
                      <a16:creationId xmlns:a16="http://schemas.microsoft.com/office/drawing/2014/main" id="{1E519E25-2E84-4041-92C4-6BE044D1DC0C}"/>
                    </a:ext>
                  </a:extLst>
                </p14:cNvPr>
                <p14:cNvContentPartPr/>
                <p14:nvPr/>
              </p14:nvContentPartPr>
              <p14:xfrm>
                <a:off x="9170128" y="5993785"/>
                <a:ext cx="360360" cy="263160"/>
              </p14:xfrm>
            </p:contentPart>
          </mc:Choice>
          <mc:Fallback xmlns="">
            <p:pic>
              <p:nvPicPr>
                <p:cNvPr id="136" name="Encre 135">
                  <a:extLst>
                    <a:ext uri="{FF2B5EF4-FFF2-40B4-BE49-F238E27FC236}">
                      <a16:creationId xmlns:a16="http://schemas.microsoft.com/office/drawing/2014/main" id="{1E519E25-2E84-4041-92C4-6BE044D1DC0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161128" y="5984785"/>
                  <a:ext cx="37800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37" name="Encre 136">
                  <a:extLst>
                    <a:ext uri="{FF2B5EF4-FFF2-40B4-BE49-F238E27FC236}">
                      <a16:creationId xmlns:a16="http://schemas.microsoft.com/office/drawing/2014/main" id="{47E92423-14D7-4157-8C54-3ABC2FFDC919}"/>
                    </a:ext>
                  </a:extLst>
                </p14:cNvPr>
                <p14:cNvContentPartPr/>
                <p14:nvPr/>
              </p14:nvContentPartPr>
              <p14:xfrm>
                <a:off x="9035488" y="6049585"/>
                <a:ext cx="118440" cy="47160"/>
              </p14:xfrm>
            </p:contentPart>
          </mc:Choice>
          <mc:Fallback xmlns="">
            <p:pic>
              <p:nvPicPr>
                <p:cNvPr id="137" name="Encre 136">
                  <a:extLst>
                    <a:ext uri="{FF2B5EF4-FFF2-40B4-BE49-F238E27FC236}">
                      <a16:creationId xmlns:a16="http://schemas.microsoft.com/office/drawing/2014/main" id="{47E92423-14D7-4157-8C54-3ABC2FFDC91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026848" y="6040945"/>
                  <a:ext cx="136080" cy="6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E9485211-58BA-4E30-A365-78C512317B14}"/>
              </a:ext>
            </a:extLst>
          </p:cNvPr>
          <p:cNvGrpSpPr/>
          <p:nvPr/>
        </p:nvGrpSpPr>
        <p:grpSpPr>
          <a:xfrm>
            <a:off x="9788608" y="2424385"/>
            <a:ext cx="2025000" cy="948240"/>
            <a:chOff x="9788608" y="2424385"/>
            <a:chExt cx="2025000" cy="94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52" name="Encre 51">
                  <a:extLst>
                    <a:ext uri="{FF2B5EF4-FFF2-40B4-BE49-F238E27FC236}">
                      <a16:creationId xmlns:a16="http://schemas.microsoft.com/office/drawing/2014/main" id="{6D035D33-C3E3-4F2B-97B7-37F7EDE703C0}"/>
                    </a:ext>
                  </a:extLst>
                </p14:cNvPr>
                <p14:cNvContentPartPr/>
                <p14:nvPr/>
              </p14:nvContentPartPr>
              <p14:xfrm>
                <a:off x="9879328" y="2513665"/>
                <a:ext cx="190440" cy="193680"/>
              </p14:xfrm>
            </p:contentPart>
          </mc:Choice>
          <mc:Fallback xmlns="">
            <p:pic>
              <p:nvPicPr>
                <p:cNvPr id="52" name="Encre 51">
                  <a:extLst>
                    <a:ext uri="{FF2B5EF4-FFF2-40B4-BE49-F238E27FC236}">
                      <a16:creationId xmlns:a16="http://schemas.microsoft.com/office/drawing/2014/main" id="{6D035D33-C3E3-4F2B-97B7-37F7EDE703C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870688" y="2505025"/>
                  <a:ext cx="20808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53" name="Encre 52">
                  <a:extLst>
                    <a:ext uri="{FF2B5EF4-FFF2-40B4-BE49-F238E27FC236}">
                      <a16:creationId xmlns:a16="http://schemas.microsoft.com/office/drawing/2014/main" id="{72D05345-19DB-4B62-ADC1-E0E9EE5D3238}"/>
                    </a:ext>
                  </a:extLst>
                </p14:cNvPr>
                <p14:cNvContentPartPr/>
                <p14:nvPr/>
              </p14:nvContentPartPr>
              <p14:xfrm>
                <a:off x="10094248" y="2521585"/>
                <a:ext cx="149040" cy="164520"/>
              </p14:xfrm>
            </p:contentPart>
          </mc:Choice>
          <mc:Fallback xmlns="">
            <p:pic>
              <p:nvPicPr>
                <p:cNvPr id="53" name="Encre 52">
                  <a:extLst>
                    <a:ext uri="{FF2B5EF4-FFF2-40B4-BE49-F238E27FC236}">
                      <a16:creationId xmlns:a16="http://schemas.microsoft.com/office/drawing/2014/main" id="{72D05345-19DB-4B62-ADC1-E0E9EE5D323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085608" y="2512585"/>
                  <a:ext cx="16668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54" name="Encre 53">
                  <a:extLst>
                    <a:ext uri="{FF2B5EF4-FFF2-40B4-BE49-F238E27FC236}">
                      <a16:creationId xmlns:a16="http://schemas.microsoft.com/office/drawing/2014/main" id="{10ED27E4-6586-422A-8962-3930944A0400}"/>
                    </a:ext>
                  </a:extLst>
                </p14:cNvPr>
                <p14:cNvContentPartPr/>
                <p14:nvPr/>
              </p14:nvContentPartPr>
              <p14:xfrm>
                <a:off x="10283248" y="2505745"/>
                <a:ext cx="32760" cy="144720"/>
              </p14:xfrm>
            </p:contentPart>
          </mc:Choice>
          <mc:Fallback xmlns="">
            <p:pic>
              <p:nvPicPr>
                <p:cNvPr id="54" name="Encre 53">
                  <a:extLst>
                    <a:ext uri="{FF2B5EF4-FFF2-40B4-BE49-F238E27FC236}">
                      <a16:creationId xmlns:a16="http://schemas.microsoft.com/office/drawing/2014/main" id="{10ED27E4-6586-422A-8962-3930944A040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274248" y="2497105"/>
                  <a:ext cx="504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55" name="Encre 54">
                  <a:extLst>
                    <a:ext uri="{FF2B5EF4-FFF2-40B4-BE49-F238E27FC236}">
                      <a16:creationId xmlns:a16="http://schemas.microsoft.com/office/drawing/2014/main" id="{3BDF3B67-893F-4055-B4A4-CFF58BA788BE}"/>
                    </a:ext>
                  </a:extLst>
                </p14:cNvPr>
                <p14:cNvContentPartPr/>
                <p14:nvPr/>
              </p14:nvContentPartPr>
              <p14:xfrm>
                <a:off x="10171648" y="2502505"/>
                <a:ext cx="207360" cy="27000"/>
              </p14:xfrm>
            </p:contentPart>
          </mc:Choice>
          <mc:Fallback xmlns="">
            <p:pic>
              <p:nvPicPr>
                <p:cNvPr id="55" name="Encre 54">
                  <a:extLst>
                    <a:ext uri="{FF2B5EF4-FFF2-40B4-BE49-F238E27FC236}">
                      <a16:creationId xmlns:a16="http://schemas.microsoft.com/office/drawing/2014/main" id="{3BDF3B67-893F-4055-B4A4-CFF58BA788B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162648" y="2493505"/>
                  <a:ext cx="2250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56" name="Encre 55">
                  <a:extLst>
                    <a:ext uri="{FF2B5EF4-FFF2-40B4-BE49-F238E27FC236}">
                      <a16:creationId xmlns:a16="http://schemas.microsoft.com/office/drawing/2014/main" id="{280EAFCB-B94A-4483-B7D0-FA2447D4CDED}"/>
                    </a:ext>
                  </a:extLst>
                </p14:cNvPr>
                <p14:cNvContentPartPr/>
                <p14:nvPr/>
              </p14:nvContentPartPr>
              <p14:xfrm>
                <a:off x="10399528" y="2424385"/>
                <a:ext cx="145440" cy="216000"/>
              </p14:xfrm>
            </p:contentPart>
          </mc:Choice>
          <mc:Fallback xmlns="">
            <p:pic>
              <p:nvPicPr>
                <p:cNvPr id="56" name="Encre 55">
                  <a:extLst>
                    <a:ext uri="{FF2B5EF4-FFF2-40B4-BE49-F238E27FC236}">
                      <a16:creationId xmlns:a16="http://schemas.microsoft.com/office/drawing/2014/main" id="{280EAFCB-B94A-4483-B7D0-FA2447D4CDED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0390888" y="2415745"/>
                  <a:ext cx="16308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57" name="Encre 56">
                  <a:extLst>
                    <a:ext uri="{FF2B5EF4-FFF2-40B4-BE49-F238E27FC236}">
                      <a16:creationId xmlns:a16="http://schemas.microsoft.com/office/drawing/2014/main" id="{608C7B97-E8B1-44C5-852E-E665ADF62381}"/>
                    </a:ext>
                  </a:extLst>
                </p14:cNvPr>
                <p14:cNvContentPartPr/>
                <p14:nvPr/>
              </p14:nvContentPartPr>
              <p14:xfrm>
                <a:off x="10592488" y="2454625"/>
                <a:ext cx="153720" cy="173160"/>
              </p14:xfrm>
            </p:contentPart>
          </mc:Choice>
          <mc:Fallback xmlns="">
            <p:pic>
              <p:nvPicPr>
                <p:cNvPr id="57" name="Encre 56">
                  <a:extLst>
                    <a:ext uri="{FF2B5EF4-FFF2-40B4-BE49-F238E27FC236}">
                      <a16:creationId xmlns:a16="http://schemas.microsoft.com/office/drawing/2014/main" id="{608C7B97-E8B1-44C5-852E-E665ADF62381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0583848" y="2445625"/>
                  <a:ext cx="17136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58" name="Encre 57">
                  <a:extLst>
                    <a:ext uri="{FF2B5EF4-FFF2-40B4-BE49-F238E27FC236}">
                      <a16:creationId xmlns:a16="http://schemas.microsoft.com/office/drawing/2014/main" id="{EF934DC5-9CE4-4FC0-B7A1-FD592398B993}"/>
                    </a:ext>
                  </a:extLst>
                </p14:cNvPr>
                <p14:cNvContentPartPr/>
                <p14:nvPr/>
              </p14:nvContentPartPr>
              <p14:xfrm>
                <a:off x="10669528" y="2435185"/>
                <a:ext cx="209880" cy="183960"/>
              </p14:xfrm>
            </p:contentPart>
          </mc:Choice>
          <mc:Fallback xmlns="">
            <p:pic>
              <p:nvPicPr>
                <p:cNvPr id="58" name="Encre 57">
                  <a:extLst>
                    <a:ext uri="{FF2B5EF4-FFF2-40B4-BE49-F238E27FC236}">
                      <a16:creationId xmlns:a16="http://schemas.microsoft.com/office/drawing/2014/main" id="{EF934DC5-9CE4-4FC0-B7A1-FD592398B99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660528" y="2426545"/>
                  <a:ext cx="22752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59" name="Encre 58">
                  <a:extLst>
                    <a:ext uri="{FF2B5EF4-FFF2-40B4-BE49-F238E27FC236}">
                      <a16:creationId xmlns:a16="http://schemas.microsoft.com/office/drawing/2014/main" id="{36C9B059-6408-4DD7-A6A2-C2B99F4FD419}"/>
                    </a:ext>
                  </a:extLst>
                </p14:cNvPr>
                <p14:cNvContentPartPr/>
                <p14:nvPr/>
              </p14:nvContentPartPr>
              <p14:xfrm>
                <a:off x="9788608" y="2948905"/>
                <a:ext cx="380880" cy="423720"/>
              </p14:xfrm>
            </p:contentPart>
          </mc:Choice>
          <mc:Fallback xmlns="">
            <p:pic>
              <p:nvPicPr>
                <p:cNvPr id="59" name="Encre 58">
                  <a:extLst>
                    <a:ext uri="{FF2B5EF4-FFF2-40B4-BE49-F238E27FC236}">
                      <a16:creationId xmlns:a16="http://schemas.microsoft.com/office/drawing/2014/main" id="{36C9B059-6408-4DD7-A6A2-C2B99F4FD41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779968" y="2940265"/>
                  <a:ext cx="398520" cy="4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39" name="Encre 138">
                  <a:extLst>
                    <a:ext uri="{FF2B5EF4-FFF2-40B4-BE49-F238E27FC236}">
                      <a16:creationId xmlns:a16="http://schemas.microsoft.com/office/drawing/2014/main" id="{EB166B79-5A86-4F96-B9C6-810440B103AD}"/>
                    </a:ext>
                  </a:extLst>
                </p14:cNvPr>
                <p14:cNvContentPartPr/>
                <p14:nvPr/>
              </p14:nvContentPartPr>
              <p14:xfrm>
                <a:off x="10406008" y="3007945"/>
                <a:ext cx="55800" cy="26640"/>
              </p14:xfrm>
            </p:contentPart>
          </mc:Choice>
          <mc:Fallback xmlns="">
            <p:pic>
              <p:nvPicPr>
                <p:cNvPr id="139" name="Encre 138">
                  <a:extLst>
                    <a:ext uri="{FF2B5EF4-FFF2-40B4-BE49-F238E27FC236}">
                      <a16:creationId xmlns:a16="http://schemas.microsoft.com/office/drawing/2014/main" id="{EB166B79-5A86-4F96-B9C6-810440B103AD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397368" y="2998945"/>
                  <a:ext cx="734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40" name="Encre 139">
                  <a:extLst>
                    <a:ext uri="{FF2B5EF4-FFF2-40B4-BE49-F238E27FC236}">
                      <a16:creationId xmlns:a16="http://schemas.microsoft.com/office/drawing/2014/main" id="{8DCC74A9-0EF8-4515-9F40-82A42D3026E4}"/>
                    </a:ext>
                  </a:extLst>
                </p14:cNvPr>
                <p14:cNvContentPartPr/>
                <p14:nvPr/>
              </p14:nvContentPartPr>
              <p14:xfrm>
                <a:off x="10562608" y="2815705"/>
                <a:ext cx="501480" cy="232200"/>
              </p14:xfrm>
            </p:contentPart>
          </mc:Choice>
          <mc:Fallback xmlns="">
            <p:pic>
              <p:nvPicPr>
                <p:cNvPr id="140" name="Encre 139">
                  <a:extLst>
                    <a:ext uri="{FF2B5EF4-FFF2-40B4-BE49-F238E27FC236}">
                      <a16:creationId xmlns:a16="http://schemas.microsoft.com/office/drawing/2014/main" id="{8DCC74A9-0EF8-4515-9F40-82A42D3026E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553608" y="2807065"/>
                  <a:ext cx="51912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41" name="Encre 140">
                  <a:extLst>
                    <a:ext uri="{FF2B5EF4-FFF2-40B4-BE49-F238E27FC236}">
                      <a16:creationId xmlns:a16="http://schemas.microsoft.com/office/drawing/2014/main" id="{DA6D9AD2-BED8-45D5-B824-A65F9FBA4905}"/>
                    </a:ext>
                  </a:extLst>
                </p14:cNvPr>
                <p14:cNvContentPartPr/>
                <p14:nvPr/>
              </p14:nvContentPartPr>
              <p14:xfrm>
                <a:off x="11105488" y="2820385"/>
                <a:ext cx="112680" cy="183960"/>
              </p14:xfrm>
            </p:contentPart>
          </mc:Choice>
          <mc:Fallback xmlns="">
            <p:pic>
              <p:nvPicPr>
                <p:cNvPr id="141" name="Encre 140">
                  <a:extLst>
                    <a:ext uri="{FF2B5EF4-FFF2-40B4-BE49-F238E27FC236}">
                      <a16:creationId xmlns:a16="http://schemas.microsoft.com/office/drawing/2014/main" id="{DA6D9AD2-BED8-45D5-B824-A65F9FBA490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1096488" y="2811745"/>
                  <a:ext cx="13032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42" name="Encre 141">
                  <a:extLst>
                    <a:ext uri="{FF2B5EF4-FFF2-40B4-BE49-F238E27FC236}">
                      <a16:creationId xmlns:a16="http://schemas.microsoft.com/office/drawing/2014/main" id="{190493F4-D229-4D43-A5D1-0142EDE6B469}"/>
                    </a:ext>
                  </a:extLst>
                </p14:cNvPr>
                <p14:cNvContentPartPr/>
                <p14:nvPr/>
              </p14:nvContentPartPr>
              <p14:xfrm>
                <a:off x="11203048" y="2856385"/>
                <a:ext cx="14040" cy="17280"/>
              </p14:xfrm>
            </p:contentPart>
          </mc:Choice>
          <mc:Fallback xmlns="">
            <p:pic>
              <p:nvPicPr>
                <p:cNvPr id="142" name="Encre 141">
                  <a:extLst>
                    <a:ext uri="{FF2B5EF4-FFF2-40B4-BE49-F238E27FC236}">
                      <a16:creationId xmlns:a16="http://schemas.microsoft.com/office/drawing/2014/main" id="{190493F4-D229-4D43-A5D1-0142EDE6B46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1194408" y="2847745"/>
                  <a:ext cx="3168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43" name="Encre 142">
                  <a:extLst>
                    <a:ext uri="{FF2B5EF4-FFF2-40B4-BE49-F238E27FC236}">
                      <a16:creationId xmlns:a16="http://schemas.microsoft.com/office/drawing/2014/main" id="{4A8D63FA-A41B-4CA9-BC01-F6914CD9777E}"/>
                    </a:ext>
                  </a:extLst>
                </p14:cNvPr>
                <p14:cNvContentPartPr/>
                <p14:nvPr/>
              </p14:nvContentPartPr>
              <p14:xfrm>
                <a:off x="11271088" y="2896705"/>
                <a:ext cx="88560" cy="187200"/>
              </p14:xfrm>
            </p:contentPart>
          </mc:Choice>
          <mc:Fallback xmlns="">
            <p:pic>
              <p:nvPicPr>
                <p:cNvPr id="143" name="Encre 142">
                  <a:extLst>
                    <a:ext uri="{FF2B5EF4-FFF2-40B4-BE49-F238E27FC236}">
                      <a16:creationId xmlns:a16="http://schemas.microsoft.com/office/drawing/2014/main" id="{4A8D63FA-A41B-4CA9-BC01-F6914CD9777E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1262088" y="2887705"/>
                  <a:ext cx="10620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44" name="Encre 143">
                  <a:extLst>
                    <a:ext uri="{FF2B5EF4-FFF2-40B4-BE49-F238E27FC236}">
                      <a16:creationId xmlns:a16="http://schemas.microsoft.com/office/drawing/2014/main" id="{ED9EB96D-A784-4B94-9464-969EF509119A}"/>
                    </a:ext>
                  </a:extLst>
                </p14:cNvPr>
                <p14:cNvContentPartPr/>
                <p14:nvPr/>
              </p14:nvContentPartPr>
              <p14:xfrm>
                <a:off x="11363248" y="2740465"/>
                <a:ext cx="310680" cy="263160"/>
              </p14:xfrm>
            </p:contentPart>
          </mc:Choice>
          <mc:Fallback xmlns="">
            <p:pic>
              <p:nvPicPr>
                <p:cNvPr id="144" name="Encre 143">
                  <a:extLst>
                    <a:ext uri="{FF2B5EF4-FFF2-40B4-BE49-F238E27FC236}">
                      <a16:creationId xmlns:a16="http://schemas.microsoft.com/office/drawing/2014/main" id="{ED9EB96D-A784-4B94-9464-969EF509119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1354608" y="2731825"/>
                  <a:ext cx="32832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46" name="Encre 145">
                  <a:extLst>
                    <a:ext uri="{FF2B5EF4-FFF2-40B4-BE49-F238E27FC236}">
                      <a16:creationId xmlns:a16="http://schemas.microsoft.com/office/drawing/2014/main" id="{B8CEE81B-F940-42F6-BBEA-2E924D4E1A29}"/>
                    </a:ext>
                  </a:extLst>
                </p14:cNvPr>
                <p14:cNvContentPartPr/>
                <p14:nvPr/>
              </p14:nvContentPartPr>
              <p14:xfrm>
                <a:off x="10393768" y="2854225"/>
                <a:ext cx="97920" cy="345240"/>
              </p14:xfrm>
            </p:contentPart>
          </mc:Choice>
          <mc:Fallback xmlns="">
            <p:pic>
              <p:nvPicPr>
                <p:cNvPr id="146" name="Encre 145">
                  <a:extLst>
                    <a:ext uri="{FF2B5EF4-FFF2-40B4-BE49-F238E27FC236}">
                      <a16:creationId xmlns:a16="http://schemas.microsoft.com/office/drawing/2014/main" id="{B8CEE81B-F940-42F6-BBEA-2E924D4E1A29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385128" y="2845585"/>
                  <a:ext cx="11556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47" name="Encre 146">
                  <a:extLst>
                    <a:ext uri="{FF2B5EF4-FFF2-40B4-BE49-F238E27FC236}">
                      <a16:creationId xmlns:a16="http://schemas.microsoft.com/office/drawing/2014/main" id="{8BB36E4B-5B4A-4A0B-AE8A-CBCADF0EA831}"/>
                    </a:ext>
                  </a:extLst>
                </p14:cNvPr>
                <p14:cNvContentPartPr/>
                <p14:nvPr/>
              </p14:nvContentPartPr>
              <p14:xfrm>
                <a:off x="11725768" y="2788705"/>
                <a:ext cx="87840" cy="339480"/>
              </p14:xfrm>
            </p:contentPart>
          </mc:Choice>
          <mc:Fallback xmlns="">
            <p:pic>
              <p:nvPicPr>
                <p:cNvPr id="147" name="Encre 146">
                  <a:extLst>
                    <a:ext uri="{FF2B5EF4-FFF2-40B4-BE49-F238E27FC236}">
                      <a16:creationId xmlns:a16="http://schemas.microsoft.com/office/drawing/2014/main" id="{8BB36E4B-5B4A-4A0B-AE8A-CBCADF0EA83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1717128" y="2780065"/>
                  <a:ext cx="105480" cy="35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e 160">
            <a:extLst>
              <a:ext uri="{FF2B5EF4-FFF2-40B4-BE49-F238E27FC236}">
                <a16:creationId xmlns:a16="http://schemas.microsoft.com/office/drawing/2014/main" id="{80D9EB99-3BB5-453C-AE1B-8B0BBFD4326C}"/>
              </a:ext>
            </a:extLst>
          </p:cNvPr>
          <p:cNvGrpSpPr/>
          <p:nvPr/>
        </p:nvGrpSpPr>
        <p:grpSpPr>
          <a:xfrm>
            <a:off x="9165088" y="1170865"/>
            <a:ext cx="1408320" cy="259560"/>
            <a:chOff x="9165088" y="1170865"/>
            <a:chExt cx="1408320" cy="25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49" name="Encre 148">
                  <a:extLst>
                    <a:ext uri="{FF2B5EF4-FFF2-40B4-BE49-F238E27FC236}">
                      <a16:creationId xmlns:a16="http://schemas.microsoft.com/office/drawing/2014/main" id="{05514711-3CC9-4ACF-B684-514C91E8F3BA}"/>
                    </a:ext>
                  </a:extLst>
                </p14:cNvPr>
                <p14:cNvContentPartPr/>
                <p14:nvPr/>
              </p14:nvContentPartPr>
              <p14:xfrm>
                <a:off x="9165088" y="1385065"/>
                <a:ext cx="144360" cy="45360"/>
              </p14:xfrm>
            </p:contentPart>
          </mc:Choice>
          <mc:Fallback xmlns="">
            <p:pic>
              <p:nvPicPr>
                <p:cNvPr id="149" name="Encre 148">
                  <a:extLst>
                    <a:ext uri="{FF2B5EF4-FFF2-40B4-BE49-F238E27FC236}">
                      <a16:creationId xmlns:a16="http://schemas.microsoft.com/office/drawing/2014/main" id="{05514711-3CC9-4ACF-B684-514C91E8F3B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156448" y="1376425"/>
                  <a:ext cx="1620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50" name="Encre 149">
                  <a:extLst>
                    <a:ext uri="{FF2B5EF4-FFF2-40B4-BE49-F238E27FC236}">
                      <a16:creationId xmlns:a16="http://schemas.microsoft.com/office/drawing/2014/main" id="{442BAE4C-31C3-4634-B2DF-FFE9F358A1C8}"/>
                    </a:ext>
                  </a:extLst>
                </p14:cNvPr>
                <p14:cNvContentPartPr/>
                <p14:nvPr/>
              </p14:nvContentPartPr>
              <p14:xfrm>
                <a:off x="9466048" y="1170865"/>
                <a:ext cx="205560" cy="247680"/>
              </p14:xfrm>
            </p:contentPart>
          </mc:Choice>
          <mc:Fallback xmlns="">
            <p:pic>
              <p:nvPicPr>
                <p:cNvPr id="150" name="Encre 149">
                  <a:extLst>
                    <a:ext uri="{FF2B5EF4-FFF2-40B4-BE49-F238E27FC236}">
                      <a16:creationId xmlns:a16="http://schemas.microsoft.com/office/drawing/2014/main" id="{442BAE4C-31C3-4634-B2DF-FFE9F358A1C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457048" y="1161865"/>
                  <a:ext cx="22320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51" name="Encre 150">
                  <a:extLst>
                    <a:ext uri="{FF2B5EF4-FFF2-40B4-BE49-F238E27FC236}">
                      <a16:creationId xmlns:a16="http://schemas.microsoft.com/office/drawing/2014/main" id="{50E1A2E3-043E-4B3C-9EF5-B137E5F28A68}"/>
                    </a:ext>
                  </a:extLst>
                </p14:cNvPr>
                <p14:cNvContentPartPr/>
                <p14:nvPr/>
              </p14:nvContentPartPr>
              <p14:xfrm>
                <a:off x="9638128" y="1220185"/>
                <a:ext cx="67680" cy="156960"/>
              </p14:xfrm>
            </p:contentPart>
          </mc:Choice>
          <mc:Fallback xmlns="">
            <p:pic>
              <p:nvPicPr>
                <p:cNvPr id="151" name="Encre 150">
                  <a:extLst>
                    <a:ext uri="{FF2B5EF4-FFF2-40B4-BE49-F238E27FC236}">
                      <a16:creationId xmlns:a16="http://schemas.microsoft.com/office/drawing/2014/main" id="{50E1A2E3-043E-4B3C-9EF5-B137E5F28A6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629128" y="1211185"/>
                  <a:ext cx="8532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52" name="Encre 151">
                  <a:extLst>
                    <a:ext uri="{FF2B5EF4-FFF2-40B4-BE49-F238E27FC236}">
                      <a16:creationId xmlns:a16="http://schemas.microsoft.com/office/drawing/2014/main" id="{B529CEF1-0002-47C7-AC9C-ED44BCBD254A}"/>
                    </a:ext>
                  </a:extLst>
                </p14:cNvPr>
                <p14:cNvContentPartPr/>
                <p14:nvPr/>
              </p14:nvContentPartPr>
              <p14:xfrm>
                <a:off x="9756928" y="1257985"/>
                <a:ext cx="595080" cy="113400"/>
              </p14:xfrm>
            </p:contentPart>
          </mc:Choice>
          <mc:Fallback xmlns="">
            <p:pic>
              <p:nvPicPr>
                <p:cNvPr id="152" name="Encre 151">
                  <a:extLst>
                    <a:ext uri="{FF2B5EF4-FFF2-40B4-BE49-F238E27FC236}">
                      <a16:creationId xmlns:a16="http://schemas.microsoft.com/office/drawing/2014/main" id="{B529CEF1-0002-47C7-AC9C-ED44BCBD254A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747928" y="1249345"/>
                  <a:ext cx="61272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53" name="Encre 152">
                  <a:extLst>
                    <a:ext uri="{FF2B5EF4-FFF2-40B4-BE49-F238E27FC236}">
                      <a16:creationId xmlns:a16="http://schemas.microsoft.com/office/drawing/2014/main" id="{A7168A6C-0E2B-4DE7-9D7D-590BBA13ECD4}"/>
                    </a:ext>
                  </a:extLst>
                </p14:cNvPr>
                <p14:cNvContentPartPr/>
                <p14:nvPr/>
              </p14:nvContentPartPr>
              <p14:xfrm>
                <a:off x="10373968" y="1187065"/>
                <a:ext cx="88560" cy="143640"/>
              </p14:xfrm>
            </p:contentPart>
          </mc:Choice>
          <mc:Fallback xmlns="">
            <p:pic>
              <p:nvPicPr>
                <p:cNvPr id="153" name="Encre 152">
                  <a:extLst>
                    <a:ext uri="{FF2B5EF4-FFF2-40B4-BE49-F238E27FC236}">
                      <a16:creationId xmlns:a16="http://schemas.microsoft.com/office/drawing/2014/main" id="{A7168A6C-0E2B-4DE7-9D7D-590BBA13ECD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364968" y="1178065"/>
                  <a:ext cx="10620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54" name="Encre 153">
                  <a:extLst>
                    <a:ext uri="{FF2B5EF4-FFF2-40B4-BE49-F238E27FC236}">
                      <a16:creationId xmlns:a16="http://schemas.microsoft.com/office/drawing/2014/main" id="{DADEC8CC-5784-472B-88F6-D8C923765791}"/>
                    </a:ext>
                  </a:extLst>
                </p14:cNvPr>
                <p14:cNvContentPartPr/>
                <p14:nvPr/>
              </p14:nvContentPartPr>
              <p14:xfrm>
                <a:off x="10514368" y="1215505"/>
                <a:ext cx="59040" cy="118080"/>
              </p14:xfrm>
            </p:contentPart>
          </mc:Choice>
          <mc:Fallback xmlns="">
            <p:pic>
              <p:nvPicPr>
                <p:cNvPr id="154" name="Encre 153">
                  <a:extLst>
                    <a:ext uri="{FF2B5EF4-FFF2-40B4-BE49-F238E27FC236}">
                      <a16:creationId xmlns:a16="http://schemas.microsoft.com/office/drawing/2014/main" id="{DADEC8CC-5784-472B-88F6-D8C92376579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505368" y="1206865"/>
                  <a:ext cx="76680" cy="13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e 159">
            <a:extLst>
              <a:ext uri="{FF2B5EF4-FFF2-40B4-BE49-F238E27FC236}">
                <a16:creationId xmlns:a16="http://schemas.microsoft.com/office/drawing/2014/main" id="{C364A117-F2B8-4A6D-90D7-0C0DFCF824D3}"/>
              </a:ext>
            </a:extLst>
          </p:cNvPr>
          <p:cNvGrpSpPr/>
          <p:nvPr/>
        </p:nvGrpSpPr>
        <p:grpSpPr>
          <a:xfrm>
            <a:off x="9267328" y="1584505"/>
            <a:ext cx="878400" cy="199800"/>
            <a:chOff x="9267328" y="1584505"/>
            <a:chExt cx="878400" cy="19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55" name="Encre 154">
                  <a:extLst>
                    <a:ext uri="{FF2B5EF4-FFF2-40B4-BE49-F238E27FC236}">
                      <a16:creationId xmlns:a16="http://schemas.microsoft.com/office/drawing/2014/main" id="{51D1FC69-2976-47AB-80DF-4483F227F774}"/>
                    </a:ext>
                  </a:extLst>
                </p14:cNvPr>
                <p14:cNvContentPartPr/>
                <p14:nvPr/>
              </p14:nvContentPartPr>
              <p14:xfrm>
                <a:off x="9267328" y="1712665"/>
                <a:ext cx="113040" cy="11880"/>
              </p14:xfrm>
            </p:contentPart>
          </mc:Choice>
          <mc:Fallback xmlns="">
            <p:pic>
              <p:nvPicPr>
                <p:cNvPr id="155" name="Encre 154">
                  <a:extLst>
                    <a:ext uri="{FF2B5EF4-FFF2-40B4-BE49-F238E27FC236}">
                      <a16:creationId xmlns:a16="http://schemas.microsoft.com/office/drawing/2014/main" id="{51D1FC69-2976-47AB-80DF-4483F227F77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258328" y="1704025"/>
                  <a:ext cx="1306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56" name="Encre 155">
                  <a:extLst>
                    <a:ext uri="{FF2B5EF4-FFF2-40B4-BE49-F238E27FC236}">
                      <a16:creationId xmlns:a16="http://schemas.microsoft.com/office/drawing/2014/main" id="{9AAB91EE-2868-48D8-8DEC-6E09FB3EA591}"/>
                    </a:ext>
                  </a:extLst>
                </p14:cNvPr>
                <p14:cNvContentPartPr/>
                <p14:nvPr/>
              </p14:nvContentPartPr>
              <p14:xfrm>
                <a:off x="9538768" y="1589545"/>
                <a:ext cx="133560" cy="191880"/>
              </p14:xfrm>
            </p:contentPart>
          </mc:Choice>
          <mc:Fallback xmlns="">
            <p:pic>
              <p:nvPicPr>
                <p:cNvPr id="156" name="Encre 155">
                  <a:extLst>
                    <a:ext uri="{FF2B5EF4-FFF2-40B4-BE49-F238E27FC236}">
                      <a16:creationId xmlns:a16="http://schemas.microsoft.com/office/drawing/2014/main" id="{9AAB91EE-2868-48D8-8DEC-6E09FB3EA591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530128" y="1580905"/>
                  <a:ext cx="1512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57" name="Encre 156">
                  <a:extLst>
                    <a:ext uri="{FF2B5EF4-FFF2-40B4-BE49-F238E27FC236}">
                      <a16:creationId xmlns:a16="http://schemas.microsoft.com/office/drawing/2014/main" id="{03583EC6-6DCF-4B41-89AA-2BB3B19ED0CB}"/>
                    </a:ext>
                  </a:extLst>
                </p14:cNvPr>
                <p14:cNvContentPartPr/>
                <p14:nvPr/>
              </p14:nvContentPartPr>
              <p14:xfrm>
                <a:off x="9722728" y="1634905"/>
                <a:ext cx="267840" cy="149400"/>
              </p14:xfrm>
            </p:contentPart>
          </mc:Choice>
          <mc:Fallback xmlns="">
            <p:pic>
              <p:nvPicPr>
                <p:cNvPr id="157" name="Encre 156">
                  <a:extLst>
                    <a:ext uri="{FF2B5EF4-FFF2-40B4-BE49-F238E27FC236}">
                      <a16:creationId xmlns:a16="http://schemas.microsoft.com/office/drawing/2014/main" id="{03583EC6-6DCF-4B41-89AA-2BB3B19ED0CB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714088" y="1625905"/>
                  <a:ext cx="2854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58" name="Encre 157">
                  <a:extLst>
                    <a:ext uri="{FF2B5EF4-FFF2-40B4-BE49-F238E27FC236}">
                      <a16:creationId xmlns:a16="http://schemas.microsoft.com/office/drawing/2014/main" id="{97B4F5ED-B827-4745-91D2-E20DBF4C85AF}"/>
                    </a:ext>
                  </a:extLst>
                </p14:cNvPr>
                <p14:cNvContentPartPr/>
                <p14:nvPr/>
              </p14:nvContentPartPr>
              <p14:xfrm>
                <a:off x="10038808" y="1587385"/>
                <a:ext cx="49680" cy="168480"/>
              </p14:xfrm>
            </p:contentPart>
          </mc:Choice>
          <mc:Fallback xmlns="">
            <p:pic>
              <p:nvPicPr>
                <p:cNvPr id="158" name="Encre 157">
                  <a:extLst>
                    <a:ext uri="{FF2B5EF4-FFF2-40B4-BE49-F238E27FC236}">
                      <a16:creationId xmlns:a16="http://schemas.microsoft.com/office/drawing/2014/main" id="{97B4F5ED-B827-4745-91D2-E20DBF4C85A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030168" y="1578385"/>
                  <a:ext cx="6732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59" name="Encre 158">
                  <a:extLst>
                    <a:ext uri="{FF2B5EF4-FFF2-40B4-BE49-F238E27FC236}">
                      <a16:creationId xmlns:a16="http://schemas.microsoft.com/office/drawing/2014/main" id="{D51D4B10-5960-45A0-8426-38911950E451}"/>
                    </a:ext>
                  </a:extLst>
                </p14:cNvPr>
                <p14:cNvContentPartPr/>
                <p14:nvPr/>
              </p14:nvContentPartPr>
              <p14:xfrm>
                <a:off x="9930448" y="1584505"/>
                <a:ext cx="215280" cy="25560"/>
              </p14:xfrm>
            </p:contentPart>
          </mc:Choice>
          <mc:Fallback xmlns="">
            <p:pic>
              <p:nvPicPr>
                <p:cNvPr id="159" name="Encre 158">
                  <a:extLst>
                    <a:ext uri="{FF2B5EF4-FFF2-40B4-BE49-F238E27FC236}">
                      <a16:creationId xmlns:a16="http://schemas.microsoft.com/office/drawing/2014/main" id="{D51D4B10-5960-45A0-8426-38911950E451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921448" y="1575505"/>
                  <a:ext cx="232920" cy="4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oupe 164">
            <a:extLst>
              <a:ext uri="{FF2B5EF4-FFF2-40B4-BE49-F238E27FC236}">
                <a16:creationId xmlns:a16="http://schemas.microsoft.com/office/drawing/2014/main" id="{73ABDE4E-D52F-49BC-972E-674D0CDB2ED3}"/>
              </a:ext>
            </a:extLst>
          </p:cNvPr>
          <p:cNvGrpSpPr/>
          <p:nvPr/>
        </p:nvGrpSpPr>
        <p:grpSpPr>
          <a:xfrm>
            <a:off x="9130528" y="1902745"/>
            <a:ext cx="494640" cy="282600"/>
            <a:chOff x="9130528" y="1902745"/>
            <a:chExt cx="494640" cy="28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62" name="Encre 161">
                  <a:extLst>
                    <a:ext uri="{FF2B5EF4-FFF2-40B4-BE49-F238E27FC236}">
                      <a16:creationId xmlns:a16="http://schemas.microsoft.com/office/drawing/2014/main" id="{17D16239-CF40-45D7-8222-5B3CD0B1CB20}"/>
                    </a:ext>
                  </a:extLst>
                </p14:cNvPr>
                <p14:cNvContentPartPr/>
                <p14:nvPr/>
              </p14:nvContentPartPr>
              <p14:xfrm>
                <a:off x="9130528" y="1931905"/>
                <a:ext cx="84600" cy="253440"/>
              </p14:xfrm>
            </p:contentPart>
          </mc:Choice>
          <mc:Fallback xmlns="">
            <p:pic>
              <p:nvPicPr>
                <p:cNvPr id="162" name="Encre 161">
                  <a:extLst>
                    <a:ext uri="{FF2B5EF4-FFF2-40B4-BE49-F238E27FC236}">
                      <a16:creationId xmlns:a16="http://schemas.microsoft.com/office/drawing/2014/main" id="{17D16239-CF40-45D7-8222-5B3CD0B1CB2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121528" y="1922905"/>
                  <a:ext cx="10224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63" name="Encre 162">
                  <a:extLst>
                    <a:ext uri="{FF2B5EF4-FFF2-40B4-BE49-F238E27FC236}">
                      <a16:creationId xmlns:a16="http://schemas.microsoft.com/office/drawing/2014/main" id="{0D62EFB1-A2F8-40D1-AEE0-6429D15C02D6}"/>
                    </a:ext>
                  </a:extLst>
                </p14:cNvPr>
                <p14:cNvContentPartPr/>
                <p14:nvPr/>
              </p14:nvContentPartPr>
              <p14:xfrm>
                <a:off x="9297208" y="1946305"/>
                <a:ext cx="167760" cy="163800"/>
              </p14:xfrm>
            </p:contentPart>
          </mc:Choice>
          <mc:Fallback xmlns="">
            <p:pic>
              <p:nvPicPr>
                <p:cNvPr id="163" name="Encre 162">
                  <a:extLst>
                    <a:ext uri="{FF2B5EF4-FFF2-40B4-BE49-F238E27FC236}">
                      <a16:creationId xmlns:a16="http://schemas.microsoft.com/office/drawing/2014/main" id="{0D62EFB1-A2F8-40D1-AEE0-6429D15C02D6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288208" y="1937305"/>
                  <a:ext cx="18540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64" name="Encre 163">
                  <a:extLst>
                    <a:ext uri="{FF2B5EF4-FFF2-40B4-BE49-F238E27FC236}">
                      <a16:creationId xmlns:a16="http://schemas.microsoft.com/office/drawing/2014/main" id="{5C879FF7-01CC-4343-A42B-FE44AC30FDE1}"/>
                    </a:ext>
                  </a:extLst>
                </p14:cNvPr>
                <p14:cNvContentPartPr/>
                <p14:nvPr/>
              </p14:nvContentPartPr>
              <p14:xfrm>
                <a:off x="9549568" y="1902745"/>
                <a:ext cx="75600" cy="277560"/>
              </p14:xfrm>
            </p:contentPart>
          </mc:Choice>
          <mc:Fallback xmlns="">
            <p:pic>
              <p:nvPicPr>
                <p:cNvPr id="164" name="Encre 163">
                  <a:extLst>
                    <a:ext uri="{FF2B5EF4-FFF2-40B4-BE49-F238E27FC236}">
                      <a16:creationId xmlns:a16="http://schemas.microsoft.com/office/drawing/2014/main" id="{5C879FF7-01CC-4343-A42B-FE44AC30FDE1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540928" y="1893745"/>
                  <a:ext cx="93240" cy="295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66868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B5E145-C5A1-46DC-9AA9-CE660393D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Biomass extension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07A147-FCA9-44F2-8BC9-7B8BB9E97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Processes equations</a:t>
            </a:r>
          </a:p>
          <a:p>
            <a:pPr lvl="1"/>
            <a:r>
              <a:rPr lang="en-US" dirty="0"/>
              <a:t>Growth</a:t>
            </a:r>
          </a:p>
          <a:p>
            <a:pPr lvl="1"/>
            <a:r>
              <a:rPr lang="en-US" dirty="0"/>
              <a:t>Regeneration</a:t>
            </a:r>
          </a:p>
          <a:p>
            <a:pPr lvl="1"/>
            <a:r>
              <a:rPr lang="en-US" dirty="0"/>
              <a:t>Mortality</a:t>
            </a:r>
          </a:p>
          <a:p>
            <a:r>
              <a:rPr lang="en-US" dirty="0"/>
              <a:t>Input</a:t>
            </a:r>
          </a:p>
          <a:p>
            <a:pPr lvl="1"/>
            <a:r>
              <a:rPr lang="en-US" dirty="0"/>
              <a:t>Parameters</a:t>
            </a:r>
          </a:p>
          <a:p>
            <a:pPr lvl="1"/>
            <a:r>
              <a:rPr lang="en-US" dirty="0"/>
              <a:t>Type</a:t>
            </a:r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194A2045-E70E-4427-B13A-27F1FBF5FBB2}"/>
              </a:ext>
            </a:extLst>
          </p:cNvPr>
          <p:cNvGrpSpPr/>
          <p:nvPr/>
        </p:nvGrpSpPr>
        <p:grpSpPr>
          <a:xfrm>
            <a:off x="5365648" y="1806985"/>
            <a:ext cx="889560" cy="344520"/>
            <a:chOff x="5365648" y="1806985"/>
            <a:chExt cx="889560" cy="34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1" name="Encre 10">
                  <a:extLst>
                    <a:ext uri="{FF2B5EF4-FFF2-40B4-BE49-F238E27FC236}">
                      <a16:creationId xmlns:a16="http://schemas.microsoft.com/office/drawing/2014/main" id="{2856A9D2-20E7-486A-9AA7-29185F8DCDB4}"/>
                    </a:ext>
                  </a:extLst>
                </p14:cNvPr>
                <p14:cNvContentPartPr/>
                <p14:nvPr/>
              </p14:nvContentPartPr>
              <p14:xfrm>
                <a:off x="5382568" y="1815265"/>
                <a:ext cx="173160" cy="336240"/>
              </p14:xfrm>
            </p:contentPart>
          </mc:Choice>
          <mc:Fallback xmlns="">
            <p:pic>
              <p:nvPicPr>
                <p:cNvPr id="11" name="Encre 10">
                  <a:extLst>
                    <a:ext uri="{FF2B5EF4-FFF2-40B4-BE49-F238E27FC236}">
                      <a16:creationId xmlns:a16="http://schemas.microsoft.com/office/drawing/2014/main" id="{2856A9D2-20E7-486A-9AA7-29185F8DCDB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373928" y="1806625"/>
                  <a:ext cx="19080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2" name="Encre 11">
                  <a:extLst>
                    <a:ext uri="{FF2B5EF4-FFF2-40B4-BE49-F238E27FC236}">
                      <a16:creationId xmlns:a16="http://schemas.microsoft.com/office/drawing/2014/main" id="{899F071C-22E3-4FC9-916C-6DB49E39DFF4}"/>
                    </a:ext>
                  </a:extLst>
                </p14:cNvPr>
                <p14:cNvContentPartPr/>
                <p14:nvPr/>
              </p14:nvContentPartPr>
              <p14:xfrm>
                <a:off x="5365648" y="2059705"/>
                <a:ext cx="143280" cy="52560"/>
              </p14:xfrm>
            </p:contentPart>
          </mc:Choice>
          <mc:Fallback xmlns="">
            <p:pic>
              <p:nvPicPr>
                <p:cNvPr id="12" name="Encre 11">
                  <a:extLst>
                    <a:ext uri="{FF2B5EF4-FFF2-40B4-BE49-F238E27FC236}">
                      <a16:creationId xmlns:a16="http://schemas.microsoft.com/office/drawing/2014/main" id="{899F071C-22E3-4FC9-916C-6DB49E39DFF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357008" y="2050705"/>
                  <a:ext cx="1609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3" name="Encre 12">
                  <a:extLst>
                    <a:ext uri="{FF2B5EF4-FFF2-40B4-BE49-F238E27FC236}">
                      <a16:creationId xmlns:a16="http://schemas.microsoft.com/office/drawing/2014/main" id="{C715692F-B24C-4F81-ADC3-44CA4C61E408}"/>
                    </a:ext>
                  </a:extLst>
                </p14:cNvPr>
                <p14:cNvContentPartPr/>
                <p14:nvPr/>
              </p14:nvContentPartPr>
              <p14:xfrm>
                <a:off x="5582008" y="1893025"/>
                <a:ext cx="161280" cy="226440"/>
              </p14:xfrm>
            </p:contentPart>
          </mc:Choice>
          <mc:Fallback xmlns="">
            <p:pic>
              <p:nvPicPr>
                <p:cNvPr id="13" name="Encre 12">
                  <a:extLst>
                    <a:ext uri="{FF2B5EF4-FFF2-40B4-BE49-F238E27FC236}">
                      <a16:creationId xmlns:a16="http://schemas.microsoft.com/office/drawing/2014/main" id="{C715692F-B24C-4F81-ADC3-44CA4C61E40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573368" y="1884385"/>
                  <a:ext cx="17892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4" name="Encre 13">
                  <a:extLst>
                    <a:ext uri="{FF2B5EF4-FFF2-40B4-BE49-F238E27FC236}">
                      <a16:creationId xmlns:a16="http://schemas.microsoft.com/office/drawing/2014/main" id="{F6575044-31BB-4FBF-8FB2-30C4E018C36A}"/>
                    </a:ext>
                  </a:extLst>
                </p14:cNvPr>
                <p14:cNvContentPartPr/>
                <p14:nvPr/>
              </p14:nvContentPartPr>
              <p14:xfrm>
                <a:off x="5791528" y="1806985"/>
                <a:ext cx="91800" cy="310680"/>
              </p14:xfrm>
            </p:contentPart>
          </mc:Choice>
          <mc:Fallback xmlns="">
            <p:pic>
              <p:nvPicPr>
                <p:cNvPr id="14" name="Encre 13">
                  <a:extLst>
                    <a:ext uri="{FF2B5EF4-FFF2-40B4-BE49-F238E27FC236}">
                      <a16:creationId xmlns:a16="http://schemas.microsoft.com/office/drawing/2014/main" id="{F6575044-31BB-4FBF-8FB2-30C4E018C36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782888" y="1798345"/>
                  <a:ext cx="10944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5" name="Encre 14">
                  <a:extLst>
                    <a:ext uri="{FF2B5EF4-FFF2-40B4-BE49-F238E27FC236}">
                      <a16:creationId xmlns:a16="http://schemas.microsoft.com/office/drawing/2014/main" id="{5BD1D154-CB1C-4514-B146-175DCBB2D49E}"/>
                    </a:ext>
                  </a:extLst>
                </p14:cNvPr>
                <p14:cNvContentPartPr/>
                <p14:nvPr/>
              </p14:nvContentPartPr>
              <p14:xfrm>
                <a:off x="5899168" y="1822465"/>
                <a:ext cx="108360" cy="277200"/>
              </p14:xfrm>
            </p:contentPart>
          </mc:Choice>
          <mc:Fallback xmlns="">
            <p:pic>
              <p:nvPicPr>
                <p:cNvPr id="15" name="Encre 14">
                  <a:extLst>
                    <a:ext uri="{FF2B5EF4-FFF2-40B4-BE49-F238E27FC236}">
                      <a16:creationId xmlns:a16="http://schemas.microsoft.com/office/drawing/2014/main" id="{5BD1D154-CB1C-4514-B146-175DCBB2D49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890528" y="1813465"/>
                  <a:ext cx="12600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6" name="Encre 15">
                  <a:extLst>
                    <a:ext uri="{FF2B5EF4-FFF2-40B4-BE49-F238E27FC236}">
                      <a16:creationId xmlns:a16="http://schemas.microsoft.com/office/drawing/2014/main" id="{53B6F403-5B89-4542-8BB5-02483B3A11A0}"/>
                    </a:ext>
                  </a:extLst>
                </p14:cNvPr>
                <p14:cNvContentPartPr/>
                <p14:nvPr/>
              </p14:nvContentPartPr>
              <p14:xfrm>
                <a:off x="6140008" y="2004985"/>
                <a:ext cx="89640" cy="23040"/>
              </p14:xfrm>
            </p:contentPart>
          </mc:Choice>
          <mc:Fallback xmlns="">
            <p:pic>
              <p:nvPicPr>
                <p:cNvPr id="16" name="Encre 15">
                  <a:extLst>
                    <a:ext uri="{FF2B5EF4-FFF2-40B4-BE49-F238E27FC236}">
                      <a16:creationId xmlns:a16="http://schemas.microsoft.com/office/drawing/2014/main" id="{53B6F403-5B89-4542-8BB5-02483B3A11A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131008" y="1996345"/>
                  <a:ext cx="1072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7" name="Encre 16">
                  <a:extLst>
                    <a:ext uri="{FF2B5EF4-FFF2-40B4-BE49-F238E27FC236}">
                      <a16:creationId xmlns:a16="http://schemas.microsoft.com/office/drawing/2014/main" id="{676B1249-A317-475E-A1D0-5375517B3D98}"/>
                    </a:ext>
                  </a:extLst>
                </p14:cNvPr>
                <p14:cNvContentPartPr/>
                <p14:nvPr/>
              </p14:nvContentPartPr>
              <p14:xfrm>
                <a:off x="6174928" y="2079145"/>
                <a:ext cx="80280" cy="14040"/>
              </p14:xfrm>
            </p:contentPart>
          </mc:Choice>
          <mc:Fallback xmlns="">
            <p:pic>
              <p:nvPicPr>
                <p:cNvPr id="17" name="Encre 16">
                  <a:extLst>
                    <a:ext uri="{FF2B5EF4-FFF2-40B4-BE49-F238E27FC236}">
                      <a16:creationId xmlns:a16="http://schemas.microsoft.com/office/drawing/2014/main" id="{676B1249-A317-475E-A1D0-5375517B3D9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165928" y="2070145"/>
                  <a:ext cx="97920" cy="3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e 45">
            <a:extLst>
              <a:ext uri="{FF2B5EF4-FFF2-40B4-BE49-F238E27FC236}">
                <a16:creationId xmlns:a16="http://schemas.microsoft.com/office/drawing/2014/main" id="{5B7B7FC6-6AF9-4F76-98E4-BAFF2DC3A995}"/>
              </a:ext>
            </a:extLst>
          </p:cNvPr>
          <p:cNvGrpSpPr/>
          <p:nvPr/>
        </p:nvGrpSpPr>
        <p:grpSpPr>
          <a:xfrm>
            <a:off x="8207488" y="1960705"/>
            <a:ext cx="173880" cy="164880"/>
            <a:chOff x="8207488" y="1960705"/>
            <a:chExt cx="173880" cy="16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8" name="Encre 27">
                  <a:extLst>
                    <a:ext uri="{FF2B5EF4-FFF2-40B4-BE49-F238E27FC236}">
                      <a16:creationId xmlns:a16="http://schemas.microsoft.com/office/drawing/2014/main" id="{C763D9DE-4C45-429A-95B4-EE974E006F98}"/>
                    </a:ext>
                  </a:extLst>
                </p14:cNvPr>
                <p14:cNvContentPartPr/>
                <p14:nvPr/>
              </p14:nvContentPartPr>
              <p14:xfrm>
                <a:off x="8207488" y="1985185"/>
                <a:ext cx="135360" cy="123840"/>
              </p14:xfrm>
            </p:contentPart>
          </mc:Choice>
          <mc:Fallback xmlns="">
            <p:pic>
              <p:nvPicPr>
                <p:cNvPr id="28" name="Encre 27">
                  <a:extLst>
                    <a:ext uri="{FF2B5EF4-FFF2-40B4-BE49-F238E27FC236}">
                      <a16:creationId xmlns:a16="http://schemas.microsoft.com/office/drawing/2014/main" id="{C763D9DE-4C45-429A-95B4-EE974E006F9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198488" y="1976545"/>
                  <a:ext cx="1530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9" name="Encre 28">
                  <a:extLst>
                    <a:ext uri="{FF2B5EF4-FFF2-40B4-BE49-F238E27FC236}">
                      <a16:creationId xmlns:a16="http://schemas.microsoft.com/office/drawing/2014/main" id="{1CD8949A-CF94-439B-B38D-06F50F979141}"/>
                    </a:ext>
                  </a:extLst>
                </p14:cNvPr>
                <p14:cNvContentPartPr/>
                <p14:nvPr/>
              </p14:nvContentPartPr>
              <p14:xfrm>
                <a:off x="8261488" y="1960705"/>
                <a:ext cx="119880" cy="164880"/>
              </p14:xfrm>
            </p:contentPart>
          </mc:Choice>
          <mc:Fallback xmlns="">
            <p:pic>
              <p:nvPicPr>
                <p:cNvPr id="29" name="Encre 28">
                  <a:extLst>
                    <a:ext uri="{FF2B5EF4-FFF2-40B4-BE49-F238E27FC236}">
                      <a16:creationId xmlns:a16="http://schemas.microsoft.com/office/drawing/2014/main" id="{1CD8949A-CF94-439B-B38D-06F50F97914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252488" y="1951705"/>
                  <a:ext cx="137520" cy="18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e 44">
            <a:extLst>
              <a:ext uri="{FF2B5EF4-FFF2-40B4-BE49-F238E27FC236}">
                <a16:creationId xmlns:a16="http://schemas.microsoft.com/office/drawing/2014/main" id="{AFC50665-E422-4533-9953-B63259505890}"/>
              </a:ext>
            </a:extLst>
          </p:cNvPr>
          <p:cNvGrpSpPr/>
          <p:nvPr/>
        </p:nvGrpSpPr>
        <p:grpSpPr>
          <a:xfrm>
            <a:off x="8578288" y="1719505"/>
            <a:ext cx="1538280" cy="426960"/>
            <a:chOff x="8578288" y="1719505"/>
            <a:chExt cx="1538280" cy="42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0" name="Encre 29">
                  <a:extLst>
                    <a:ext uri="{FF2B5EF4-FFF2-40B4-BE49-F238E27FC236}">
                      <a16:creationId xmlns:a16="http://schemas.microsoft.com/office/drawing/2014/main" id="{4FA080D5-C5F7-4EB3-8AC8-29C6352C8164}"/>
                    </a:ext>
                  </a:extLst>
                </p14:cNvPr>
                <p14:cNvContentPartPr/>
                <p14:nvPr/>
              </p14:nvContentPartPr>
              <p14:xfrm>
                <a:off x="8578288" y="1808065"/>
                <a:ext cx="384480" cy="338400"/>
              </p14:xfrm>
            </p:contentPart>
          </mc:Choice>
          <mc:Fallback xmlns="">
            <p:pic>
              <p:nvPicPr>
                <p:cNvPr id="30" name="Encre 29">
                  <a:extLst>
                    <a:ext uri="{FF2B5EF4-FFF2-40B4-BE49-F238E27FC236}">
                      <a16:creationId xmlns:a16="http://schemas.microsoft.com/office/drawing/2014/main" id="{4FA080D5-C5F7-4EB3-8AC8-29C6352C816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569288" y="1799425"/>
                  <a:ext cx="40212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1" name="Encre 30">
                  <a:extLst>
                    <a:ext uri="{FF2B5EF4-FFF2-40B4-BE49-F238E27FC236}">
                      <a16:creationId xmlns:a16="http://schemas.microsoft.com/office/drawing/2014/main" id="{B0BC710E-A333-4EC9-A76A-481B1983FC82}"/>
                    </a:ext>
                  </a:extLst>
                </p14:cNvPr>
                <p14:cNvContentPartPr/>
                <p14:nvPr/>
              </p14:nvContentPartPr>
              <p14:xfrm>
                <a:off x="8987968" y="1916785"/>
                <a:ext cx="110520" cy="154440"/>
              </p14:xfrm>
            </p:contentPart>
          </mc:Choice>
          <mc:Fallback xmlns="">
            <p:pic>
              <p:nvPicPr>
                <p:cNvPr id="31" name="Encre 30">
                  <a:extLst>
                    <a:ext uri="{FF2B5EF4-FFF2-40B4-BE49-F238E27FC236}">
                      <a16:creationId xmlns:a16="http://schemas.microsoft.com/office/drawing/2014/main" id="{B0BC710E-A333-4EC9-A76A-481B1983FC8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978968" y="1908145"/>
                  <a:ext cx="1281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2" name="Encre 31">
                  <a:extLst>
                    <a:ext uri="{FF2B5EF4-FFF2-40B4-BE49-F238E27FC236}">
                      <a16:creationId xmlns:a16="http://schemas.microsoft.com/office/drawing/2014/main" id="{49374562-B301-4C59-8D5A-BE831B2891E8}"/>
                    </a:ext>
                  </a:extLst>
                </p14:cNvPr>
                <p14:cNvContentPartPr/>
                <p14:nvPr/>
              </p14:nvContentPartPr>
              <p14:xfrm>
                <a:off x="9207928" y="1763425"/>
                <a:ext cx="177480" cy="274680"/>
              </p14:xfrm>
            </p:contentPart>
          </mc:Choice>
          <mc:Fallback xmlns="">
            <p:pic>
              <p:nvPicPr>
                <p:cNvPr id="32" name="Encre 31">
                  <a:extLst>
                    <a:ext uri="{FF2B5EF4-FFF2-40B4-BE49-F238E27FC236}">
                      <a16:creationId xmlns:a16="http://schemas.microsoft.com/office/drawing/2014/main" id="{49374562-B301-4C59-8D5A-BE831B2891E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198928" y="1754425"/>
                  <a:ext cx="19512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3" name="Encre 32">
                  <a:extLst>
                    <a:ext uri="{FF2B5EF4-FFF2-40B4-BE49-F238E27FC236}">
                      <a16:creationId xmlns:a16="http://schemas.microsoft.com/office/drawing/2014/main" id="{9BCC8153-0E32-4C9A-A5A2-247C4DB2FCBD}"/>
                    </a:ext>
                  </a:extLst>
                </p14:cNvPr>
                <p14:cNvContentPartPr/>
                <p14:nvPr/>
              </p14:nvContentPartPr>
              <p14:xfrm>
                <a:off x="9366328" y="1833985"/>
                <a:ext cx="46440" cy="22680"/>
              </p14:xfrm>
            </p:contentPart>
          </mc:Choice>
          <mc:Fallback xmlns="">
            <p:pic>
              <p:nvPicPr>
                <p:cNvPr id="33" name="Encre 32">
                  <a:extLst>
                    <a:ext uri="{FF2B5EF4-FFF2-40B4-BE49-F238E27FC236}">
                      <a16:creationId xmlns:a16="http://schemas.microsoft.com/office/drawing/2014/main" id="{9BCC8153-0E32-4C9A-A5A2-247C4DB2FCB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357328" y="1825345"/>
                  <a:ext cx="640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4" name="Encre 33">
                  <a:extLst>
                    <a:ext uri="{FF2B5EF4-FFF2-40B4-BE49-F238E27FC236}">
                      <a16:creationId xmlns:a16="http://schemas.microsoft.com/office/drawing/2014/main" id="{86BE6592-4A4A-4020-B5DB-E6BD81E4E972}"/>
                    </a:ext>
                  </a:extLst>
                </p14:cNvPr>
                <p14:cNvContentPartPr/>
                <p14:nvPr/>
              </p14:nvContentPartPr>
              <p14:xfrm>
                <a:off x="9470728" y="1893385"/>
                <a:ext cx="448920" cy="155520"/>
              </p14:xfrm>
            </p:contentPart>
          </mc:Choice>
          <mc:Fallback xmlns="">
            <p:pic>
              <p:nvPicPr>
                <p:cNvPr id="34" name="Encre 33">
                  <a:extLst>
                    <a:ext uri="{FF2B5EF4-FFF2-40B4-BE49-F238E27FC236}">
                      <a16:creationId xmlns:a16="http://schemas.microsoft.com/office/drawing/2014/main" id="{86BE6592-4A4A-4020-B5DB-E6BD81E4E97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462088" y="1884745"/>
                  <a:ext cx="4665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5" name="Encre 34">
                  <a:extLst>
                    <a:ext uri="{FF2B5EF4-FFF2-40B4-BE49-F238E27FC236}">
                      <a16:creationId xmlns:a16="http://schemas.microsoft.com/office/drawing/2014/main" id="{9ABED042-E6A1-4782-96B9-DBCC18FB6D03}"/>
                    </a:ext>
                  </a:extLst>
                </p14:cNvPr>
                <p14:cNvContentPartPr/>
                <p14:nvPr/>
              </p14:nvContentPartPr>
              <p14:xfrm>
                <a:off x="9923248" y="1780705"/>
                <a:ext cx="36360" cy="7560"/>
              </p14:xfrm>
            </p:contentPart>
          </mc:Choice>
          <mc:Fallback xmlns="">
            <p:pic>
              <p:nvPicPr>
                <p:cNvPr id="35" name="Encre 34">
                  <a:extLst>
                    <a:ext uri="{FF2B5EF4-FFF2-40B4-BE49-F238E27FC236}">
                      <a16:creationId xmlns:a16="http://schemas.microsoft.com/office/drawing/2014/main" id="{9ABED042-E6A1-4782-96B9-DBCC18FB6D0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914248" y="1771705"/>
                  <a:ext cx="540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6" name="Encre 35">
                  <a:extLst>
                    <a:ext uri="{FF2B5EF4-FFF2-40B4-BE49-F238E27FC236}">
                      <a16:creationId xmlns:a16="http://schemas.microsoft.com/office/drawing/2014/main" id="{BE183E3D-C997-44A1-BDBA-0A66B0CD9632}"/>
                    </a:ext>
                  </a:extLst>
                </p14:cNvPr>
                <p14:cNvContentPartPr/>
                <p14:nvPr/>
              </p14:nvContentPartPr>
              <p14:xfrm>
                <a:off x="10016128" y="1719505"/>
                <a:ext cx="100440" cy="294840"/>
              </p14:xfrm>
            </p:contentPart>
          </mc:Choice>
          <mc:Fallback xmlns="">
            <p:pic>
              <p:nvPicPr>
                <p:cNvPr id="36" name="Encre 35">
                  <a:extLst>
                    <a:ext uri="{FF2B5EF4-FFF2-40B4-BE49-F238E27FC236}">
                      <a16:creationId xmlns:a16="http://schemas.microsoft.com/office/drawing/2014/main" id="{BE183E3D-C997-44A1-BDBA-0A66B0CD963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007128" y="1710505"/>
                  <a:ext cx="118080" cy="31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e 43">
            <a:extLst>
              <a:ext uri="{FF2B5EF4-FFF2-40B4-BE49-F238E27FC236}">
                <a16:creationId xmlns:a16="http://schemas.microsoft.com/office/drawing/2014/main" id="{2CC7D81A-ED1E-4CE8-8DF2-8BB4B83B24A3}"/>
              </a:ext>
            </a:extLst>
          </p:cNvPr>
          <p:cNvGrpSpPr/>
          <p:nvPr/>
        </p:nvGrpSpPr>
        <p:grpSpPr>
          <a:xfrm>
            <a:off x="10331848" y="1872505"/>
            <a:ext cx="132480" cy="164520"/>
            <a:chOff x="10331848" y="1872505"/>
            <a:chExt cx="132480" cy="16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7" name="Encre 36">
                  <a:extLst>
                    <a:ext uri="{FF2B5EF4-FFF2-40B4-BE49-F238E27FC236}">
                      <a16:creationId xmlns:a16="http://schemas.microsoft.com/office/drawing/2014/main" id="{859E7AC0-39E7-476C-91BC-0870FBD14A3C}"/>
                    </a:ext>
                  </a:extLst>
                </p14:cNvPr>
                <p14:cNvContentPartPr/>
                <p14:nvPr/>
              </p14:nvContentPartPr>
              <p14:xfrm>
                <a:off x="10335448" y="1872505"/>
                <a:ext cx="105840" cy="164520"/>
              </p14:xfrm>
            </p:contentPart>
          </mc:Choice>
          <mc:Fallback xmlns="">
            <p:pic>
              <p:nvPicPr>
                <p:cNvPr id="37" name="Encre 36">
                  <a:extLst>
                    <a:ext uri="{FF2B5EF4-FFF2-40B4-BE49-F238E27FC236}">
                      <a16:creationId xmlns:a16="http://schemas.microsoft.com/office/drawing/2014/main" id="{859E7AC0-39E7-476C-91BC-0870FBD14A3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326448" y="1863865"/>
                  <a:ext cx="12348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8" name="Encre 37">
                  <a:extLst>
                    <a:ext uri="{FF2B5EF4-FFF2-40B4-BE49-F238E27FC236}">
                      <a16:creationId xmlns:a16="http://schemas.microsoft.com/office/drawing/2014/main" id="{3C5DF616-7EDA-4AA5-B09C-A0DBC7EBAB56}"/>
                    </a:ext>
                  </a:extLst>
                </p14:cNvPr>
                <p14:cNvContentPartPr/>
                <p14:nvPr/>
              </p14:nvContentPartPr>
              <p14:xfrm>
                <a:off x="10331848" y="1899145"/>
                <a:ext cx="132480" cy="104400"/>
              </p14:xfrm>
            </p:contentPart>
          </mc:Choice>
          <mc:Fallback xmlns="">
            <p:pic>
              <p:nvPicPr>
                <p:cNvPr id="38" name="Encre 37">
                  <a:extLst>
                    <a:ext uri="{FF2B5EF4-FFF2-40B4-BE49-F238E27FC236}">
                      <a16:creationId xmlns:a16="http://schemas.microsoft.com/office/drawing/2014/main" id="{3C5DF616-7EDA-4AA5-B09C-A0DBC7EBAB5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322848" y="1890505"/>
                  <a:ext cx="150120" cy="12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e 42">
            <a:extLst>
              <a:ext uri="{FF2B5EF4-FFF2-40B4-BE49-F238E27FC236}">
                <a16:creationId xmlns:a16="http://schemas.microsoft.com/office/drawing/2014/main" id="{A1E9760B-D675-4C55-A3B0-56FAAF4E411C}"/>
              </a:ext>
            </a:extLst>
          </p:cNvPr>
          <p:cNvGrpSpPr/>
          <p:nvPr/>
        </p:nvGrpSpPr>
        <p:grpSpPr>
          <a:xfrm>
            <a:off x="10742968" y="1660465"/>
            <a:ext cx="766800" cy="538200"/>
            <a:chOff x="10742968" y="1660465"/>
            <a:chExt cx="766800" cy="53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9" name="Encre 38">
                  <a:extLst>
                    <a:ext uri="{FF2B5EF4-FFF2-40B4-BE49-F238E27FC236}">
                      <a16:creationId xmlns:a16="http://schemas.microsoft.com/office/drawing/2014/main" id="{F3EDACBE-8DFF-45EB-82CF-F7BE5A74BEC7}"/>
                    </a:ext>
                  </a:extLst>
                </p14:cNvPr>
                <p14:cNvContentPartPr/>
                <p14:nvPr/>
              </p14:nvContentPartPr>
              <p14:xfrm>
                <a:off x="10742968" y="1660465"/>
                <a:ext cx="208800" cy="407160"/>
              </p14:xfrm>
            </p:contentPart>
          </mc:Choice>
          <mc:Fallback xmlns="">
            <p:pic>
              <p:nvPicPr>
                <p:cNvPr id="39" name="Encre 38">
                  <a:extLst>
                    <a:ext uri="{FF2B5EF4-FFF2-40B4-BE49-F238E27FC236}">
                      <a16:creationId xmlns:a16="http://schemas.microsoft.com/office/drawing/2014/main" id="{F3EDACBE-8DFF-45EB-82CF-F7BE5A74BEC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734328" y="1651825"/>
                  <a:ext cx="226440" cy="42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0" name="Encre 39">
                  <a:extLst>
                    <a:ext uri="{FF2B5EF4-FFF2-40B4-BE49-F238E27FC236}">
                      <a16:creationId xmlns:a16="http://schemas.microsoft.com/office/drawing/2014/main" id="{74C59684-39DC-49CD-B6F6-BADF510A3820}"/>
                    </a:ext>
                  </a:extLst>
                </p14:cNvPr>
                <p14:cNvContentPartPr/>
                <p14:nvPr/>
              </p14:nvContentPartPr>
              <p14:xfrm>
                <a:off x="10874368" y="1893385"/>
                <a:ext cx="158760" cy="162000"/>
              </p14:xfrm>
            </p:contentPart>
          </mc:Choice>
          <mc:Fallback xmlns="">
            <p:pic>
              <p:nvPicPr>
                <p:cNvPr id="40" name="Encre 39">
                  <a:extLst>
                    <a:ext uri="{FF2B5EF4-FFF2-40B4-BE49-F238E27FC236}">
                      <a16:creationId xmlns:a16="http://schemas.microsoft.com/office/drawing/2014/main" id="{74C59684-39DC-49CD-B6F6-BADF510A382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865728" y="1884385"/>
                  <a:ext cx="17640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1" name="Encre 40">
                  <a:extLst>
                    <a:ext uri="{FF2B5EF4-FFF2-40B4-BE49-F238E27FC236}">
                      <a16:creationId xmlns:a16="http://schemas.microsoft.com/office/drawing/2014/main" id="{F7CBAB1C-69BD-4984-8FB6-6BD3DFC6B118}"/>
                    </a:ext>
                  </a:extLst>
                </p14:cNvPr>
                <p14:cNvContentPartPr/>
                <p14:nvPr/>
              </p14:nvContentPartPr>
              <p14:xfrm>
                <a:off x="11024848" y="1885825"/>
                <a:ext cx="335880" cy="168120"/>
              </p14:xfrm>
            </p:contentPart>
          </mc:Choice>
          <mc:Fallback xmlns="">
            <p:pic>
              <p:nvPicPr>
                <p:cNvPr id="41" name="Encre 40">
                  <a:extLst>
                    <a:ext uri="{FF2B5EF4-FFF2-40B4-BE49-F238E27FC236}">
                      <a16:creationId xmlns:a16="http://schemas.microsoft.com/office/drawing/2014/main" id="{F7CBAB1C-69BD-4984-8FB6-6BD3DFC6B11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1016208" y="1877185"/>
                  <a:ext cx="3535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2" name="Encre 41">
                  <a:extLst>
                    <a:ext uri="{FF2B5EF4-FFF2-40B4-BE49-F238E27FC236}">
                      <a16:creationId xmlns:a16="http://schemas.microsoft.com/office/drawing/2014/main" id="{B5BE3EDA-B871-4E54-9E69-3B44EC1477AA}"/>
                    </a:ext>
                  </a:extLst>
                </p14:cNvPr>
                <p14:cNvContentPartPr/>
                <p14:nvPr/>
              </p14:nvContentPartPr>
              <p14:xfrm>
                <a:off x="11385568" y="1894465"/>
                <a:ext cx="124200" cy="304200"/>
              </p14:xfrm>
            </p:contentPart>
          </mc:Choice>
          <mc:Fallback xmlns="">
            <p:pic>
              <p:nvPicPr>
                <p:cNvPr id="42" name="Encre 41">
                  <a:extLst>
                    <a:ext uri="{FF2B5EF4-FFF2-40B4-BE49-F238E27FC236}">
                      <a16:creationId xmlns:a16="http://schemas.microsoft.com/office/drawing/2014/main" id="{B5BE3EDA-B871-4E54-9E69-3B44EC1477A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1376928" y="1885825"/>
                  <a:ext cx="141840" cy="32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8C5FDD28-C2A7-4C96-A491-0BCFE6C9956C}"/>
              </a:ext>
            </a:extLst>
          </p:cNvPr>
          <p:cNvGrpSpPr/>
          <p:nvPr/>
        </p:nvGrpSpPr>
        <p:grpSpPr>
          <a:xfrm>
            <a:off x="6495328" y="1823185"/>
            <a:ext cx="1235880" cy="452520"/>
            <a:chOff x="6495328" y="1823185"/>
            <a:chExt cx="1235880" cy="45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7" name="Encre 46">
                  <a:extLst>
                    <a:ext uri="{FF2B5EF4-FFF2-40B4-BE49-F238E27FC236}">
                      <a16:creationId xmlns:a16="http://schemas.microsoft.com/office/drawing/2014/main" id="{3B3A0119-E502-4199-9194-860F8BFAC815}"/>
                    </a:ext>
                  </a:extLst>
                </p14:cNvPr>
                <p14:cNvContentPartPr/>
                <p14:nvPr/>
              </p14:nvContentPartPr>
              <p14:xfrm>
                <a:off x="6495328" y="1826785"/>
                <a:ext cx="170640" cy="358920"/>
              </p14:xfrm>
            </p:contentPart>
          </mc:Choice>
          <mc:Fallback xmlns="">
            <p:pic>
              <p:nvPicPr>
                <p:cNvPr id="47" name="Encre 46">
                  <a:extLst>
                    <a:ext uri="{FF2B5EF4-FFF2-40B4-BE49-F238E27FC236}">
                      <a16:creationId xmlns:a16="http://schemas.microsoft.com/office/drawing/2014/main" id="{3B3A0119-E502-4199-9194-860F8BFAC81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486328" y="1818145"/>
                  <a:ext cx="18828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8" name="Encre 47">
                  <a:extLst>
                    <a:ext uri="{FF2B5EF4-FFF2-40B4-BE49-F238E27FC236}">
                      <a16:creationId xmlns:a16="http://schemas.microsoft.com/office/drawing/2014/main" id="{E9254DC0-4BE3-49A1-913E-2F27A02AA056}"/>
                    </a:ext>
                  </a:extLst>
                </p14:cNvPr>
                <p14:cNvContentPartPr/>
                <p14:nvPr/>
              </p14:nvContentPartPr>
              <p14:xfrm>
                <a:off x="6500008" y="2044945"/>
                <a:ext cx="160560" cy="55800"/>
              </p14:xfrm>
            </p:contentPart>
          </mc:Choice>
          <mc:Fallback xmlns="">
            <p:pic>
              <p:nvPicPr>
                <p:cNvPr id="48" name="Encre 47">
                  <a:extLst>
                    <a:ext uri="{FF2B5EF4-FFF2-40B4-BE49-F238E27FC236}">
                      <a16:creationId xmlns:a16="http://schemas.microsoft.com/office/drawing/2014/main" id="{E9254DC0-4BE3-49A1-913E-2F27A02AA05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491368" y="2036305"/>
                  <a:ext cx="1782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9" name="Encre 48">
                  <a:extLst>
                    <a:ext uri="{FF2B5EF4-FFF2-40B4-BE49-F238E27FC236}">
                      <a16:creationId xmlns:a16="http://schemas.microsoft.com/office/drawing/2014/main" id="{06B67263-F29D-4BCD-B9E9-FF34BF77848A}"/>
                    </a:ext>
                  </a:extLst>
                </p14:cNvPr>
                <p14:cNvContentPartPr/>
                <p14:nvPr/>
              </p14:nvContentPartPr>
              <p14:xfrm>
                <a:off x="6707008" y="1904905"/>
                <a:ext cx="173880" cy="261000"/>
              </p14:xfrm>
            </p:contentPart>
          </mc:Choice>
          <mc:Fallback xmlns="">
            <p:pic>
              <p:nvPicPr>
                <p:cNvPr id="49" name="Encre 48">
                  <a:extLst>
                    <a:ext uri="{FF2B5EF4-FFF2-40B4-BE49-F238E27FC236}">
                      <a16:creationId xmlns:a16="http://schemas.microsoft.com/office/drawing/2014/main" id="{06B67263-F29D-4BCD-B9E9-FF34BF77848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698008" y="1896265"/>
                  <a:ext cx="19152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0" name="Encre 49">
                  <a:extLst>
                    <a:ext uri="{FF2B5EF4-FFF2-40B4-BE49-F238E27FC236}">
                      <a16:creationId xmlns:a16="http://schemas.microsoft.com/office/drawing/2014/main" id="{A063CDE3-8E57-4731-8138-818CD940546C}"/>
                    </a:ext>
                  </a:extLst>
                </p14:cNvPr>
                <p14:cNvContentPartPr/>
                <p14:nvPr/>
              </p14:nvContentPartPr>
              <p14:xfrm>
                <a:off x="6927328" y="1841905"/>
                <a:ext cx="84240" cy="285480"/>
              </p14:xfrm>
            </p:contentPart>
          </mc:Choice>
          <mc:Fallback xmlns="">
            <p:pic>
              <p:nvPicPr>
                <p:cNvPr id="50" name="Encre 49">
                  <a:extLst>
                    <a:ext uri="{FF2B5EF4-FFF2-40B4-BE49-F238E27FC236}">
                      <a16:creationId xmlns:a16="http://schemas.microsoft.com/office/drawing/2014/main" id="{A063CDE3-8E57-4731-8138-818CD940546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918328" y="1832905"/>
                  <a:ext cx="10188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1" name="Encre 50">
                  <a:extLst>
                    <a:ext uri="{FF2B5EF4-FFF2-40B4-BE49-F238E27FC236}">
                      <a16:creationId xmlns:a16="http://schemas.microsoft.com/office/drawing/2014/main" id="{1A09CB23-F50B-4831-A017-F5C28D3EEC0F}"/>
                    </a:ext>
                  </a:extLst>
                </p14:cNvPr>
                <p14:cNvContentPartPr/>
                <p14:nvPr/>
              </p14:nvContentPartPr>
              <p14:xfrm>
                <a:off x="7038928" y="1823185"/>
                <a:ext cx="122400" cy="289800"/>
              </p14:xfrm>
            </p:contentPart>
          </mc:Choice>
          <mc:Fallback xmlns="">
            <p:pic>
              <p:nvPicPr>
                <p:cNvPr id="51" name="Encre 50">
                  <a:extLst>
                    <a:ext uri="{FF2B5EF4-FFF2-40B4-BE49-F238E27FC236}">
                      <a16:creationId xmlns:a16="http://schemas.microsoft.com/office/drawing/2014/main" id="{1A09CB23-F50B-4831-A017-F5C28D3EEC0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030288" y="1814185"/>
                  <a:ext cx="14004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2" name="Encre 51">
                  <a:extLst>
                    <a:ext uri="{FF2B5EF4-FFF2-40B4-BE49-F238E27FC236}">
                      <a16:creationId xmlns:a16="http://schemas.microsoft.com/office/drawing/2014/main" id="{CD4EF7D4-3A66-4898-B0DD-1C043647B334}"/>
                    </a:ext>
                  </a:extLst>
                </p14:cNvPr>
                <p14:cNvContentPartPr/>
                <p14:nvPr/>
              </p14:nvContentPartPr>
              <p14:xfrm>
                <a:off x="7194808" y="2055385"/>
                <a:ext cx="299160" cy="192960"/>
              </p14:xfrm>
            </p:contentPart>
          </mc:Choice>
          <mc:Fallback xmlns="">
            <p:pic>
              <p:nvPicPr>
                <p:cNvPr id="52" name="Encre 51">
                  <a:extLst>
                    <a:ext uri="{FF2B5EF4-FFF2-40B4-BE49-F238E27FC236}">
                      <a16:creationId xmlns:a16="http://schemas.microsoft.com/office/drawing/2014/main" id="{CD4EF7D4-3A66-4898-B0DD-1C043647B33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186168" y="2046385"/>
                  <a:ext cx="31680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3" name="Encre 52">
                  <a:extLst>
                    <a:ext uri="{FF2B5EF4-FFF2-40B4-BE49-F238E27FC236}">
                      <a16:creationId xmlns:a16="http://schemas.microsoft.com/office/drawing/2014/main" id="{BCA7A08B-B8AA-4B02-93DF-BB3F70342F27}"/>
                    </a:ext>
                  </a:extLst>
                </p14:cNvPr>
                <p14:cNvContentPartPr/>
                <p14:nvPr/>
              </p14:nvContentPartPr>
              <p14:xfrm>
                <a:off x="7442848" y="2071585"/>
                <a:ext cx="106200" cy="185400"/>
              </p14:xfrm>
            </p:contentPart>
          </mc:Choice>
          <mc:Fallback xmlns="">
            <p:pic>
              <p:nvPicPr>
                <p:cNvPr id="53" name="Encre 52">
                  <a:extLst>
                    <a:ext uri="{FF2B5EF4-FFF2-40B4-BE49-F238E27FC236}">
                      <a16:creationId xmlns:a16="http://schemas.microsoft.com/office/drawing/2014/main" id="{BCA7A08B-B8AA-4B02-93DF-BB3F70342F2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434208" y="2062945"/>
                  <a:ext cx="1238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4" name="Encre 53">
                  <a:extLst>
                    <a:ext uri="{FF2B5EF4-FFF2-40B4-BE49-F238E27FC236}">
                      <a16:creationId xmlns:a16="http://schemas.microsoft.com/office/drawing/2014/main" id="{408823E7-9B09-49C6-8E8E-B63B4DECAA49}"/>
                    </a:ext>
                  </a:extLst>
                </p14:cNvPr>
                <p14:cNvContentPartPr/>
                <p14:nvPr/>
              </p14:nvContentPartPr>
              <p14:xfrm>
                <a:off x="7578928" y="2097865"/>
                <a:ext cx="86760" cy="169200"/>
              </p14:xfrm>
            </p:contentPart>
          </mc:Choice>
          <mc:Fallback xmlns="">
            <p:pic>
              <p:nvPicPr>
                <p:cNvPr id="54" name="Encre 53">
                  <a:extLst>
                    <a:ext uri="{FF2B5EF4-FFF2-40B4-BE49-F238E27FC236}">
                      <a16:creationId xmlns:a16="http://schemas.microsoft.com/office/drawing/2014/main" id="{408823E7-9B09-49C6-8E8E-B63B4DECAA4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570288" y="2089225"/>
                  <a:ext cx="1044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5" name="Encre 54">
                  <a:extLst>
                    <a:ext uri="{FF2B5EF4-FFF2-40B4-BE49-F238E27FC236}">
                      <a16:creationId xmlns:a16="http://schemas.microsoft.com/office/drawing/2014/main" id="{DC92710D-93F7-4701-AFED-E3724AB82CAD}"/>
                    </a:ext>
                  </a:extLst>
                </p14:cNvPr>
                <p14:cNvContentPartPr/>
                <p14:nvPr/>
              </p14:nvContentPartPr>
              <p14:xfrm>
                <a:off x="7564888" y="2116585"/>
                <a:ext cx="166320" cy="159120"/>
              </p14:xfrm>
            </p:contentPart>
          </mc:Choice>
          <mc:Fallback xmlns="">
            <p:pic>
              <p:nvPicPr>
                <p:cNvPr id="55" name="Encre 54">
                  <a:extLst>
                    <a:ext uri="{FF2B5EF4-FFF2-40B4-BE49-F238E27FC236}">
                      <a16:creationId xmlns:a16="http://schemas.microsoft.com/office/drawing/2014/main" id="{DC92710D-93F7-4701-AFED-E3724AB82CA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556248" y="2107945"/>
                  <a:ext cx="1839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6" name="Encre 55">
                  <a:extLst>
                    <a:ext uri="{FF2B5EF4-FFF2-40B4-BE49-F238E27FC236}">
                      <a16:creationId xmlns:a16="http://schemas.microsoft.com/office/drawing/2014/main" id="{23532756-DD47-43A6-A328-96E9835774EB}"/>
                    </a:ext>
                  </a:extLst>
                </p14:cNvPr>
                <p14:cNvContentPartPr/>
                <p14:nvPr/>
              </p14:nvContentPartPr>
              <p14:xfrm>
                <a:off x="7690528" y="2011105"/>
                <a:ext cx="14040" cy="15480"/>
              </p14:xfrm>
            </p:contentPart>
          </mc:Choice>
          <mc:Fallback xmlns="">
            <p:pic>
              <p:nvPicPr>
                <p:cNvPr id="56" name="Encre 55">
                  <a:extLst>
                    <a:ext uri="{FF2B5EF4-FFF2-40B4-BE49-F238E27FC236}">
                      <a16:creationId xmlns:a16="http://schemas.microsoft.com/office/drawing/2014/main" id="{23532756-DD47-43A6-A328-96E9835774E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681888" y="2002105"/>
                  <a:ext cx="31680" cy="3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58" name="Encre 57">
                <a:extLst>
                  <a:ext uri="{FF2B5EF4-FFF2-40B4-BE49-F238E27FC236}">
                    <a16:creationId xmlns:a16="http://schemas.microsoft.com/office/drawing/2014/main" id="{8E4915CA-0A49-4A76-9116-B297A32A4B15}"/>
                  </a:ext>
                </a:extLst>
              </p14:cNvPr>
              <p14:cNvContentPartPr/>
              <p14:nvPr/>
            </p14:nvContentPartPr>
            <p14:xfrm>
              <a:off x="5682088" y="2445625"/>
              <a:ext cx="2985840" cy="1084320"/>
            </p14:xfrm>
          </p:contentPart>
        </mc:Choice>
        <mc:Fallback xmlns="">
          <p:pic>
            <p:nvPicPr>
              <p:cNvPr id="58" name="Encre 57">
                <a:extLst>
                  <a:ext uri="{FF2B5EF4-FFF2-40B4-BE49-F238E27FC236}">
                    <a16:creationId xmlns:a16="http://schemas.microsoft.com/office/drawing/2014/main" id="{8E4915CA-0A49-4A76-9116-B297A32A4B15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673448" y="2436625"/>
                <a:ext cx="3003480" cy="11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59" name="Encre 58">
                <a:extLst>
                  <a:ext uri="{FF2B5EF4-FFF2-40B4-BE49-F238E27FC236}">
                    <a16:creationId xmlns:a16="http://schemas.microsoft.com/office/drawing/2014/main" id="{5C0538B3-C6D0-4AB8-B9E2-A918B4EA30D1}"/>
                  </a:ext>
                </a:extLst>
              </p14:cNvPr>
              <p14:cNvContentPartPr/>
              <p14:nvPr/>
            </p14:nvContentPartPr>
            <p14:xfrm>
              <a:off x="4938328" y="4094785"/>
              <a:ext cx="199800" cy="282960"/>
            </p14:xfrm>
          </p:contentPart>
        </mc:Choice>
        <mc:Fallback xmlns="">
          <p:pic>
            <p:nvPicPr>
              <p:cNvPr id="59" name="Encre 58">
                <a:extLst>
                  <a:ext uri="{FF2B5EF4-FFF2-40B4-BE49-F238E27FC236}">
                    <a16:creationId xmlns:a16="http://schemas.microsoft.com/office/drawing/2014/main" id="{5C0538B3-C6D0-4AB8-B9E2-A918B4EA30D1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929328" y="4085785"/>
                <a:ext cx="217440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60" name="Encre 59">
                <a:extLst>
                  <a:ext uri="{FF2B5EF4-FFF2-40B4-BE49-F238E27FC236}">
                    <a16:creationId xmlns:a16="http://schemas.microsoft.com/office/drawing/2014/main" id="{527CFDF2-B70B-45DE-8599-084F877EE3E3}"/>
                  </a:ext>
                </a:extLst>
              </p14:cNvPr>
              <p14:cNvContentPartPr/>
              <p14:nvPr/>
            </p14:nvContentPartPr>
            <p14:xfrm>
              <a:off x="5625208" y="4348585"/>
              <a:ext cx="426240" cy="25560"/>
            </p14:xfrm>
          </p:contentPart>
        </mc:Choice>
        <mc:Fallback xmlns="">
          <p:pic>
            <p:nvPicPr>
              <p:cNvPr id="60" name="Encre 59">
                <a:extLst>
                  <a:ext uri="{FF2B5EF4-FFF2-40B4-BE49-F238E27FC236}">
                    <a16:creationId xmlns:a16="http://schemas.microsoft.com/office/drawing/2014/main" id="{527CFDF2-B70B-45DE-8599-084F877EE3E3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616208" y="4339585"/>
                <a:ext cx="44388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62" name="Encre 61">
                <a:extLst>
                  <a:ext uri="{FF2B5EF4-FFF2-40B4-BE49-F238E27FC236}">
                    <a16:creationId xmlns:a16="http://schemas.microsoft.com/office/drawing/2014/main" id="{0CDD6C76-086C-46A0-B0AE-751B36241B0F}"/>
                  </a:ext>
                </a:extLst>
              </p14:cNvPr>
              <p14:cNvContentPartPr/>
              <p14:nvPr/>
            </p14:nvContentPartPr>
            <p14:xfrm>
              <a:off x="6224608" y="3754945"/>
              <a:ext cx="158040" cy="176400"/>
            </p14:xfrm>
          </p:contentPart>
        </mc:Choice>
        <mc:Fallback xmlns="">
          <p:pic>
            <p:nvPicPr>
              <p:cNvPr id="62" name="Encre 61">
                <a:extLst>
                  <a:ext uri="{FF2B5EF4-FFF2-40B4-BE49-F238E27FC236}">
                    <a16:creationId xmlns:a16="http://schemas.microsoft.com/office/drawing/2014/main" id="{0CDD6C76-086C-46A0-B0AE-751B36241B0F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6215608" y="3746305"/>
                <a:ext cx="17568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63" name="Encre 62">
                <a:extLst>
                  <a:ext uri="{FF2B5EF4-FFF2-40B4-BE49-F238E27FC236}">
                    <a16:creationId xmlns:a16="http://schemas.microsoft.com/office/drawing/2014/main" id="{155EAD31-C8C1-4863-AF12-85F7F8FD4D5F}"/>
                  </a:ext>
                </a:extLst>
              </p14:cNvPr>
              <p14:cNvContentPartPr/>
              <p14:nvPr/>
            </p14:nvContentPartPr>
            <p14:xfrm>
              <a:off x="6689368" y="4224025"/>
              <a:ext cx="318240" cy="197280"/>
            </p14:xfrm>
          </p:contentPart>
        </mc:Choice>
        <mc:Fallback xmlns="">
          <p:pic>
            <p:nvPicPr>
              <p:cNvPr id="63" name="Encre 62">
                <a:extLst>
                  <a:ext uri="{FF2B5EF4-FFF2-40B4-BE49-F238E27FC236}">
                    <a16:creationId xmlns:a16="http://schemas.microsoft.com/office/drawing/2014/main" id="{155EAD31-C8C1-4863-AF12-85F7F8FD4D5F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680368" y="4215385"/>
                <a:ext cx="335880" cy="21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64" name="Encre 63">
                <a:extLst>
                  <a:ext uri="{FF2B5EF4-FFF2-40B4-BE49-F238E27FC236}">
                    <a16:creationId xmlns:a16="http://schemas.microsoft.com/office/drawing/2014/main" id="{51F886C4-3EA0-4508-B506-C164C9D0AA2A}"/>
                  </a:ext>
                </a:extLst>
              </p14:cNvPr>
              <p14:cNvContentPartPr/>
              <p14:nvPr/>
            </p14:nvContentPartPr>
            <p14:xfrm>
              <a:off x="7029928" y="3779425"/>
              <a:ext cx="136440" cy="11160"/>
            </p14:xfrm>
          </p:contentPart>
        </mc:Choice>
        <mc:Fallback xmlns="">
          <p:pic>
            <p:nvPicPr>
              <p:cNvPr id="64" name="Encre 63">
                <a:extLst>
                  <a:ext uri="{FF2B5EF4-FFF2-40B4-BE49-F238E27FC236}">
                    <a16:creationId xmlns:a16="http://schemas.microsoft.com/office/drawing/2014/main" id="{51F886C4-3EA0-4508-B506-C164C9D0AA2A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7021288" y="3770425"/>
                <a:ext cx="15408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65" name="Encre 64">
                <a:extLst>
                  <a:ext uri="{FF2B5EF4-FFF2-40B4-BE49-F238E27FC236}">
                    <a16:creationId xmlns:a16="http://schemas.microsoft.com/office/drawing/2014/main" id="{5F51BF1B-9C4A-4057-90F2-ABC731C132B3}"/>
                  </a:ext>
                </a:extLst>
              </p14:cNvPr>
              <p14:cNvContentPartPr/>
              <p14:nvPr/>
            </p14:nvContentPartPr>
            <p14:xfrm>
              <a:off x="7365448" y="3791305"/>
              <a:ext cx="450000" cy="13680"/>
            </p14:xfrm>
          </p:contentPart>
        </mc:Choice>
        <mc:Fallback xmlns="">
          <p:pic>
            <p:nvPicPr>
              <p:cNvPr id="65" name="Encre 64">
                <a:extLst>
                  <a:ext uri="{FF2B5EF4-FFF2-40B4-BE49-F238E27FC236}">
                    <a16:creationId xmlns:a16="http://schemas.microsoft.com/office/drawing/2014/main" id="{5F51BF1B-9C4A-4057-90F2-ABC731C132B3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7356448" y="3782665"/>
                <a:ext cx="46764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66" name="Encre 65">
                <a:extLst>
                  <a:ext uri="{FF2B5EF4-FFF2-40B4-BE49-F238E27FC236}">
                    <a16:creationId xmlns:a16="http://schemas.microsoft.com/office/drawing/2014/main" id="{2C556A13-90B0-49C1-BDFC-48244CF0BA44}"/>
                  </a:ext>
                </a:extLst>
              </p14:cNvPr>
              <p14:cNvContentPartPr/>
              <p14:nvPr/>
            </p14:nvContentPartPr>
            <p14:xfrm>
              <a:off x="7967008" y="3445345"/>
              <a:ext cx="143280" cy="189000"/>
            </p14:xfrm>
          </p:contentPart>
        </mc:Choice>
        <mc:Fallback xmlns="">
          <p:pic>
            <p:nvPicPr>
              <p:cNvPr id="66" name="Encre 65">
                <a:extLst>
                  <a:ext uri="{FF2B5EF4-FFF2-40B4-BE49-F238E27FC236}">
                    <a16:creationId xmlns:a16="http://schemas.microsoft.com/office/drawing/2014/main" id="{2C556A13-90B0-49C1-BDFC-48244CF0BA44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7958008" y="3436345"/>
                <a:ext cx="160920" cy="20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67" name="Encre 66">
                <a:extLst>
                  <a:ext uri="{FF2B5EF4-FFF2-40B4-BE49-F238E27FC236}">
                    <a16:creationId xmlns:a16="http://schemas.microsoft.com/office/drawing/2014/main" id="{9AA42405-4AE0-4AC0-9A26-3DBC22888CE4}"/>
                  </a:ext>
                </a:extLst>
              </p14:cNvPr>
              <p14:cNvContentPartPr/>
              <p14:nvPr/>
            </p14:nvContentPartPr>
            <p14:xfrm>
              <a:off x="5760208" y="3929905"/>
              <a:ext cx="226080" cy="271080"/>
            </p14:xfrm>
          </p:contentPart>
        </mc:Choice>
        <mc:Fallback xmlns="">
          <p:pic>
            <p:nvPicPr>
              <p:cNvPr id="67" name="Encre 66">
                <a:extLst>
                  <a:ext uri="{FF2B5EF4-FFF2-40B4-BE49-F238E27FC236}">
                    <a16:creationId xmlns:a16="http://schemas.microsoft.com/office/drawing/2014/main" id="{9AA42405-4AE0-4AC0-9A26-3DBC22888CE4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751208" y="3921265"/>
                <a:ext cx="243720" cy="28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73" name="Encre 72">
                <a:extLst>
                  <a:ext uri="{FF2B5EF4-FFF2-40B4-BE49-F238E27FC236}">
                    <a16:creationId xmlns:a16="http://schemas.microsoft.com/office/drawing/2014/main" id="{3FABE71B-4537-4DF9-9283-B3C894219FE8}"/>
                  </a:ext>
                </a:extLst>
              </p14:cNvPr>
              <p14:cNvContentPartPr/>
              <p14:nvPr/>
            </p14:nvContentPartPr>
            <p14:xfrm>
              <a:off x="7520248" y="3374065"/>
              <a:ext cx="184320" cy="279720"/>
            </p14:xfrm>
          </p:contentPart>
        </mc:Choice>
        <mc:Fallback xmlns="">
          <p:pic>
            <p:nvPicPr>
              <p:cNvPr id="73" name="Encre 72">
                <a:extLst>
                  <a:ext uri="{FF2B5EF4-FFF2-40B4-BE49-F238E27FC236}">
                    <a16:creationId xmlns:a16="http://schemas.microsoft.com/office/drawing/2014/main" id="{3FABE71B-4537-4DF9-9283-B3C894219FE8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7511248" y="3365065"/>
                <a:ext cx="201960" cy="29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82" name="Encre 81">
                <a:extLst>
                  <a:ext uri="{FF2B5EF4-FFF2-40B4-BE49-F238E27FC236}">
                    <a16:creationId xmlns:a16="http://schemas.microsoft.com/office/drawing/2014/main" id="{82A05E3C-3AF5-436D-B8F1-7719BA5AFAF7}"/>
                  </a:ext>
                </a:extLst>
              </p14:cNvPr>
              <p14:cNvContentPartPr/>
              <p14:nvPr/>
            </p14:nvContentPartPr>
            <p14:xfrm>
              <a:off x="10944568" y="2361745"/>
              <a:ext cx="187200" cy="945000"/>
            </p14:xfrm>
          </p:contentPart>
        </mc:Choice>
        <mc:Fallback xmlns="">
          <p:pic>
            <p:nvPicPr>
              <p:cNvPr id="82" name="Encre 81">
                <a:extLst>
                  <a:ext uri="{FF2B5EF4-FFF2-40B4-BE49-F238E27FC236}">
                    <a16:creationId xmlns:a16="http://schemas.microsoft.com/office/drawing/2014/main" id="{82A05E3C-3AF5-436D-B8F1-7719BA5AFAF7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0935928" y="2352745"/>
                <a:ext cx="204840" cy="96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88" name="Groupe 87">
            <a:extLst>
              <a:ext uri="{FF2B5EF4-FFF2-40B4-BE49-F238E27FC236}">
                <a16:creationId xmlns:a16="http://schemas.microsoft.com/office/drawing/2014/main" id="{3496FD1F-B0C1-405C-9CAB-7EDA6EC10B47}"/>
              </a:ext>
            </a:extLst>
          </p:cNvPr>
          <p:cNvGrpSpPr/>
          <p:nvPr/>
        </p:nvGrpSpPr>
        <p:grpSpPr>
          <a:xfrm>
            <a:off x="10502848" y="4137265"/>
            <a:ext cx="979200" cy="73440"/>
            <a:chOff x="10502848" y="4137265"/>
            <a:chExt cx="979200" cy="7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83" name="Encre 82">
                  <a:extLst>
                    <a:ext uri="{FF2B5EF4-FFF2-40B4-BE49-F238E27FC236}">
                      <a16:creationId xmlns:a16="http://schemas.microsoft.com/office/drawing/2014/main" id="{41DB7EEF-A9BD-4DAA-8183-5B6F9C026A45}"/>
                    </a:ext>
                  </a:extLst>
                </p14:cNvPr>
                <p14:cNvContentPartPr/>
                <p14:nvPr/>
              </p14:nvContentPartPr>
              <p14:xfrm>
                <a:off x="10503928" y="4160665"/>
                <a:ext cx="102240" cy="50040"/>
              </p14:xfrm>
            </p:contentPart>
          </mc:Choice>
          <mc:Fallback xmlns="">
            <p:pic>
              <p:nvPicPr>
                <p:cNvPr id="83" name="Encre 82">
                  <a:extLst>
                    <a:ext uri="{FF2B5EF4-FFF2-40B4-BE49-F238E27FC236}">
                      <a16:creationId xmlns:a16="http://schemas.microsoft.com/office/drawing/2014/main" id="{41DB7EEF-A9BD-4DAA-8183-5B6F9C026A4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495288" y="4151665"/>
                  <a:ext cx="11988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84" name="Encre 83">
                  <a:extLst>
                    <a:ext uri="{FF2B5EF4-FFF2-40B4-BE49-F238E27FC236}">
                      <a16:creationId xmlns:a16="http://schemas.microsoft.com/office/drawing/2014/main" id="{3512F8F1-1B77-41A6-94E5-115011352C6C}"/>
                    </a:ext>
                  </a:extLst>
                </p14:cNvPr>
                <p14:cNvContentPartPr/>
                <p14:nvPr/>
              </p14:nvContentPartPr>
              <p14:xfrm>
                <a:off x="10502848" y="4137265"/>
                <a:ext cx="979200" cy="32040"/>
              </p14:xfrm>
            </p:contentPart>
          </mc:Choice>
          <mc:Fallback xmlns="">
            <p:pic>
              <p:nvPicPr>
                <p:cNvPr id="84" name="Encre 83">
                  <a:extLst>
                    <a:ext uri="{FF2B5EF4-FFF2-40B4-BE49-F238E27FC236}">
                      <a16:creationId xmlns:a16="http://schemas.microsoft.com/office/drawing/2014/main" id="{3512F8F1-1B77-41A6-94E5-115011352C6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493848" y="4128265"/>
                  <a:ext cx="996840" cy="4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e 86">
            <a:extLst>
              <a:ext uri="{FF2B5EF4-FFF2-40B4-BE49-F238E27FC236}">
                <a16:creationId xmlns:a16="http://schemas.microsoft.com/office/drawing/2014/main" id="{40696C0E-8E9D-4C72-93C2-CEFA13F78793}"/>
              </a:ext>
            </a:extLst>
          </p:cNvPr>
          <p:cNvGrpSpPr/>
          <p:nvPr/>
        </p:nvGrpSpPr>
        <p:grpSpPr>
          <a:xfrm>
            <a:off x="10418968" y="4386745"/>
            <a:ext cx="412560" cy="335520"/>
            <a:chOff x="10418968" y="4386745"/>
            <a:chExt cx="412560" cy="33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85" name="Encre 84">
                  <a:extLst>
                    <a:ext uri="{FF2B5EF4-FFF2-40B4-BE49-F238E27FC236}">
                      <a16:creationId xmlns:a16="http://schemas.microsoft.com/office/drawing/2014/main" id="{8E0EBC15-41B7-46AC-BF65-F12CCD252AF4}"/>
                    </a:ext>
                  </a:extLst>
                </p14:cNvPr>
                <p14:cNvContentPartPr/>
                <p14:nvPr/>
              </p14:nvContentPartPr>
              <p14:xfrm>
                <a:off x="10593568" y="4386745"/>
                <a:ext cx="216360" cy="31680"/>
              </p14:xfrm>
            </p:contentPart>
          </mc:Choice>
          <mc:Fallback xmlns="">
            <p:pic>
              <p:nvPicPr>
                <p:cNvPr id="85" name="Encre 84">
                  <a:extLst>
                    <a:ext uri="{FF2B5EF4-FFF2-40B4-BE49-F238E27FC236}">
                      <a16:creationId xmlns:a16="http://schemas.microsoft.com/office/drawing/2014/main" id="{8E0EBC15-41B7-46AC-BF65-F12CCD252AF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584568" y="4378105"/>
                  <a:ext cx="2340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86" name="Encre 85">
                  <a:extLst>
                    <a:ext uri="{FF2B5EF4-FFF2-40B4-BE49-F238E27FC236}">
                      <a16:creationId xmlns:a16="http://schemas.microsoft.com/office/drawing/2014/main" id="{606E7502-2625-44FE-B092-14B02CAAAD0D}"/>
                    </a:ext>
                  </a:extLst>
                </p14:cNvPr>
                <p14:cNvContentPartPr/>
                <p14:nvPr/>
              </p14:nvContentPartPr>
              <p14:xfrm>
                <a:off x="10418968" y="4432105"/>
                <a:ext cx="412560" cy="290160"/>
              </p14:xfrm>
            </p:contentPart>
          </mc:Choice>
          <mc:Fallback xmlns="">
            <p:pic>
              <p:nvPicPr>
                <p:cNvPr id="86" name="Encre 85">
                  <a:extLst>
                    <a:ext uri="{FF2B5EF4-FFF2-40B4-BE49-F238E27FC236}">
                      <a16:creationId xmlns:a16="http://schemas.microsoft.com/office/drawing/2014/main" id="{606E7502-2625-44FE-B092-14B02CAAAD0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409968" y="4423465"/>
                  <a:ext cx="430200" cy="30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e 97">
            <a:extLst>
              <a:ext uri="{FF2B5EF4-FFF2-40B4-BE49-F238E27FC236}">
                <a16:creationId xmlns:a16="http://schemas.microsoft.com/office/drawing/2014/main" id="{7BC78969-D788-4C0C-9736-3F6A9ABD4099}"/>
              </a:ext>
            </a:extLst>
          </p:cNvPr>
          <p:cNvGrpSpPr/>
          <p:nvPr/>
        </p:nvGrpSpPr>
        <p:grpSpPr>
          <a:xfrm>
            <a:off x="11327248" y="3432745"/>
            <a:ext cx="425520" cy="195120"/>
            <a:chOff x="11327248" y="3432745"/>
            <a:chExt cx="425520" cy="19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89" name="Encre 88">
                  <a:extLst>
                    <a:ext uri="{FF2B5EF4-FFF2-40B4-BE49-F238E27FC236}">
                      <a16:creationId xmlns:a16="http://schemas.microsoft.com/office/drawing/2014/main" id="{D5657A33-F55F-4839-85DD-47C2DEB45219}"/>
                    </a:ext>
                  </a:extLst>
                </p14:cNvPr>
                <p14:cNvContentPartPr/>
                <p14:nvPr/>
              </p14:nvContentPartPr>
              <p14:xfrm>
                <a:off x="11327248" y="3486385"/>
                <a:ext cx="104760" cy="141480"/>
              </p14:xfrm>
            </p:contentPart>
          </mc:Choice>
          <mc:Fallback xmlns="">
            <p:pic>
              <p:nvPicPr>
                <p:cNvPr id="89" name="Encre 88">
                  <a:extLst>
                    <a:ext uri="{FF2B5EF4-FFF2-40B4-BE49-F238E27FC236}">
                      <a16:creationId xmlns:a16="http://schemas.microsoft.com/office/drawing/2014/main" id="{D5657A33-F55F-4839-85DD-47C2DEB4521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318608" y="3477385"/>
                  <a:ext cx="1224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90" name="Encre 89">
                  <a:extLst>
                    <a:ext uri="{FF2B5EF4-FFF2-40B4-BE49-F238E27FC236}">
                      <a16:creationId xmlns:a16="http://schemas.microsoft.com/office/drawing/2014/main" id="{93E5A083-7C18-469A-8DEF-1D12B44B32FE}"/>
                    </a:ext>
                  </a:extLst>
                </p14:cNvPr>
                <p14:cNvContentPartPr/>
                <p14:nvPr/>
              </p14:nvContentPartPr>
              <p14:xfrm>
                <a:off x="11470888" y="3595105"/>
                <a:ext cx="10800" cy="21240"/>
              </p14:xfrm>
            </p:contentPart>
          </mc:Choice>
          <mc:Fallback xmlns="">
            <p:pic>
              <p:nvPicPr>
                <p:cNvPr id="90" name="Encre 89">
                  <a:extLst>
                    <a:ext uri="{FF2B5EF4-FFF2-40B4-BE49-F238E27FC236}">
                      <a16:creationId xmlns:a16="http://schemas.microsoft.com/office/drawing/2014/main" id="{93E5A083-7C18-469A-8DEF-1D12B44B32F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1461888" y="3586465"/>
                  <a:ext cx="284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91" name="Encre 90">
                  <a:extLst>
                    <a:ext uri="{FF2B5EF4-FFF2-40B4-BE49-F238E27FC236}">
                      <a16:creationId xmlns:a16="http://schemas.microsoft.com/office/drawing/2014/main" id="{DBC2F7D4-3B4A-48A3-B9E7-09E88284D17F}"/>
                    </a:ext>
                  </a:extLst>
                </p14:cNvPr>
                <p14:cNvContentPartPr/>
                <p14:nvPr/>
              </p14:nvContentPartPr>
              <p14:xfrm>
                <a:off x="11508688" y="3432745"/>
                <a:ext cx="86760" cy="168480"/>
              </p14:xfrm>
            </p:contentPart>
          </mc:Choice>
          <mc:Fallback xmlns="">
            <p:pic>
              <p:nvPicPr>
                <p:cNvPr id="91" name="Encre 90">
                  <a:extLst>
                    <a:ext uri="{FF2B5EF4-FFF2-40B4-BE49-F238E27FC236}">
                      <a16:creationId xmlns:a16="http://schemas.microsoft.com/office/drawing/2014/main" id="{DBC2F7D4-3B4A-48A3-B9E7-09E88284D17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1500048" y="3424105"/>
                  <a:ext cx="10440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92" name="Encre 91">
                  <a:extLst>
                    <a:ext uri="{FF2B5EF4-FFF2-40B4-BE49-F238E27FC236}">
                      <a16:creationId xmlns:a16="http://schemas.microsoft.com/office/drawing/2014/main" id="{E113238A-9CFB-4A5A-B13F-AF1B61299468}"/>
                    </a:ext>
                  </a:extLst>
                </p14:cNvPr>
                <p14:cNvContentPartPr/>
                <p14:nvPr/>
              </p14:nvContentPartPr>
              <p14:xfrm>
                <a:off x="11644768" y="3434545"/>
                <a:ext cx="108000" cy="152640"/>
              </p14:xfrm>
            </p:contentPart>
          </mc:Choice>
          <mc:Fallback xmlns="">
            <p:pic>
              <p:nvPicPr>
                <p:cNvPr id="92" name="Encre 91">
                  <a:extLst>
                    <a:ext uri="{FF2B5EF4-FFF2-40B4-BE49-F238E27FC236}">
                      <a16:creationId xmlns:a16="http://schemas.microsoft.com/office/drawing/2014/main" id="{E113238A-9CFB-4A5A-B13F-AF1B6129946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636128" y="3425545"/>
                  <a:ext cx="125640" cy="17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e 96">
            <a:extLst>
              <a:ext uri="{FF2B5EF4-FFF2-40B4-BE49-F238E27FC236}">
                <a16:creationId xmlns:a16="http://schemas.microsoft.com/office/drawing/2014/main" id="{260A7E08-E0B1-4AE9-8C04-159FB343E3B9}"/>
              </a:ext>
            </a:extLst>
          </p:cNvPr>
          <p:cNvGrpSpPr/>
          <p:nvPr/>
        </p:nvGrpSpPr>
        <p:grpSpPr>
          <a:xfrm>
            <a:off x="11342008" y="4215745"/>
            <a:ext cx="456480" cy="189360"/>
            <a:chOff x="11342008" y="4215745"/>
            <a:chExt cx="456480" cy="18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93" name="Encre 92">
                  <a:extLst>
                    <a:ext uri="{FF2B5EF4-FFF2-40B4-BE49-F238E27FC236}">
                      <a16:creationId xmlns:a16="http://schemas.microsoft.com/office/drawing/2014/main" id="{8CBC70A6-0008-4C18-AD56-76D7482C8596}"/>
                    </a:ext>
                  </a:extLst>
                </p14:cNvPr>
                <p14:cNvContentPartPr/>
                <p14:nvPr/>
              </p14:nvContentPartPr>
              <p14:xfrm>
                <a:off x="11342008" y="4289545"/>
                <a:ext cx="126000" cy="98280"/>
              </p14:xfrm>
            </p:contentPart>
          </mc:Choice>
          <mc:Fallback xmlns="">
            <p:pic>
              <p:nvPicPr>
                <p:cNvPr id="93" name="Encre 92">
                  <a:extLst>
                    <a:ext uri="{FF2B5EF4-FFF2-40B4-BE49-F238E27FC236}">
                      <a16:creationId xmlns:a16="http://schemas.microsoft.com/office/drawing/2014/main" id="{8CBC70A6-0008-4C18-AD56-76D7482C859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1333008" y="4280905"/>
                  <a:ext cx="14364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94" name="Encre 93">
                  <a:extLst>
                    <a:ext uri="{FF2B5EF4-FFF2-40B4-BE49-F238E27FC236}">
                      <a16:creationId xmlns:a16="http://schemas.microsoft.com/office/drawing/2014/main" id="{B9F24869-6269-45A2-B75B-49A7EA2E8047}"/>
                    </a:ext>
                  </a:extLst>
                </p14:cNvPr>
                <p14:cNvContentPartPr/>
                <p14:nvPr/>
              </p14:nvContentPartPr>
              <p14:xfrm>
                <a:off x="11469448" y="4399345"/>
                <a:ext cx="10080" cy="360"/>
              </p14:xfrm>
            </p:contentPart>
          </mc:Choice>
          <mc:Fallback xmlns="">
            <p:pic>
              <p:nvPicPr>
                <p:cNvPr id="94" name="Encre 93">
                  <a:extLst>
                    <a:ext uri="{FF2B5EF4-FFF2-40B4-BE49-F238E27FC236}">
                      <a16:creationId xmlns:a16="http://schemas.microsoft.com/office/drawing/2014/main" id="{B9F24869-6269-45A2-B75B-49A7EA2E804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1460808" y="4390705"/>
                  <a:ext cx="277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95" name="Encre 94">
                  <a:extLst>
                    <a:ext uri="{FF2B5EF4-FFF2-40B4-BE49-F238E27FC236}">
                      <a16:creationId xmlns:a16="http://schemas.microsoft.com/office/drawing/2014/main" id="{1D236B8A-8A9A-46FD-B3DF-3A94B6071914}"/>
                    </a:ext>
                  </a:extLst>
                </p14:cNvPr>
                <p14:cNvContentPartPr/>
                <p14:nvPr/>
              </p14:nvContentPartPr>
              <p14:xfrm>
                <a:off x="11545768" y="4215745"/>
                <a:ext cx="109080" cy="182160"/>
              </p14:xfrm>
            </p:contentPart>
          </mc:Choice>
          <mc:Fallback xmlns="">
            <p:pic>
              <p:nvPicPr>
                <p:cNvPr id="95" name="Encre 94">
                  <a:extLst>
                    <a:ext uri="{FF2B5EF4-FFF2-40B4-BE49-F238E27FC236}">
                      <a16:creationId xmlns:a16="http://schemas.microsoft.com/office/drawing/2014/main" id="{1D236B8A-8A9A-46FD-B3DF-3A94B607191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1536768" y="4206745"/>
                  <a:ext cx="12672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96" name="Encre 95">
                  <a:extLst>
                    <a:ext uri="{FF2B5EF4-FFF2-40B4-BE49-F238E27FC236}">
                      <a16:creationId xmlns:a16="http://schemas.microsoft.com/office/drawing/2014/main" id="{0323F8BF-1B02-4B8B-BF72-6B7641746F49}"/>
                    </a:ext>
                  </a:extLst>
                </p14:cNvPr>
                <p14:cNvContentPartPr/>
                <p14:nvPr/>
              </p14:nvContentPartPr>
              <p14:xfrm>
                <a:off x="11687608" y="4222225"/>
                <a:ext cx="110880" cy="182880"/>
              </p14:xfrm>
            </p:contentPart>
          </mc:Choice>
          <mc:Fallback xmlns="">
            <p:pic>
              <p:nvPicPr>
                <p:cNvPr id="96" name="Encre 95">
                  <a:extLst>
                    <a:ext uri="{FF2B5EF4-FFF2-40B4-BE49-F238E27FC236}">
                      <a16:creationId xmlns:a16="http://schemas.microsoft.com/office/drawing/2014/main" id="{0323F8BF-1B02-4B8B-BF72-6B7641746F4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1678608" y="4213585"/>
                  <a:ext cx="128520" cy="20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966AE379-3158-4EFD-BC08-456976A1FC48}"/>
              </a:ext>
            </a:extLst>
          </p:cNvPr>
          <p:cNvGrpSpPr/>
          <p:nvPr/>
        </p:nvGrpSpPr>
        <p:grpSpPr>
          <a:xfrm>
            <a:off x="10794808" y="3658465"/>
            <a:ext cx="365400" cy="346320"/>
            <a:chOff x="10794808" y="3658465"/>
            <a:chExt cx="365400" cy="34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99" name="Encre 98">
                  <a:extLst>
                    <a:ext uri="{FF2B5EF4-FFF2-40B4-BE49-F238E27FC236}">
                      <a16:creationId xmlns:a16="http://schemas.microsoft.com/office/drawing/2014/main" id="{BF9849B6-56E4-4B16-A269-A7C757A9DE1B}"/>
                    </a:ext>
                  </a:extLst>
                </p14:cNvPr>
                <p14:cNvContentPartPr/>
                <p14:nvPr/>
              </p14:nvContentPartPr>
              <p14:xfrm>
                <a:off x="10916488" y="3731905"/>
                <a:ext cx="10080" cy="213120"/>
              </p14:xfrm>
            </p:contentPart>
          </mc:Choice>
          <mc:Fallback xmlns="">
            <p:pic>
              <p:nvPicPr>
                <p:cNvPr id="99" name="Encre 98">
                  <a:extLst>
                    <a:ext uri="{FF2B5EF4-FFF2-40B4-BE49-F238E27FC236}">
                      <a16:creationId xmlns:a16="http://schemas.microsoft.com/office/drawing/2014/main" id="{BF9849B6-56E4-4B16-A269-A7C757A9DE1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907848" y="3723265"/>
                  <a:ext cx="277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00" name="Encre 99">
                  <a:extLst>
                    <a:ext uri="{FF2B5EF4-FFF2-40B4-BE49-F238E27FC236}">
                      <a16:creationId xmlns:a16="http://schemas.microsoft.com/office/drawing/2014/main" id="{A9D47037-31B9-45C1-B758-BE2A0F0B9417}"/>
                    </a:ext>
                  </a:extLst>
                </p14:cNvPr>
                <p14:cNvContentPartPr/>
                <p14:nvPr/>
              </p14:nvContentPartPr>
              <p14:xfrm>
                <a:off x="10794808" y="3658465"/>
                <a:ext cx="365400" cy="346320"/>
              </p14:xfrm>
            </p:contentPart>
          </mc:Choice>
          <mc:Fallback xmlns="">
            <p:pic>
              <p:nvPicPr>
                <p:cNvPr id="100" name="Encre 99">
                  <a:extLst>
                    <a:ext uri="{FF2B5EF4-FFF2-40B4-BE49-F238E27FC236}">
                      <a16:creationId xmlns:a16="http://schemas.microsoft.com/office/drawing/2014/main" id="{A9D47037-31B9-45C1-B758-BE2A0F0B941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786168" y="3649465"/>
                  <a:ext cx="383040" cy="36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e 102">
            <a:extLst>
              <a:ext uri="{FF2B5EF4-FFF2-40B4-BE49-F238E27FC236}">
                <a16:creationId xmlns:a16="http://schemas.microsoft.com/office/drawing/2014/main" id="{87EF4A2E-0016-4861-9A07-A19DB1DB07C9}"/>
              </a:ext>
            </a:extLst>
          </p:cNvPr>
          <p:cNvGrpSpPr/>
          <p:nvPr/>
        </p:nvGrpSpPr>
        <p:grpSpPr>
          <a:xfrm>
            <a:off x="10955008" y="4402585"/>
            <a:ext cx="379800" cy="358200"/>
            <a:chOff x="10955008" y="4402585"/>
            <a:chExt cx="379800" cy="35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01" name="Encre 100">
                  <a:extLst>
                    <a:ext uri="{FF2B5EF4-FFF2-40B4-BE49-F238E27FC236}">
                      <a16:creationId xmlns:a16="http://schemas.microsoft.com/office/drawing/2014/main" id="{9584828C-296A-4A32-8F65-AD24CF643EB3}"/>
                    </a:ext>
                  </a:extLst>
                </p14:cNvPr>
                <p14:cNvContentPartPr/>
                <p14:nvPr/>
              </p14:nvContentPartPr>
              <p14:xfrm>
                <a:off x="11059048" y="4485745"/>
                <a:ext cx="54360" cy="204840"/>
              </p14:xfrm>
            </p:contentPart>
          </mc:Choice>
          <mc:Fallback xmlns="">
            <p:pic>
              <p:nvPicPr>
                <p:cNvPr id="101" name="Encre 100">
                  <a:extLst>
                    <a:ext uri="{FF2B5EF4-FFF2-40B4-BE49-F238E27FC236}">
                      <a16:creationId xmlns:a16="http://schemas.microsoft.com/office/drawing/2014/main" id="{9584828C-296A-4A32-8F65-AD24CF643EB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1050408" y="4477105"/>
                  <a:ext cx="7200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02" name="Encre 101">
                  <a:extLst>
                    <a:ext uri="{FF2B5EF4-FFF2-40B4-BE49-F238E27FC236}">
                      <a16:creationId xmlns:a16="http://schemas.microsoft.com/office/drawing/2014/main" id="{78B4ACE8-8839-437B-93AC-AF58C7F3B353}"/>
                    </a:ext>
                  </a:extLst>
                </p14:cNvPr>
                <p14:cNvContentPartPr/>
                <p14:nvPr/>
              </p14:nvContentPartPr>
              <p14:xfrm>
                <a:off x="10955008" y="4402585"/>
                <a:ext cx="379800" cy="358200"/>
              </p14:xfrm>
            </p:contentPart>
          </mc:Choice>
          <mc:Fallback xmlns="">
            <p:pic>
              <p:nvPicPr>
                <p:cNvPr id="102" name="Encre 101">
                  <a:extLst>
                    <a:ext uri="{FF2B5EF4-FFF2-40B4-BE49-F238E27FC236}">
                      <a16:creationId xmlns:a16="http://schemas.microsoft.com/office/drawing/2014/main" id="{78B4ACE8-8839-437B-93AC-AF58C7F3B35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946368" y="4393945"/>
                  <a:ext cx="397440" cy="37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e 120">
            <a:extLst>
              <a:ext uri="{FF2B5EF4-FFF2-40B4-BE49-F238E27FC236}">
                <a16:creationId xmlns:a16="http://schemas.microsoft.com/office/drawing/2014/main" id="{EAEDB5DA-944D-4BE3-84A1-A6D4F6555CB0}"/>
              </a:ext>
            </a:extLst>
          </p:cNvPr>
          <p:cNvGrpSpPr/>
          <p:nvPr/>
        </p:nvGrpSpPr>
        <p:grpSpPr>
          <a:xfrm>
            <a:off x="5589568" y="4521385"/>
            <a:ext cx="458280" cy="317520"/>
            <a:chOff x="5589568" y="4521385"/>
            <a:chExt cx="458280" cy="31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09" name="Encre 108">
                  <a:extLst>
                    <a:ext uri="{FF2B5EF4-FFF2-40B4-BE49-F238E27FC236}">
                      <a16:creationId xmlns:a16="http://schemas.microsoft.com/office/drawing/2014/main" id="{80CF93B6-B21A-4D58-AA09-5F92A7CE68FF}"/>
                    </a:ext>
                  </a:extLst>
                </p14:cNvPr>
                <p14:cNvContentPartPr/>
                <p14:nvPr/>
              </p14:nvContentPartPr>
              <p14:xfrm>
                <a:off x="5589568" y="4521385"/>
                <a:ext cx="122040" cy="254520"/>
              </p14:xfrm>
            </p:contentPart>
          </mc:Choice>
          <mc:Fallback xmlns="">
            <p:pic>
              <p:nvPicPr>
                <p:cNvPr id="109" name="Encre 108">
                  <a:extLst>
                    <a:ext uri="{FF2B5EF4-FFF2-40B4-BE49-F238E27FC236}">
                      <a16:creationId xmlns:a16="http://schemas.microsoft.com/office/drawing/2014/main" id="{80CF93B6-B21A-4D58-AA09-5F92A7CE68F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580568" y="4512745"/>
                  <a:ext cx="13968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10" name="Encre 109">
                  <a:extLst>
                    <a:ext uri="{FF2B5EF4-FFF2-40B4-BE49-F238E27FC236}">
                      <a16:creationId xmlns:a16="http://schemas.microsoft.com/office/drawing/2014/main" id="{FDB52B1B-3284-4B93-B5E8-C9AB62ADEF70}"/>
                    </a:ext>
                  </a:extLst>
                </p14:cNvPr>
                <p14:cNvContentPartPr/>
                <p14:nvPr/>
              </p14:nvContentPartPr>
              <p14:xfrm>
                <a:off x="5815288" y="4683745"/>
                <a:ext cx="9360" cy="133560"/>
              </p14:xfrm>
            </p:contentPart>
          </mc:Choice>
          <mc:Fallback xmlns="">
            <p:pic>
              <p:nvPicPr>
                <p:cNvPr id="110" name="Encre 109">
                  <a:extLst>
                    <a:ext uri="{FF2B5EF4-FFF2-40B4-BE49-F238E27FC236}">
                      <a16:creationId xmlns:a16="http://schemas.microsoft.com/office/drawing/2014/main" id="{FDB52B1B-3284-4B93-B5E8-C9AB62ADEF7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806648" y="4675105"/>
                  <a:ext cx="270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11" name="Encre 110">
                  <a:extLst>
                    <a:ext uri="{FF2B5EF4-FFF2-40B4-BE49-F238E27FC236}">
                      <a16:creationId xmlns:a16="http://schemas.microsoft.com/office/drawing/2014/main" id="{2A091030-03CE-4FC6-A584-F488EC206412}"/>
                    </a:ext>
                  </a:extLst>
                </p14:cNvPr>
                <p14:cNvContentPartPr/>
                <p14:nvPr/>
              </p14:nvContentPartPr>
              <p14:xfrm>
                <a:off x="5795848" y="4625425"/>
                <a:ext cx="90360" cy="100440"/>
              </p14:xfrm>
            </p:contentPart>
          </mc:Choice>
          <mc:Fallback xmlns="">
            <p:pic>
              <p:nvPicPr>
                <p:cNvPr id="111" name="Encre 110">
                  <a:extLst>
                    <a:ext uri="{FF2B5EF4-FFF2-40B4-BE49-F238E27FC236}">
                      <a16:creationId xmlns:a16="http://schemas.microsoft.com/office/drawing/2014/main" id="{2A091030-03CE-4FC6-A584-F488EC20641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787208" y="4616425"/>
                  <a:ext cx="1080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12" name="Encre 111">
                  <a:extLst>
                    <a:ext uri="{FF2B5EF4-FFF2-40B4-BE49-F238E27FC236}">
                      <a16:creationId xmlns:a16="http://schemas.microsoft.com/office/drawing/2014/main" id="{17FF011D-CFF0-43E1-B573-631199F0C384}"/>
                    </a:ext>
                  </a:extLst>
                </p14:cNvPr>
                <p14:cNvContentPartPr/>
                <p14:nvPr/>
              </p14:nvContentPartPr>
              <p14:xfrm>
                <a:off x="5848768" y="4711105"/>
                <a:ext cx="88920" cy="102600"/>
              </p14:xfrm>
            </p:contentPart>
          </mc:Choice>
          <mc:Fallback xmlns="">
            <p:pic>
              <p:nvPicPr>
                <p:cNvPr id="112" name="Encre 111">
                  <a:extLst>
                    <a:ext uri="{FF2B5EF4-FFF2-40B4-BE49-F238E27FC236}">
                      <a16:creationId xmlns:a16="http://schemas.microsoft.com/office/drawing/2014/main" id="{17FF011D-CFF0-43E1-B573-631199F0C38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840128" y="4702465"/>
                  <a:ext cx="10656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13" name="Encre 112">
                  <a:extLst>
                    <a:ext uri="{FF2B5EF4-FFF2-40B4-BE49-F238E27FC236}">
                      <a16:creationId xmlns:a16="http://schemas.microsoft.com/office/drawing/2014/main" id="{1DC73A7F-2CA5-44C2-8876-7FC2C0A8E09E}"/>
                    </a:ext>
                  </a:extLst>
                </p14:cNvPr>
                <p14:cNvContentPartPr/>
                <p14:nvPr/>
              </p14:nvContentPartPr>
              <p14:xfrm>
                <a:off x="5974768" y="4684465"/>
                <a:ext cx="35280" cy="154440"/>
              </p14:xfrm>
            </p:contentPart>
          </mc:Choice>
          <mc:Fallback xmlns="">
            <p:pic>
              <p:nvPicPr>
                <p:cNvPr id="113" name="Encre 112">
                  <a:extLst>
                    <a:ext uri="{FF2B5EF4-FFF2-40B4-BE49-F238E27FC236}">
                      <a16:creationId xmlns:a16="http://schemas.microsoft.com/office/drawing/2014/main" id="{1DC73A7F-2CA5-44C2-8876-7FC2C0A8E09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966128" y="4675465"/>
                  <a:ext cx="5292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14" name="Encre 113">
                  <a:extLst>
                    <a:ext uri="{FF2B5EF4-FFF2-40B4-BE49-F238E27FC236}">
                      <a16:creationId xmlns:a16="http://schemas.microsoft.com/office/drawing/2014/main" id="{E4A2C6F7-8D56-42BD-AC7A-B3C7193F8906}"/>
                    </a:ext>
                  </a:extLst>
                </p14:cNvPr>
                <p14:cNvContentPartPr/>
                <p14:nvPr/>
              </p14:nvContentPartPr>
              <p14:xfrm>
                <a:off x="5925088" y="4678345"/>
                <a:ext cx="122760" cy="31320"/>
              </p14:xfrm>
            </p:contentPart>
          </mc:Choice>
          <mc:Fallback xmlns="">
            <p:pic>
              <p:nvPicPr>
                <p:cNvPr id="114" name="Encre 113">
                  <a:extLst>
                    <a:ext uri="{FF2B5EF4-FFF2-40B4-BE49-F238E27FC236}">
                      <a16:creationId xmlns:a16="http://schemas.microsoft.com/office/drawing/2014/main" id="{E4A2C6F7-8D56-42BD-AC7A-B3C7193F890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916448" y="4669345"/>
                  <a:ext cx="140400" cy="4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e 119">
            <a:extLst>
              <a:ext uri="{FF2B5EF4-FFF2-40B4-BE49-F238E27FC236}">
                <a16:creationId xmlns:a16="http://schemas.microsoft.com/office/drawing/2014/main" id="{53EB3D3F-AE56-4317-99F6-8118523D3EC1}"/>
              </a:ext>
            </a:extLst>
          </p:cNvPr>
          <p:cNvGrpSpPr/>
          <p:nvPr/>
        </p:nvGrpSpPr>
        <p:grpSpPr>
          <a:xfrm>
            <a:off x="7342408" y="3965905"/>
            <a:ext cx="546480" cy="326520"/>
            <a:chOff x="7342408" y="3965905"/>
            <a:chExt cx="546480" cy="32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15" name="Encre 114">
                  <a:extLst>
                    <a:ext uri="{FF2B5EF4-FFF2-40B4-BE49-F238E27FC236}">
                      <a16:creationId xmlns:a16="http://schemas.microsoft.com/office/drawing/2014/main" id="{99A2BC35-59F6-4312-B5FD-FA6644FD91BA}"/>
                    </a:ext>
                  </a:extLst>
                </p14:cNvPr>
                <p14:cNvContentPartPr/>
                <p14:nvPr/>
              </p14:nvContentPartPr>
              <p14:xfrm>
                <a:off x="7342408" y="3965905"/>
                <a:ext cx="191520" cy="277200"/>
              </p14:xfrm>
            </p:contentPart>
          </mc:Choice>
          <mc:Fallback xmlns="">
            <p:pic>
              <p:nvPicPr>
                <p:cNvPr id="115" name="Encre 114">
                  <a:extLst>
                    <a:ext uri="{FF2B5EF4-FFF2-40B4-BE49-F238E27FC236}">
                      <a16:creationId xmlns:a16="http://schemas.microsoft.com/office/drawing/2014/main" id="{99A2BC35-59F6-4312-B5FD-FA6644FD91B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333408" y="3956905"/>
                  <a:ext cx="20916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16" name="Encre 115">
                  <a:extLst>
                    <a:ext uri="{FF2B5EF4-FFF2-40B4-BE49-F238E27FC236}">
                      <a16:creationId xmlns:a16="http://schemas.microsoft.com/office/drawing/2014/main" id="{364E1973-74FB-45DA-912A-E168D0ADC033}"/>
                    </a:ext>
                  </a:extLst>
                </p14:cNvPr>
                <p14:cNvContentPartPr/>
                <p14:nvPr/>
              </p14:nvContentPartPr>
              <p14:xfrm>
                <a:off x="7614208" y="4095145"/>
                <a:ext cx="93240" cy="197280"/>
              </p14:xfrm>
            </p:contentPart>
          </mc:Choice>
          <mc:Fallback xmlns="">
            <p:pic>
              <p:nvPicPr>
                <p:cNvPr id="116" name="Encre 115">
                  <a:extLst>
                    <a:ext uri="{FF2B5EF4-FFF2-40B4-BE49-F238E27FC236}">
                      <a16:creationId xmlns:a16="http://schemas.microsoft.com/office/drawing/2014/main" id="{364E1973-74FB-45DA-912A-E168D0ADC03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605208" y="4086145"/>
                  <a:ext cx="11088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17" name="Encre 116">
                  <a:extLst>
                    <a:ext uri="{FF2B5EF4-FFF2-40B4-BE49-F238E27FC236}">
                      <a16:creationId xmlns:a16="http://schemas.microsoft.com/office/drawing/2014/main" id="{0BFBE130-86AA-4988-BBA3-D443B3FF1FD7}"/>
                    </a:ext>
                  </a:extLst>
                </p14:cNvPr>
                <p14:cNvContentPartPr/>
                <p14:nvPr/>
              </p14:nvContentPartPr>
              <p14:xfrm>
                <a:off x="7678288" y="4127185"/>
                <a:ext cx="106560" cy="123840"/>
              </p14:xfrm>
            </p:contentPart>
          </mc:Choice>
          <mc:Fallback xmlns="">
            <p:pic>
              <p:nvPicPr>
                <p:cNvPr id="117" name="Encre 116">
                  <a:extLst>
                    <a:ext uri="{FF2B5EF4-FFF2-40B4-BE49-F238E27FC236}">
                      <a16:creationId xmlns:a16="http://schemas.microsoft.com/office/drawing/2014/main" id="{0BFBE130-86AA-4988-BBA3-D443B3FF1FD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669288" y="4118185"/>
                  <a:ext cx="1242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18" name="Encre 117">
                  <a:extLst>
                    <a:ext uri="{FF2B5EF4-FFF2-40B4-BE49-F238E27FC236}">
                      <a16:creationId xmlns:a16="http://schemas.microsoft.com/office/drawing/2014/main" id="{5952B88D-23A0-4DB6-A5F7-7D03D9C31DDD}"/>
                    </a:ext>
                  </a:extLst>
                </p14:cNvPr>
                <p14:cNvContentPartPr/>
                <p14:nvPr/>
              </p14:nvContentPartPr>
              <p14:xfrm>
                <a:off x="7799608" y="4117465"/>
                <a:ext cx="46800" cy="144720"/>
              </p14:xfrm>
            </p:contentPart>
          </mc:Choice>
          <mc:Fallback xmlns="">
            <p:pic>
              <p:nvPicPr>
                <p:cNvPr id="118" name="Encre 117">
                  <a:extLst>
                    <a:ext uri="{FF2B5EF4-FFF2-40B4-BE49-F238E27FC236}">
                      <a16:creationId xmlns:a16="http://schemas.microsoft.com/office/drawing/2014/main" id="{5952B88D-23A0-4DB6-A5F7-7D03D9C31DD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790968" y="4108465"/>
                  <a:ext cx="644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19" name="Encre 118">
                  <a:extLst>
                    <a:ext uri="{FF2B5EF4-FFF2-40B4-BE49-F238E27FC236}">
                      <a16:creationId xmlns:a16="http://schemas.microsoft.com/office/drawing/2014/main" id="{AB49018C-1F65-40DB-AA47-8D7CD3DBC073}"/>
                    </a:ext>
                  </a:extLst>
                </p14:cNvPr>
                <p14:cNvContentPartPr/>
                <p14:nvPr/>
              </p14:nvContentPartPr>
              <p14:xfrm>
                <a:off x="7738048" y="4107025"/>
                <a:ext cx="150840" cy="13680"/>
              </p14:xfrm>
            </p:contentPart>
          </mc:Choice>
          <mc:Fallback xmlns="">
            <p:pic>
              <p:nvPicPr>
                <p:cNvPr id="119" name="Encre 118">
                  <a:extLst>
                    <a:ext uri="{FF2B5EF4-FFF2-40B4-BE49-F238E27FC236}">
                      <a16:creationId xmlns:a16="http://schemas.microsoft.com/office/drawing/2014/main" id="{AB49018C-1F65-40DB-AA47-8D7CD3DBC07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729408" y="4098385"/>
                  <a:ext cx="168480" cy="3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e 134">
            <a:extLst>
              <a:ext uri="{FF2B5EF4-FFF2-40B4-BE49-F238E27FC236}">
                <a16:creationId xmlns:a16="http://schemas.microsoft.com/office/drawing/2014/main" id="{26CF43D0-6EE8-4D98-B0F3-2E3D2DE624F5}"/>
              </a:ext>
            </a:extLst>
          </p:cNvPr>
          <p:cNvGrpSpPr/>
          <p:nvPr/>
        </p:nvGrpSpPr>
        <p:grpSpPr>
          <a:xfrm>
            <a:off x="6183928" y="5670145"/>
            <a:ext cx="662760" cy="313200"/>
            <a:chOff x="6183928" y="5670145"/>
            <a:chExt cx="662760" cy="31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29" name="Encre 128">
                  <a:extLst>
                    <a:ext uri="{FF2B5EF4-FFF2-40B4-BE49-F238E27FC236}">
                      <a16:creationId xmlns:a16="http://schemas.microsoft.com/office/drawing/2014/main" id="{009FEDE9-3027-48DC-ADA1-5538B4607317}"/>
                    </a:ext>
                  </a:extLst>
                </p14:cNvPr>
                <p14:cNvContentPartPr/>
                <p14:nvPr/>
              </p14:nvContentPartPr>
              <p14:xfrm>
                <a:off x="6232528" y="5713345"/>
                <a:ext cx="25560" cy="182520"/>
              </p14:xfrm>
            </p:contentPart>
          </mc:Choice>
          <mc:Fallback xmlns="">
            <p:pic>
              <p:nvPicPr>
                <p:cNvPr id="129" name="Encre 128">
                  <a:extLst>
                    <a:ext uri="{FF2B5EF4-FFF2-40B4-BE49-F238E27FC236}">
                      <a16:creationId xmlns:a16="http://schemas.microsoft.com/office/drawing/2014/main" id="{009FEDE9-3027-48DC-ADA1-5538B460731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223528" y="5704705"/>
                  <a:ext cx="432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30" name="Encre 129">
                  <a:extLst>
                    <a:ext uri="{FF2B5EF4-FFF2-40B4-BE49-F238E27FC236}">
                      <a16:creationId xmlns:a16="http://schemas.microsoft.com/office/drawing/2014/main" id="{1445C9BF-6E86-4252-9109-4BF78A160138}"/>
                    </a:ext>
                  </a:extLst>
                </p14:cNvPr>
                <p14:cNvContentPartPr/>
                <p14:nvPr/>
              </p14:nvContentPartPr>
              <p14:xfrm>
                <a:off x="6183928" y="5670145"/>
                <a:ext cx="260280" cy="261720"/>
              </p14:xfrm>
            </p:contentPart>
          </mc:Choice>
          <mc:Fallback xmlns="">
            <p:pic>
              <p:nvPicPr>
                <p:cNvPr id="130" name="Encre 129">
                  <a:extLst>
                    <a:ext uri="{FF2B5EF4-FFF2-40B4-BE49-F238E27FC236}">
                      <a16:creationId xmlns:a16="http://schemas.microsoft.com/office/drawing/2014/main" id="{1445C9BF-6E86-4252-9109-4BF78A16013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174928" y="5661505"/>
                  <a:ext cx="27792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31" name="Encre 130">
                  <a:extLst>
                    <a:ext uri="{FF2B5EF4-FFF2-40B4-BE49-F238E27FC236}">
                      <a16:creationId xmlns:a16="http://schemas.microsoft.com/office/drawing/2014/main" id="{E7C08D0F-4E66-4B5B-AE02-46997A2A02D9}"/>
                    </a:ext>
                  </a:extLst>
                </p14:cNvPr>
                <p14:cNvContentPartPr/>
                <p14:nvPr/>
              </p14:nvContentPartPr>
              <p14:xfrm>
                <a:off x="6439888" y="5781385"/>
                <a:ext cx="157320" cy="201960"/>
              </p14:xfrm>
            </p:contentPart>
          </mc:Choice>
          <mc:Fallback xmlns="">
            <p:pic>
              <p:nvPicPr>
                <p:cNvPr id="131" name="Encre 130">
                  <a:extLst>
                    <a:ext uri="{FF2B5EF4-FFF2-40B4-BE49-F238E27FC236}">
                      <a16:creationId xmlns:a16="http://schemas.microsoft.com/office/drawing/2014/main" id="{E7C08D0F-4E66-4B5B-AE02-46997A2A02D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431248" y="5772745"/>
                  <a:ext cx="1749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32" name="Encre 131">
                  <a:extLst>
                    <a:ext uri="{FF2B5EF4-FFF2-40B4-BE49-F238E27FC236}">
                      <a16:creationId xmlns:a16="http://schemas.microsoft.com/office/drawing/2014/main" id="{FE1BEBB8-6E7A-447A-8AD9-009B36581760}"/>
                    </a:ext>
                  </a:extLst>
                </p14:cNvPr>
                <p14:cNvContentPartPr/>
                <p14:nvPr/>
              </p14:nvContentPartPr>
              <p14:xfrm>
                <a:off x="6574528" y="5833585"/>
                <a:ext cx="132120" cy="137880"/>
              </p14:xfrm>
            </p:contentPart>
          </mc:Choice>
          <mc:Fallback xmlns="">
            <p:pic>
              <p:nvPicPr>
                <p:cNvPr id="132" name="Encre 131">
                  <a:extLst>
                    <a:ext uri="{FF2B5EF4-FFF2-40B4-BE49-F238E27FC236}">
                      <a16:creationId xmlns:a16="http://schemas.microsoft.com/office/drawing/2014/main" id="{FE1BEBB8-6E7A-447A-8AD9-009B3658176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565528" y="5824585"/>
                  <a:ext cx="1497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33" name="Encre 132">
                  <a:extLst>
                    <a:ext uri="{FF2B5EF4-FFF2-40B4-BE49-F238E27FC236}">
                      <a16:creationId xmlns:a16="http://schemas.microsoft.com/office/drawing/2014/main" id="{C8E1251C-61AE-4B82-9A15-FDC71D29EE73}"/>
                    </a:ext>
                  </a:extLst>
                </p14:cNvPr>
                <p14:cNvContentPartPr/>
                <p14:nvPr/>
              </p14:nvContentPartPr>
              <p14:xfrm>
                <a:off x="6761008" y="5813785"/>
                <a:ext cx="12960" cy="163440"/>
              </p14:xfrm>
            </p:contentPart>
          </mc:Choice>
          <mc:Fallback xmlns="">
            <p:pic>
              <p:nvPicPr>
                <p:cNvPr id="133" name="Encre 132">
                  <a:extLst>
                    <a:ext uri="{FF2B5EF4-FFF2-40B4-BE49-F238E27FC236}">
                      <a16:creationId xmlns:a16="http://schemas.microsoft.com/office/drawing/2014/main" id="{C8E1251C-61AE-4B82-9A15-FDC71D29EE7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752368" y="5804785"/>
                  <a:ext cx="3060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34" name="Encre 133">
                  <a:extLst>
                    <a:ext uri="{FF2B5EF4-FFF2-40B4-BE49-F238E27FC236}">
                      <a16:creationId xmlns:a16="http://schemas.microsoft.com/office/drawing/2014/main" id="{3C375459-341A-4234-983E-E591F979F214}"/>
                    </a:ext>
                  </a:extLst>
                </p14:cNvPr>
                <p14:cNvContentPartPr/>
                <p14:nvPr/>
              </p14:nvContentPartPr>
              <p14:xfrm>
                <a:off x="6633208" y="5796865"/>
                <a:ext cx="213480" cy="48960"/>
              </p14:xfrm>
            </p:contentPart>
          </mc:Choice>
          <mc:Fallback xmlns="">
            <p:pic>
              <p:nvPicPr>
                <p:cNvPr id="134" name="Encre 133">
                  <a:extLst>
                    <a:ext uri="{FF2B5EF4-FFF2-40B4-BE49-F238E27FC236}">
                      <a16:creationId xmlns:a16="http://schemas.microsoft.com/office/drawing/2014/main" id="{3C375459-341A-4234-983E-E591F979F21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624568" y="5788225"/>
                  <a:ext cx="231120" cy="6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e 142">
            <a:extLst>
              <a:ext uri="{FF2B5EF4-FFF2-40B4-BE49-F238E27FC236}">
                <a16:creationId xmlns:a16="http://schemas.microsoft.com/office/drawing/2014/main" id="{65C6CB94-45A4-418A-A960-6C291E1B264C}"/>
              </a:ext>
            </a:extLst>
          </p:cNvPr>
          <p:cNvGrpSpPr/>
          <p:nvPr/>
        </p:nvGrpSpPr>
        <p:grpSpPr>
          <a:xfrm>
            <a:off x="7556968" y="5473585"/>
            <a:ext cx="1144440" cy="629640"/>
            <a:chOff x="7556968" y="5473585"/>
            <a:chExt cx="1144440" cy="62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39" name="Encre 138">
                  <a:extLst>
                    <a:ext uri="{FF2B5EF4-FFF2-40B4-BE49-F238E27FC236}">
                      <a16:creationId xmlns:a16="http://schemas.microsoft.com/office/drawing/2014/main" id="{BDA2B361-BDA5-457F-8047-D0B45B9635A4}"/>
                    </a:ext>
                  </a:extLst>
                </p14:cNvPr>
                <p14:cNvContentPartPr/>
                <p14:nvPr/>
              </p14:nvContentPartPr>
              <p14:xfrm>
                <a:off x="7556968" y="5676625"/>
                <a:ext cx="712440" cy="222480"/>
              </p14:xfrm>
            </p:contentPart>
          </mc:Choice>
          <mc:Fallback xmlns="">
            <p:pic>
              <p:nvPicPr>
                <p:cNvPr id="139" name="Encre 138">
                  <a:extLst>
                    <a:ext uri="{FF2B5EF4-FFF2-40B4-BE49-F238E27FC236}">
                      <a16:creationId xmlns:a16="http://schemas.microsoft.com/office/drawing/2014/main" id="{BDA2B361-BDA5-457F-8047-D0B45B9635A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547968" y="5667985"/>
                  <a:ext cx="73008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40" name="Encre 139">
                  <a:extLst>
                    <a:ext uri="{FF2B5EF4-FFF2-40B4-BE49-F238E27FC236}">
                      <a16:creationId xmlns:a16="http://schemas.microsoft.com/office/drawing/2014/main" id="{271DA897-3EEF-44FF-86F1-952B543A0244}"/>
                    </a:ext>
                  </a:extLst>
                </p14:cNvPr>
                <p14:cNvContentPartPr/>
                <p14:nvPr/>
              </p14:nvContentPartPr>
              <p14:xfrm>
                <a:off x="8363368" y="5473585"/>
                <a:ext cx="83520" cy="629640"/>
              </p14:xfrm>
            </p:contentPart>
          </mc:Choice>
          <mc:Fallback xmlns="">
            <p:pic>
              <p:nvPicPr>
                <p:cNvPr id="140" name="Encre 139">
                  <a:extLst>
                    <a:ext uri="{FF2B5EF4-FFF2-40B4-BE49-F238E27FC236}">
                      <a16:creationId xmlns:a16="http://schemas.microsoft.com/office/drawing/2014/main" id="{271DA897-3EEF-44FF-86F1-952B543A024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354728" y="5464585"/>
                  <a:ext cx="101160" cy="64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41" name="Encre 140">
                  <a:extLst>
                    <a:ext uri="{FF2B5EF4-FFF2-40B4-BE49-F238E27FC236}">
                      <a16:creationId xmlns:a16="http://schemas.microsoft.com/office/drawing/2014/main" id="{EFDA0760-35FD-46EF-821B-1149A71580A1}"/>
                    </a:ext>
                  </a:extLst>
                </p14:cNvPr>
                <p14:cNvContentPartPr/>
                <p14:nvPr/>
              </p14:nvContentPartPr>
              <p14:xfrm>
                <a:off x="8482168" y="5594545"/>
                <a:ext cx="168480" cy="316080"/>
              </p14:xfrm>
            </p:contentPart>
          </mc:Choice>
          <mc:Fallback xmlns="">
            <p:pic>
              <p:nvPicPr>
                <p:cNvPr id="141" name="Encre 140">
                  <a:extLst>
                    <a:ext uri="{FF2B5EF4-FFF2-40B4-BE49-F238E27FC236}">
                      <a16:creationId xmlns:a16="http://schemas.microsoft.com/office/drawing/2014/main" id="{EFDA0760-35FD-46EF-821B-1149A71580A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473168" y="5585905"/>
                  <a:ext cx="18612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42" name="Encre 141">
                  <a:extLst>
                    <a:ext uri="{FF2B5EF4-FFF2-40B4-BE49-F238E27FC236}">
                      <a16:creationId xmlns:a16="http://schemas.microsoft.com/office/drawing/2014/main" id="{AD34E484-C9B3-4945-B80F-7D1CBE5E8E0E}"/>
                    </a:ext>
                  </a:extLst>
                </p14:cNvPr>
                <p14:cNvContentPartPr/>
                <p14:nvPr/>
              </p14:nvContentPartPr>
              <p14:xfrm>
                <a:off x="8672608" y="5930065"/>
                <a:ext cx="28800" cy="142200"/>
              </p14:xfrm>
            </p:contentPart>
          </mc:Choice>
          <mc:Fallback xmlns="">
            <p:pic>
              <p:nvPicPr>
                <p:cNvPr id="142" name="Encre 141">
                  <a:extLst>
                    <a:ext uri="{FF2B5EF4-FFF2-40B4-BE49-F238E27FC236}">
                      <a16:creationId xmlns:a16="http://schemas.microsoft.com/office/drawing/2014/main" id="{AD34E484-C9B3-4945-B80F-7D1CBE5E8E0E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663608" y="5921065"/>
                  <a:ext cx="46440" cy="15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e 148">
            <a:extLst>
              <a:ext uri="{FF2B5EF4-FFF2-40B4-BE49-F238E27FC236}">
                <a16:creationId xmlns:a16="http://schemas.microsoft.com/office/drawing/2014/main" id="{F19D0536-9DA9-4178-A459-5F04E0AF94AF}"/>
              </a:ext>
            </a:extLst>
          </p:cNvPr>
          <p:cNvGrpSpPr/>
          <p:nvPr/>
        </p:nvGrpSpPr>
        <p:grpSpPr>
          <a:xfrm>
            <a:off x="8825608" y="5644945"/>
            <a:ext cx="737280" cy="374400"/>
            <a:chOff x="8825608" y="5644945"/>
            <a:chExt cx="737280" cy="37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44" name="Encre 143">
                  <a:extLst>
                    <a:ext uri="{FF2B5EF4-FFF2-40B4-BE49-F238E27FC236}">
                      <a16:creationId xmlns:a16="http://schemas.microsoft.com/office/drawing/2014/main" id="{D473E596-D264-474E-8C0D-326693CE3016}"/>
                    </a:ext>
                  </a:extLst>
                </p14:cNvPr>
                <p14:cNvContentPartPr/>
                <p14:nvPr/>
              </p14:nvContentPartPr>
              <p14:xfrm>
                <a:off x="8825608" y="5644945"/>
                <a:ext cx="266760" cy="329040"/>
              </p14:xfrm>
            </p:contentPart>
          </mc:Choice>
          <mc:Fallback xmlns="">
            <p:pic>
              <p:nvPicPr>
                <p:cNvPr id="144" name="Encre 143">
                  <a:extLst>
                    <a:ext uri="{FF2B5EF4-FFF2-40B4-BE49-F238E27FC236}">
                      <a16:creationId xmlns:a16="http://schemas.microsoft.com/office/drawing/2014/main" id="{D473E596-D264-474E-8C0D-326693CE301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816968" y="5636305"/>
                  <a:ext cx="28440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45" name="Encre 144">
                  <a:extLst>
                    <a:ext uri="{FF2B5EF4-FFF2-40B4-BE49-F238E27FC236}">
                      <a16:creationId xmlns:a16="http://schemas.microsoft.com/office/drawing/2014/main" id="{416C2AF2-B74E-4888-AD09-2B8FADD4FBB6}"/>
                    </a:ext>
                  </a:extLst>
                </p14:cNvPr>
                <p14:cNvContentPartPr/>
                <p14:nvPr/>
              </p14:nvContentPartPr>
              <p14:xfrm>
                <a:off x="9121168" y="5838265"/>
                <a:ext cx="183240" cy="181080"/>
              </p14:xfrm>
            </p:contentPart>
          </mc:Choice>
          <mc:Fallback xmlns="">
            <p:pic>
              <p:nvPicPr>
                <p:cNvPr id="145" name="Encre 144">
                  <a:extLst>
                    <a:ext uri="{FF2B5EF4-FFF2-40B4-BE49-F238E27FC236}">
                      <a16:creationId xmlns:a16="http://schemas.microsoft.com/office/drawing/2014/main" id="{416C2AF2-B74E-4888-AD09-2B8FADD4FBB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112528" y="5829625"/>
                  <a:ext cx="2008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46" name="Encre 145">
                  <a:extLst>
                    <a:ext uri="{FF2B5EF4-FFF2-40B4-BE49-F238E27FC236}">
                      <a16:creationId xmlns:a16="http://schemas.microsoft.com/office/drawing/2014/main" id="{A2D29AA4-94D3-4E70-87FC-F8D1D689C3C7}"/>
                    </a:ext>
                  </a:extLst>
                </p14:cNvPr>
                <p14:cNvContentPartPr/>
                <p14:nvPr/>
              </p14:nvContentPartPr>
              <p14:xfrm>
                <a:off x="9350848" y="5844745"/>
                <a:ext cx="118440" cy="169560"/>
              </p14:xfrm>
            </p:contentPart>
          </mc:Choice>
          <mc:Fallback xmlns="">
            <p:pic>
              <p:nvPicPr>
                <p:cNvPr id="146" name="Encre 145">
                  <a:extLst>
                    <a:ext uri="{FF2B5EF4-FFF2-40B4-BE49-F238E27FC236}">
                      <a16:creationId xmlns:a16="http://schemas.microsoft.com/office/drawing/2014/main" id="{A2D29AA4-94D3-4E70-87FC-F8D1D689C3C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341848" y="5836105"/>
                  <a:ext cx="13608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47" name="Encre 146">
                  <a:extLst>
                    <a:ext uri="{FF2B5EF4-FFF2-40B4-BE49-F238E27FC236}">
                      <a16:creationId xmlns:a16="http://schemas.microsoft.com/office/drawing/2014/main" id="{5C2AE32F-8C15-4DDB-AE68-21F7042D64A3}"/>
                    </a:ext>
                  </a:extLst>
                </p14:cNvPr>
                <p14:cNvContentPartPr/>
                <p14:nvPr/>
              </p14:nvContentPartPr>
              <p14:xfrm>
                <a:off x="9300088" y="5946985"/>
                <a:ext cx="134640" cy="10080"/>
              </p14:xfrm>
            </p:contentPart>
          </mc:Choice>
          <mc:Fallback xmlns="">
            <p:pic>
              <p:nvPicPr>
                <p:cNvPr id="147" name="Encre 146">
                  <a:extLst>
                    <a:ext uri="{FF2B5EF4-FFF2-40B4-BE49-F238E27FC236}">
                      <a16:creationId xmlns:a16="http://schemas.microsoft.com/office/drawing/2014/main" id="{5C2AE32F-8C15-4DDB-AE68-21F7042D64A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291448" y="5937985"/>
                  <a:ext cx="1522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48" name="Encre 147">
                  <a:extLst>
                    <a:ext uri="{FF2B5EF4-FFF2-40B4-BE49-F238E27FC236}">
                      <a16:creationId xmlns:a16="http://schemas.microsoft.com/office/drawing/2014/main" id="{49B34506-3FED-440B-BD5F-28DD0AA2A543}"/>
                    </a:ext>
                  </a:extLst>
                </p14:cNvPr>
                <p14:cNvContentPartPr/>
                <p14:nvPr/>
              </p14:nvContentPartPr>
              <p14:xfrm>
                <a:off x="9471088" y="5890105"/>
                <a:ext cx="91800" cy="118080"/>
              </p14:xfrm>
            </p:contentPart>
          </mc:Choice>
          <mc:Fallback xmlns="">
            <p:pic>
              <p:nvPicPr>
                <p:cNvPr id="148" name="Encre 147">
                  <a:extLst>
                    <a:ext uri="{FF2B5EF4-FFF2-40B4-BE49-F238E27FC236}">
                      <a16:creationId xmlns:a16="http://schemas.microsoft.com/office/drawing/2014/main" id="{49B34506-3FED-440B-BD5F-28DD0AA2A54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462088" y="5881105"/>
                  <a:ext cx="109440" cy="13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e 155">
            <a:extLst>
              <a:ext uri="{FF2B5EF4-FFF2-40B4-BE49-F238E27FC236}">
                <a16:creationId xmlns:a16="http://schemas.microsoft.com/office/drawing/2014/main" id="{AE22845F-B8D1-4093-AA4B-A9E73CE0D4CE}"/>
              </a:ext>
            </a:extLst>
          </p:cNvPr>
          <p:cNvGrpSpPr/>
          <p:nvPr/>
        </p:nvGrpSpPr>
        <p:grpSpPr>
          <a:xfrm>
            <a:off x="10453888" y="5669425"/>
            <a:ext cx="374040" cy="352800"/>
            <a:chOff x="10453888" y="5669425"/>
            <a:chExt cx="374040" cy="35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54" name="Encre 153">
                  <a:extLst>
                    <a:ext uri="{FF2B5EF4-FFF2-40B4-BE49-F238E27FC236}">
                      <a16:creationId xmlns:a16="http://schemas.microsoft.com/office/drawing/2014/main" id="{7E315F5F-91AE-40E1-A3F5-55ADDB5EDF25}"/>
                    </a:ext>
                  </a:extLst>
                </p14:cNvPr>
                <p14:cNvContentPartPr/>
                <p14:nvPr/>
              </p14:nvContentPartPr>
              <p14:xfrm>
                <a:off x="10641448" y="5708665"/>
                <a:ext cx="8280" cy="209880"/>
              </p14:xfrm>
            </p:contentPart>
          </mc:Choice>
          <mc:Fallback xmlns="">
            <p:pic>
              <p:nvPicPr>
                <p:cNvPr id="154" name="Encre 153">
                  <a:extLst>
                    <a:ext uri="{FF2B5EF4-FFF2-40B4-BE49-F238E27FC236}">
                      <a16:creationId xmlns:a16="http://schemas.microsoft.com/office/drawing/2014/main" id="{7E315F5F-91AE-40E1-A3F5-55ADDB5EDF2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632448" y="5700025"/>
                  <a:ext cx="2592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55" name="Encre 154">
                  <a:extLst>
                    <a:ext uri="{FF2B5EF4-FFF2-40B4-BE49-F238E27FC236}">
                      <a16:creationId xmlns:a16="http://schemas.microsoft.com/office/drawing/2014/main" id="{7881E1BE-3FB7-481B-8733-55E58FA3B259}"/>
                    </a:ext>
                  </a:extLst>
                </p14:cNvPr>
                <p14:cNvContentPartPr/>
                <p14:nvPr/>
              </p14:nvContentPartPr>
              <p14:xfrm>
                <a:off x="10453888" y="5669425"/>
                <a:ext cx="374040" cy="352800"/>
              </p14:xfrm>
            </p:contentPart>
          </mc:Choice>
          <mc:Fallback xmlns="">
            <p:pic>
              <p:nvPicPr>
                <p:cNvPr id="155" name="Encre 154">
                  <a:extLst>
                    <a:ext uri="{FF2B5EF4-FFF2-40B4-BE49-F238E27FC236}">
                      <a16:creationId xmlns:a16="http://schemas.microsoft.com/office/drawing/2014/main" id="{7881E1BE-3FB7-481B-8733-55E58FA3B25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444888" y="5660425"/>
                  <a:ext cx="391680" cy="370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59" name="Encre 158">
                <a:extLst>
                  <a:ext uri="{FF2B5EF4-FFF2-40B4-BE49-F238E27FC236}">
                    <a16:creationId xmlns:a16="http://schemas.microsoft.com/office/drawing/2014/main" id="{889F86BB-B4E7-4BEC-8D9D-35307BD4CB2F}"/>
                  </a:ext>
                </a:extLst>
              </p14:cNvPr>
              <p14:cNvContentPartPr/>
              <p14:nvPr/>
            </p14:nvContentPartPr>
            <p14:xfrm>
              <a:off x="10979128" y="5593105"/>
              <a:ext cx="110160" cy="633600"/>
            </p14:xfrm>
          </p:contentPart>
        </mc:Choice>
        <mc:Fallback xmlns="">
          <p:pic>
            <p:nvPicPr>
              <p:cNvPr id="159" name="Encre 158">
                <a:extLst>
                  <a:ext uri="{FF2B5EF4-FFF2-40B4-BE49-F238E27FC236}">
                    <a16:creationId xmlns:a16="http://schemas.microsoft.com/office/drawing/2014/main" id="{889F86BB-B4E7-4BEC-8D9D-35307BD4CB2F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10970488" y="5584105"/>
                <a:ext cx="127800" cy="651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4" name="Groupe 163">
            <a:extLst>
              <a:ext uri="{FF2B5EF4-FFF2-40B4-BE49-F238E27FC236}">
                <a16:creationId xmlns:a16="http://schemas.microsoft.com/office/drawing/2014/main" id="{4576FDBF-8C28-4E54-89FC-E5AD3E8DE83B}"/>
              </a:ext>
            </a:extLst>
          </p:cNvPr>
          <p:cNvGrpSpPr/>
          <p:nvPr/>
        </p:nvGrpSpPr>
        <p:grpSpPr>
          <a:xfrm>
            <a:off x="9668008" y="5639905"/>
            <a:ext cx="587160" cy="414720"/>
            <a:chOff x="9668008" y="5639905"/>
            <a:chExt cx="587160" cy="41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61" name="Encre 160">
                  <a:extLst>
                    <a:ext uri="{FF2B5EF4-FFF2-40B4-BE49-F238E27FC236}">
                      <a16:creationId xmlns:a16="http://schemas.microsoft.com/office/drawing/2014/main" id="{26B5C5C2-CD69-4DF9-8746-C87863DC092A}"/>
                    </a:ext>
                  </a:extLst>
                </p14:cNvPr>
                <p14:cNvContentPartPr/>
                <p14:nvPr/>
              </p14:nvContentPartPr>
              <p14:xfrm>
                <a:off x="9668008" y="5839705"/>
                <a:ext cx="110160" cy="30960"/>
              </p14:xfrm>
            </p:contentPart>
          </mc:Choice>
          <mc:Fallback xmlns="">
            <p:pic>
              <p:nvPicPr>
                <p:cNvPr id="161" name="Encre 160">
                  <a:extLst>
                    <a:ext uri="{FF2B5EF4-FFF2-40B4-BE49-F238E27FC236}">
                      <a16:creationId xmlns:a16="http://schemas.microsoft.com/office/drawing/2014/main" id="{26B5C5C2-CD69-4DF9-8746-C87863DC092A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659368" y="5830705"/>
                  <a:ext cx="1278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62" name="Encre 161">
                  <a:extLst>
                    <a:ext uri="{FF2B5EF4-FFF2-40B4-BE49-F238E27FC236}">
                      <a16:creationId xmlns:a16="http://schemas.microsoft.com/office/drawing/2014/main" id="{AB784B41-EC3C-4DCA-BED7-4F39932D7F5E}"/>
                    </a:ext>
                  </a:extLst>
                </p14:cNvPr>
                <p14:cNvContentPartPr/>
                <p14:nvPr/>
              </p14:nvContentPartPr>
              <p14:xfrm>
                <a:off x="9903088" y="5660425"/>
                <a:ext cx="333720" cy="394200"/>
              </p14:xfrm>
            </p:contentPart>
          </mc:Choice>
          <mc:Fallback xmlns="">
            <p:pic>
              <p:nvPicPr>
                <p:cNvPr id="162" name="Encre 161">
                  <a:extLst>
                    <a:ext uri="{FF2B5EF4-FFF2-40B4-BE49-F238E27FC236}">
                      <a16:creationId xmlns:a16="http://schemas.microsoft.com/office/drawing/2014/main" id="{AB784B41-EC3C-4DCA-BED7-4F39932D7F5E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894088" y="5651425"/>
                  <a:ext cx="35136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63" name="Encre 162">
                  <a:extLst>
                    <a:ext uri="{FF2B5EF4-FFF2-40B4-BE49-F238E27FC236}">
                      <a16:creationId xmlns:a16="http://schemas.microsoft.com/office/drawing/2014/main" id="{86365320-B650-44CC-ACE4-0BF74CCDF78D}"/>
                    </a:ext>
                  </a:extLst>
                </p14:cNvPr>
                <p14:cNvContentPartPr/>
                <p14:nvPr/>
              </p14:nvContentPartPr>
              <p14:xfrm>
                <a:off x="9843328" y="5639905"/>
                <a:ext cx="411840" cy="405000"/>
              </p14:xfrm>
            </p:contentPart>
          </mc:Choice>
          <mc:Fallback xmlns="">
            <p:pic>
              <p:nvPicPr>
                <p:cNvPr id="163" name="Encre 162">
                  <a:extLst>
                    <a:ext uri="{FF2B5EF4-FFF2-40B4-BE49-F238E27FC236}">
                      <a16:creationId xmlns:a16="http://schemas.microsoft.com/office/drawing/2014/main" id="{86365320-B650-44CC-ACE4-0BF74CCDF78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834328" y="5630905"/>
                  <a:ext cx="429480" cy="42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e 165">
            <a:extLst>
              <a:ext uri="{FF2B5EF4-FFF2-40B4-BE49-F238E27FC236}">
                <a16:creationId xmlns:a16="http://schemas.microsoft.com/office/drawing/2014/main" id="{134BF631-D2DC-4A04-9F9D-8C870472FF2D}"/>
              </a:ext>
            </a:extLst>
          </p:cNvPr>
          <p:cNvGrpSpPr/>
          <p:nvPr/>
        </p:nvGrpSpPr>
        <p:grpSpPr>
          <a:xfrm>
            <a:off x="6004288" y="5445145"/>
            <a:ext cx="1291320" cy="870120"/>
            <a:chOff x="6004288" y="5445145"/>
            <a:chExt cx="1291320" cy="87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36" name="Encre 135">
                  <a:extLst>
                    <a:ext uri="{FF2B5EF4-FFF2-40B4-BE49-F238E27FC236}">
                      <a16:creationId xmlns:a16="http://schemas.microsoft.com/office/drawing/2014/main" id="{7979003F-B60F-46D8-96F2-736CAA5B971F}"/>
                    </a:ext>
                  </a:extLst>
                </p14:cNvPr>
                <p14:cNvContentPartPr/>
                <p14:nvPr/>
              </p14:nvContentPartPr>
              <p14:xfrm>
                <a:off x="7151248" y="5909545"/>
                <a:ext cx="135360" cy="12960"/>
              </p14:xfrm>
            </p:contentPart>
          </mc:Choice>
          <mc:Fallback xmlns="">
            <p:pic>
              <p:nvPicPr>
                <p:cNvPr id="136" name="Encre 135">
                  <a:extLst>
                    <a:ext uri="{FF2B5EF4-FFF2-40B4-BE49-F238E27FC236}">
                      <a16:creationId xmlns:a16="http://schemas.microsoft.com/office/drawing/2014/main" id="{7979003F-B60F-46D8-96F2-736CAA5B971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142248" y="5900905"/>
                  <a:ext cx="1530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37" name="Encre 136">
                  <a:extLst>
                    <a:ext uri="{FF2B5EF4-FFF2-40B4-BE49-F238E27FC236}">
                      <a16:creationId xmlns:a16="http://schemas.microsoft.com/office/drawing/2014/main" id="{2CE71400-B324-49BE-8AA8-0AF6EE99C751}"/>
                    </a:ext>
                  </a:extLst>
                </p14:cNvPr>
                <p14:cNvContentPartPr/>
                <p14:nvPr/>
              </p14:nvContentPartPr>
              <p14:xfrm>
                <a:off x="7121728" y="5963185"/>
                <a:ext cx="173880" cy="12960"/>
              </p14:xfrm>
            </p:contentPart>
          </mc:Choice>
          <mc:Fallback xmlns="">
            <p:pic>
              <p:nvPicPr>
                <p:cNvPr id="137" name="Encre 136">
                  <a:extLst>
                    <a:ext uri="{FF2B5EF4-FFF2-40B4-BE49-F238E27FC236}">
                      <a16:creationId xmlns:a16="http://schemas.microsoft.com/office/drawing/2014/main" id="{2CE71400-B324-49BE-8AA8-0AF6EE99C75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112728" y="5954545"/>
                  <a:ext cx="1915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65" name="Encre 164">
                  <a:extLst>
                    <a:ext uri="{FF2B5EF4-FFF2-40B4-BE49-F238E27FC236}">
                      <a16:creationId xmlns:a16="http://schemas.microsoft.com/office/drawing/2014/main" id="{2DB32683-78F9-4F6C-BBC0-E3F1AEB166C1}"/>
                    </a:ext>
                  </a:extLst>
                </p14:cNvPr>
                <p14:cNvContentPartPr/>
                <p14:nvPr/>
              </p14:nvContentPartPr>
              <p14:xfrm>
                <a:off x="6004288" y="5445145"/>
                <a:ext cx="1099080" cy="870120"/>
              </p14:xfrm>
            </p:contentPart>
          </mc:Choice>
          <mc:Fallback xmlns="">
            <p:pic>
              <p:nvPicPr>
                <p:cNvPr id="165" name="Encre 164">
                  <a:extLst>
                    <a:ext uri="{FF2B5EF4-FFF2-40B4-BE49-F238E27FC236}">
                      <a16:creationId xmlns:a16="http://schemas.microsoft.com/office/drawing/2014/main" id="{2DB32683-78F9-4F6C-BBC0-E3F1AEB166C1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995288" y="5436145"/>
                  <a:ext cx="1116720" cy="88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1" name="Groupe 180">
            <a:extLst>
              <a:ext uri="{FF2B5EF4-FFF2-40B4-BE49-F238E27FC236}">
                <a16:creationId xmlns:a16="http://schemas.microsoft.com/office/drawing/2014/main" id="{140B20DB-81A9-404A-818F-CA3588926F35}"/>
              </a:ext>
            </a:extLst>
          </p:cNvPr>
          <p:cNvGrpSpPr/>
          <p:nvPr/>
        </p:nvGrpSpPr>
        <p:grpSpPr>
          <a:xfrm>
            <a:off x="1641088" y="5632705"/>
            <a:ext cx="739440" cy="486360"/>
            <a:chOff x="1641088" y="5632705"/>
            <a:chExt cx="739440" cy="48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77" name="Encre 176">
                  <a:extLst>
                    <a:ext uri="{FF2B5EF4-FFF2-40B4-BE49-F238E27FC236}">
                      <a16:creationId xmlns:a16="http://schemas.microsoft.com/office/drawing/2014/main" id="{F2A99253-52FA-4EE5-9F96-7069D87CCA8B}"/>
                    </a:ext>
                  </a:extLst>
                </p14:cNvPr>
                <p14:cNvContentPartPr/>
                <p14:nvPr/>
              </p14:nvContentPartPr>
              <p14:xfrm>
                <a:off x="1706968" y="5632705"/>
                <a:ext cx="258840" cy="372960"/>
              </p14:xfrm>
            </p:contentPart>
          </mc:Choice>
          <mc:Fallback xmlns="">
            <p:pic>
              <p:nvPicPr>
                <p:cNvPr id="177" name="Encre 176">
                  <a:extLst>
                    <a:ext uri="{FF2B5EF4-FFF2-40B4-BE49-F238E27FC236}">
                      <a16:creationId xmlns:a16="http://schemas.microsoft.com/office/drawing/2014/main" id="{F2A99253-52FA-4EE5-9F96-7069D87CCA8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698328" y="5624065"/>
                  <a:ext cx="27648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78" name="Encre 177">
                  <a:extLst>
                    <a:ext uri="{FF2B5EF4-FFF2-40B4-BE49-F238E27FC236}">
                      <a16:creationId xmlns:a16="http://schemas.microsoft.com/office/drawing/2014/main" id="{E38B349F-9CB4-4EDC-A1DD-C52D358549A2}"/>
                    </a:ext>
                  </a:extLst>
                </p14:cNvPr>
                <p14:cNvContentPartPr/>
                <p14:nvPr/>
              </p14:nvContentPartPr>
              <p14:xfrm>
                <a:off x="1755568" y="5715865"/>
                <a:ext cx="466560" cy="225000"/>
              </p14:xfrm>
            </p:contentPart>
          </mc:Choice>
          <mc:Fallback xmlns="">
            <p:pic>
              <p:nvPicPr>
                <p:cNvPr id="178" name="Encre 177">
                  <a:extLst>
                    <a:ext uri="{FF2B5EF4-FFF2-40B4-BE49-F238E27FC236}">
                      <a16:creationId xmlns:a16="http://schemas.microsoft.com/office/drawing/2014/main" id="{E38B349F-9CB4-4EDC-A1DD-C52D358549A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746928" y="5706865"/>
                  <a:ext cx="48420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79" name="Encre 178">
                  <a:extLst>
                    <a:ext uri="{FF2B5EF4-FFF2-40B4-BE49-F238E27FC236}">
                      <a16:creationId xmlns:a16="http://schemas.microsoft.com/office/drawing/2014/main" id="{EE485E49-8684-41A6-9619-B8BB1D24C777}"/>
                    </a:ext>
                  </a:extLst>
                </p14:cNvPr>
                <p14:cNvContentPartPr/>
                <p14:nvPr/>
              </p14:nvContentPartPr>
              <p14:xfrm>
                <a:off x="2190088" y="5729185"/>
                <a:ext cx="190440" cy="221040"/>
              </p14:xfrm>
            </p:contentPart>
          </mc:Choice>
          <mc:Fallback xmlns="">
            <p:pic>
              <p:nvPicPr>
                <p:cNvPr id="179" name="Encre 178">
                  <a:extLst>
                    <a:ext uri="{FF2B5EF4-FFF2-40B4-BE49-F238E27FC236}">
                      <a16:creationId xmlns:a16="http://schemas.microsoft.com/office/drawing/2014/main" id="{EE485E49-8684-41A6-9619-B8BB1D24C77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181448" y="5720185"/>
                  <a:ext cx="20808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80" name="Encre 179">
                  <a:extLst>
                    <a:ext uri="{FF2B5EF4-FFF2-40B4-BE49-F238E27FC236}">
                      <a16:creationId xmlns:a16="http://schemas.microsoft.com/office/drawing/2014/main" id="{2C2F3839-FE5A-44D2-B356-1E4E9A830205}"/>
                    </a:ext>
                  </a:extLst>
                </p14:cNvPr>
                <p14:cNvContentPartPr/>
                <p14:nvPr/>
              </p14:nvContentPartPr>
              <p14:xfrm>
                <a:off x="1641088" y="6046705"/>
                <a:ext cx="686160" cy="72360"/>
              </p14:xfrm>
            </p:contentPart>
          </mc:Choice>
          <mc:Fallback xmlns="">
            <p:pic>
              <p:nvPicPr>
                <p:cNvPr id="180" name="Encre 179">
                  <a:extLst>
                    <a:ext uri="{FF2B5EF4-FFF2-40B4-BE49-F238E27FC236}">
                      <a16:creationId xmlns:a16="http://schemas.microsoft.com/office/drawing/2014/main" id="{2C2F3839-FE5A-44D2-B356-1E4E9A830205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632088" y="6037705"/>
                  <a:ext cx="703800" cy="9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1" name="Groupe 190">
            <a:extLst>
              <a:ext uri="{FF2B5EF4-FFF2-40B4-BE49-F238E27FC236}">
                <a16:creationId xmlns:a16="http://schemas.microsoft.com/office/drawing/2014/main" id="{4B8E2CB5-553D-465E-94DE-2F4EAA544867}"/>
              </a:ext>
            </a:extLst>
          </p:cNvPr>
          <p:cNvGrpSpPr/>
          <p:nvPr/>
        </p:nvGrpSpPr>
        <p:grpSpPr>
          <a:xfrm>
            <a:off x="2740888" y="5691385"/>
            <a:ext cx="2966040" cy="456120"/>
            <a:chOff x="2740888" y="5691385"/>
            <a:chExt cx="2966040" cy="45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82" name="Encre 181">
                  <a:extLst>
                    <a:ext uri="{FF2B5EF4-FFF2-40B4-BE49-F238E27FC236}">
                      <a16:creationId xmlns:a16="http://schemas.microsoft.com/office/drawing/2014/main" id="{0DEE14F9-1DCE-4ACC-B224-FD73EF85C397}"/>
                    </a:ext>
                  </a:extLst>
                </p14:cNvPr>
                <p14:cNvContentPartPr/>
                <p14:nvPr/>
              </p14:nvContentPartPr>
              <p14:xfrm>
                <a:off x="2740888" y="5748985"/>
                <a:ext cx="202320" cy="398520"/>
              </p14:xfrm>
            </p:contentPart>
          </mc:Choice>
          <mc:Fallback xmlns="">
            <p:pic>
              <p:nvPicPr>
                <p:cNvPr id="182" name="Encre 181">
                  <a:extLst>
                    <a:ext uri="{FF2B5EF4-FFF2-40B4-BE49-F238E27FC236}">
                      <a16:creationId xmlns:a16="http://schemas.microsoft.com/office/drawing/2014/main" id="{0DEE14F9-1DCE-4ACC-B224-FD73EF85C397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732248" y="5740345"/>
                  <a:ext cx="21996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83" name="Encre 182">
                  <a:extLst>
                    <a:ext uri="{FF2B5EF4-FFF2-40B4-BE49-F238E27FC236}">
                      <a16:creationId xmlns:a16="http://schemas.microsoft.com/office/drawing/2014/main" id="{F36052D2-21B9-4CF4-97F9-06C92F04A9B6}"/>
                    </a:ext>
                  </a:extLst>
                </p14:cNvPr>
                <p14:cNvContentPartPr/>
                <p14:nvPr/>
              </p14:nvContentPartPr>
              <p14:xfrm>
                <a:off x="2976688" y="5743585"/>
                <a:ext cx="752040" cy="199440"/>
              </p14:xfrm>
            </p:contentPart>
          </mc:Choice>
          <mc:Fallback xmlns="">
            <p:pic>
              <p:nvPicPr>
                <p:cNvPr id="183" name="Encre 182">
                  <a:extLst>
                    <a:ext uri="{FF2B5EF4-FFF2-40B4-BE49-F238E27FC236}">
                      <a16:creationId xmlns:a16="http://schemas.microsoft.com/office/drawing/2014/main" id="{F36052D2-21B9-4CF4-97F9-06C92F04A9B6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968048" y="5734585"/>
                  <a:ext cx="7696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84" name="Encre 183">
                  <a:extLst>
                    <a:ext uri="{FF2B5EF4-FFF2-40B4-BE49-F238E27FC236}">
                      <a16:creationId xmlns:a16="http://schemas.microsoft.com/office/drawing/2014/main" id="{0EE6E518-1182-41D2-9F1B-F620B27B6CEB}"/>
                    </a:ext>
                  </a:extLst>
                </p14:cNvPr>
                <p14:cNvContentPartPr/>
                <p14:nvPr/>
              </p14:nvContentPartPr>
              <p14:xfrm>
                <a:off x="3772648" y="5771665"/>
                <a:ext cx="33480" cy="146880"/>
              </p14:xfrm>
            </p:contentPart>
          </mc:Choice>
          <mc:Fallback xmlns="">
            <p:pic>
              <p:nvPicPr>
                <p:cNvPr id="184" name="Encre 183">
                  <a:extLst>
                    <a:ext uri="{FF2B5EF4-FFF2-40B4-BE49-F238E27FC236}">
                      <a16:creationId xmlns:a16="http://schemas.microsoft.com/office/drawing/2014/main" id="{0EE6E518-1182-41D2-9F1B-F620B27B6CE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763648" y="5763025"/>
                  <a:ext cx="5112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85" name="Encre 184">
                  <a:extLst>
                    <a:ext uri="{FF2B5EF4-FFF2-40B4-BE49-F238E27FC236}">
                      <a16:creationId xmlns:a16="http://schemas.microsoft.com/office/drawing/2014/main" id="{76C7B573-BF5A-460E-91E0-F423BC063D76}"/>
                    </a:ext>
                  </a:extLst>
                </p14:cNvPr>
                <p14:cNvContentPartPr/>
                <p14:nvPr/>
              </p14:nvContentPartPr>
              <p14:xfrm>
                <a:off x="3809008" y="5691385"/>
                <a:ext cx="26640" cy="61560"/>
              </p14:xfrm>
            </p:contentPart>
          </mc:Choice>
          <mc:Fallback xmlns="">
            <p:pic>
              <p:nvPicPr>
                <p:cNvPr id="185" name="Encre 184">
                  <a:extLst>
                    <a:ext uri="{FF2B5EF4-FFF2-40B4-BE49-F238E27FC236}">
                      <a16:creationId xmlns:a16="http://schemas.microsoft.com/office/drawing/2014/main" id="{76C7B573-BF5A-460E-91E0-F423BC063D76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800368" y="5682385"/>
                  <a:ext cx="442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86" name="Encre 185">
                  <a:extLst>
                    <a:ext uri="{FF2B5EF4-FFF2-40B4-BE49-F238E27FC236}">
                      <a16:creationId xmlns:a16="http://schemas.microsoft.com/office/drawing/2014/main" id="{FDC5208F-6CBB-48B2-8A38-1751887E8845}"/>
                    </a:ext>
                  </a:extLst>
                </p14:cNvPr>
                <p14:cNvContentPartPr/>
                <p14:nvPr/>
              </p14:nvContentPartPr>
              <p14:xfrm>
                <a:off x="3907648" y="5723425"/>
                <a:ext cx="378720" cy="364680"/>
              </p14:xfrm>
            </p:contentPart>
          </mc:Choice>
          <mc:Fallback xmlns="">
            <p:pic>
              <p:nvPicPr>
                <p:cNvPr id="186" name="Encre 185">
                  <a:extLst>
                    <a:ext uri="{FF2B5EF4-FFF2-40B4-BE49-F238E27FC236}">
                      <a16:creationId xmlns:a16="http://schemas.microsoft.com/office/drawing/2014/main" id="{FDC5208F-6CBB-48B2-8A38-1751887E8845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899008" y="5714425"/>
                  <a:ext cx="39636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87" name="Encre 186">
                  <a:extLst>
                    <a:ext uri="{FF2B5EF4-FFF2-40B4-BE49-F238E27FC236}">
                      <a16:creationId xmlns:a16="http://schemas.microsoft.com/office/drawing/2014/main" id="{A0FD90A4-F1FC-45E0-A00B-4ABE61847B10}"/>
                    </a:ext>
                  </a:extLst>
                </p14:cNvPr>
                <p14:cNvContentPartPr/>
                <p14:nvPr/>
              </p14:nvContentPartPr>
              <p14:xfrm>
                <a:off x="4415608" y="5710105"/>
                <a:ext cx="272520" cy="189360"/>
              </p14:xfrm>
            </p:contentPart>
          </mc:Choice>
          <mc:Fallback xmlns="">
            <p:pic>
              <p:nvPicPr>
                <p:cNvPr id="187" name="Encre 186">
                  <a:extLst>
                    <a:ext uri="{FF2B5EF4-FFF2-40B4-BE49-F238E27FC236}">
                      <a16:creationId xmlns:a16="http://schemas.microsoft.com/office/drawing/2014/main" id="{A0FD90A4-F1FC-45E0-A00B-4ABE61847B1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406968" y="5701105"/>
                  <a:ext cx="29016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88" name="Encre 187">
                  <a:extLst>
                    <a:ext uri="{FF2B5EF4-FFF2-40B4-BE49-F238E27FC236}">
                      <a16:creationId xmlns:a16="http://schemas.microsoft.com/office/drawing/2014/main" id="{81C5BA5B-262F-4D52-8751-FDB014C96029}"/>
                    </a:ext>
                  </a:extLst>
                </p14:cNvPr>
                <p14:cNvContentPartPr/>
                <p14:nvPr/>
              </p14:nvContentPartPr>
              <p14:xfrm>
                <a:off x="4670128" y="5724865"/>
                <a:ext cx="399600" cy="317880"/>
              </p14:xfrm>
            </p:contentPart>
          </mc:Choice>
          <mc:Fallback xmlns="">
            <p:pic>
              <p:nvPicPr>
                <p:cNvPr id="188" name="Encre 187">
                  <a:extLst>
                    <a:ext uri="{FF2B5EF4-FFF2-40B4-BE49-F238E27FC236}">
                      <a16:creationId xmlns:a16="http://schemas.microsoft.com/office/drawing/2014/main" id="{81C5BA5B-262F-4D52-8751-FDB014C96029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661488" y="5715865"/>
                  <a:ext cx="41724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89" name="Encre 188">
                  <a:extLst>
                    <a:ext uri="{FF2B5EF4-FFF2-40B4-BE49-F238E27FC236}">
                      <a16:creationId xmlns:a16="http://schemas.microsoft.com/office/drawing/2014/main" id="{3E9FC47F-2E88-4D22-A137-D64905ADBA07}"/>
                    </a:ext>
                  </a:extLst>
                </p14:cNvPr>
                <p14:cNvContentPartPr/>
                <p14:nvPr/>
              </p14:nvContentPartPr>
              <p14:xfrm>
                <a:off x="5136688" y="5696785"/>
                <a:ext cx="383040" cy="189720"/>
              </p14:xfrm>
            </p:contentPart>
          </mc:Choice>
          <mc:Fallback xmlns="">
            <p:pic>
              <p:nvPicPr>
                <p:cNvPr id="189" name="Encre 188">
                  <a:extLst>
                    <a:ext uri="{FF2B5EF4-FFF2-40B4-BE49-F238E27FC236}">
                      <a16:creationId xmlns:a16="http://schemas.microsoft.com/office/drawing/2014/main" id="{3E9FC47F-2E88-4D22-A137-D64905ADBA0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128048" y="5687785"/>
                  <a:ext cx="40068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90" name="Encre 189">
                  <a:extLst>
                    <a:ext uri="{FF2B5EF4-FFF2-40B4-BE49-F238E27FC236}">
                      <a16:creationId xmlns:a16="http://schemas.microsoft.com/office/drawing/2014/main" id="{1A8BD428-5E75-4849-A956-922C3B0551D2}"/>
                    </a:ext>
                  </a:extLst>
                </p14:cNvPr>
                <p14:cNvContentPartPr/>
                <p14:nvPr/>
              </p14:nvContentPartPr>
              <p14:xfrm>
                <a:off x="5639968" y="5757985"/>
                <a:ext cx="66960" cy="119160"/>
              </p14:xfrm>
            </p:contentPart>
          </mc:Choice>
          <mc:Fallback xmlns="">
            <p:pic>
              <p:nvPicPr>
                <p:cNvPr id="190" name="Encre 189">
                  <a:extLst>
                    <a:ext uri="{FF2B5EF4-FFF2-40B4-BE49-F238E27FC236}">
                      <a16:creationId xmlns:a16="http://schemas.microsoft.com/office/drawing/2014/main" id="{1A8BD428-5E75-4849-A956-922C3B0551D2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631328" y="5748985"/>
                  <a:ext cx="84600" cy="136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58526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B5E145-C5A1-46DC-9AA9-CE660393D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Biomass extension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07A147-FCA9-44F2-8BC9-7B8BB9E97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Processes equations</a:t>
            </a:r>
          </a:p>
          <a:p>
            <a:pPr lvl="1"/>
            <a:r>
              <a:rPr lang="en-US" dirty="0"/>
              <a:t>Growth</a:t>
            </a:r>
          </a:p>
          <a:p>
            <a:pPr lvl="1"/>
            <a:r>
              <a:rPr lang="en-US" dirty="0"/>
              <a:t>Regeneration</a:t>
            </a:r>
          </a:p>
          <a:p>
            <a:pPr lvl="1"/>
            <a:r>
              <a:rPr lang="en-US" dirty="0"/>
              <a:t>Mortality</a:t>
            </a:r>
          </a:p>
          <a:p>
            <a:r>
              <a:rPr lang="en-US" dirty="0"/>
              <a:t>Input</a:t>
            </a:r>
          </a:p>
          <a:p>
            <a:pPr lvl="1"/>
            <a:r>
              <a:rPr lang="en-US" dirty="0"/>
              <a:t>Parameters</a:t>
            </a:r>
          </a:p>
          <a:p>
            <a:pPr lvl="1"/>
            <a:r>
              <a:rPr lang="en-US" dirty="0"/>
              <a:t>Type</a:t>
            </a:r>
          </a:p>
        </p:txBody>
      </p:sp>
      <p:grpSp>
        <p:nvGrpSpPr>
          <p:cNvPr id="68" name="Groupe 67">
            <a:extLst>
              <a:ext uri="{FF2B5EF4-FFF2-40B4-BE49-F238E27FC236}">
                <a16:creationId xmlns:a16="http://schemas.microsoft.com/office/drawing/2014/main" id="{AC267E78-706A-425A-A002-0D4B407BB24B}"/>
              </a:ext>
            </a:extLst>
          </p:cNvPr>
          <p:cNvGrpSpPr/>
          <p:nvPr/>
        </p:nvGrpSpPr>
        <p:grpSpPr>
          <a:xfrm>
            <a:off x="5339368" y="1916065"/>
            <a:ext cx="1130040" cy="418680"/>
            <a:chOff x="5339368" y="1916065"/>
            <a:chExt cx="1130040" cy="41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Encre 3">
                  <a:extLst>
                    <a:ext uri="{FF2B5EF4-FFF2-40B4-BE49-F238E27FC236}">
                      <a16:creationId xmlns:a16="http://schemas.microsoft.com/office/drawing/2014/main" id="{3C2724E6-539A-4D79-A860-F8171AB5C81E}"/>
                    </a:ext>
                  </a:extLst>
                </p14:cNvPr>
                <p14:cNvContentPartPr/>
                <p14:nvPr/>
              </p14:nvContentPartPr>
              <p14:xfrm>
                <a:off x="5377528" y="2111905"/>
                <a:ext cx="48960" cy="217800"/>
              </p14:xfrm>
            </p:contentPart>
          </mc:Choice>
          <mc:Fallback xmlns="">
            <p:pic>
              <p:nvPicPr>
                <p:cNvPr id="4" name="Encre 3">
                  <a:extLst>
                    <a:ext uri="{FF2B5EF4-FFF2-40B4-BE49-F238E27FC236}">
                      <a16:creationId xmlns:a16="http://schemas.microsoft.com/office/drawing/2014/main" id="{3C2724E6-539A-4D79-A860-F8171AB5C81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368888" y="2103265"/>
                  <a:ext cx="6660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Encre 4">
                  <a:extLst>
                    <a:ext uri="{FF2B5EF4-FFF2-40B4-BE49-F238E27FC236}">
                      <a16:creationId xmlns:a16="http://schemas.microsoft.com/office/drawing/2014/main" id="{5A5B0631-53CD-4CBC-8655-B9B3CD3E255C}"/>
                    </a:ext>
                  </a:extLst>
                </p14:cNvPr>
                <p14:cNvContentPartPr/>
                <p14:nvPr/>
              </p14:nvContentPartPr>
              <p14:xfrm>
                <a:off x="5339368" y="2060785"/>
                <a:ext cx="181080" cy="163080"/>
              </p14:xfrm>
            </p:contentPart>
          </mc:Choice>
          <mc:Fallback xmlns="">
            <p:pic>
              <p:nvPicPr>
                <p:cNvPr id="5" name="Encre 4">
                  <a:extLst>
                    <a:ext uri="{FF2B5EF4-FFF2-40B4-BE49-F238E27FC236}">
                      <a16:creationId xmlns:a16="http://schemas.microsoft.com/office/drawing/2014/main" id="{5A5B0631-53CD-4CBC-8655-B9B3CD3E255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330368" y="2052145"/>
                  <a:ext cx="19872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Encre 5">
                  <a:extLst>
                    <a:ext uri="{FF2B5EF4-FFF2-40B4-BE49-F238E27FC236}">
                      <a16:creationId xmlns:a16="http://schemas.microsoft.com/office/drawing/2014/main" id="{3E9BC569-2FC0-4E29-BA2E-368F749E3EFD}"/>
                    </a:ext>
                  </a:extLst>
                </p14:cNvPr>
                <p14:cNvContentPartPr/>
                <p14:nvPr/>
              </p14:nvContentPartPr>
              <p14:xfrm>
                <a:off x="5537728" y="1954585"/>
                <a:ext cx="72720" cy="237240"/>
              </p14:xfrm>
            </p:contentPart>
          </mc:Choice>
          <mc:Fallback xmlns="">
            <p:pic>
              <p:nvPicPr>
                <p:cNvPr id="6" name="Encre 5">
                  <a:extLst>
                    <a:ext uri="{FF2B5EF4-FFF2-40B4-BE49-F238E27FC236}">
                      <a16:creationId xmlns:a16="http://schemas.microsoft.com/office/drawing/2014/main" id="{3E9BC569-2FC0-4E29-BA2E-368F749E3EF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528728" y="1945945"/>
                  <a:ext cx="9036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Encre 6">
                  <a:extLst>
                    <a:ext uri="{FF2B5EF4-FFF2-40B4-BE49-F238E27FC236}">
                      <a16:creationId xmlns:a16="http://schemas.microsoft.com/office/drawing/2014/main" id="{C5FE6710-75A8-488E-A893-F8B5DEC323E9}"/>
                    </a:ext>
                  </a:extLst>
                </p14:cNvPr>
                <p14:cNvContentPartPr/>
                <p14:nvPr/>
              </p14:nvContentPartPr>
              <p14:xfrm>
                <a:off x="5616208" y="2070505"/>
                <a:ext cx="169560" cy="113760"/>
              </p14:xfrm>
            </p:contentPart>
          </mc:Choice>
          <mc:Fallback xmlns="">
            <p:pic>
              <p:nvPicPr>
                <p:cNvPr id="7" name="Encre 6">
                  <a:extLst>
                    <a:ext uri="{FF2B5EF4-FFF2-40B4-BE49-F238E27FC236}">
                      <a16:creationId xmlns:a16="http://schemas.microsoft.com/office/drawing/2014/main" id="{C5FE6710-75A8-488E-A893-F8B5DEC323E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607568" y="2061505"/>
                  <a:ext cx="18720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Encre 7">
                  <a:extLst>
                    <a:ext uri="{FF2B5EF4-FFF2-40B4-BE49-F238E27FC236}">
                      <a16:creationId xmlns:a16="http://schemas.microsoft.com/office/drawing/2014/main" id="{AF6817BE-BD48-43AC-8EDA-B741D8B7BF1C}"/>
                    </a:ext>
                  </a:extLst>
                </p14:cNvPr>
                <p14:cNvContentPartPr/>
                <p14:nvPr/>
              </p14:nvContentPartPr>
              <p14:xfrm>
                <a:off x="5814928" y="2068705"/>
                <a:ext cx="178920" cy="125640"/>
              </p14:xfrm>
            </p:contentPart>
          </mc:Choice>
          <mc:Fallback xmlns="">
            <p:pic>
              <p:nvPicPr>
                <p:cNvPr id="8" name="Encre 7">
                  <a:extLst>
                    <a:ext uri="{FF2B5EF4-FFF2-40B4-BE49-F238E27FC236}">
                      <a16:creationId xmlns:a16="http://schemas.microsoft.com/office/drawing/2014/main" id="{AF6817BE-BD48-43AC-8EDA-B741D8B7BF1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806288" y="2060065"/>
                  <a:ext cx="1965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Encre 8">
                  <a:extLst>
                    <a:ext uri="{FF2B5EF4-FFF2-40B4-BE49-F238E27FC236}">
                      <a16:creationId xmlns:a16="http://schemas.microsoft.com/office/drawing/2014/main" id="{0A5923CE-0DC2-46A1-90FB-006AD10A851F}"/>
                    </a:ext>
                  </a:extLst>
                </p14:cNvPr>
                <p14:cNvContentPartPr/>
                <p14:nvPr/>
              </p14:nvContentPartPr>
              <p14:xfrm>
                <a:off x="5964688" y="1978705"/>
                <a:ext cx="211680" cy="186840"/>
              </p14:xfrm>
            </p:contentPart>
          </mc:Choice>
          <mc:Fallback xmlns="">
            <p:pic>
              <p:nvPicPr>
                <p:cNvPr id="9" name="Encre 8">
                  <a:extLst>
                    <a:ext uri="{FF2B5EF4-FFF2-40B4-BE49-F238E27FC236}">
                      <a16:creationId xmlns:a16="http://schemas.microsoft.com/office/drawing/2014/main" id="{0A5923CE-0DC2-46A1-90FB-006AD10A851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955688" y="1969705"/>
                  <a:ext cx="22932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Encre 9">
                  <a:extLst>
                    <a:ext uri="{FF2B5EF4-FFF2-40B4-BE49-F238E27FC236}">
                      <a16:creationId xmlns:a16="http://schemas.microsoft.com/office/drawing/2014/main" id="{1530506C-BE55-4175-9199-3D7E3311F601}"/>
                    </a:ext>
                  </a:extLst>
                </p14:cNvPr>
                <p14:cNvContentPartPr/>
                <p14:nvPr/>
              </p14:nvContentPartPr>
              <p14:xfrm>
                <a:off x="6167008" y="2002825"/>
                <a:ext cx="302400" cy="331920"/>
              </p14:xfrm>
            </p:contentPart>
          </mc:Choice>
          <mc:Fallback xmlns="">
            <p:pic>
              <p:nvPicPr>
                <p:cNvPr id="10" name="Encre 9">
                  <a:extLst>
                    <a:ext uri="{FF2B5EF4-FFF2-40B4-BE49-F238E27FC236}">
                      <a16:creationId xmlns:a16="http://schemas.microsoft.com/office/drawing/2014/main" id="{1530506C-BE55-4175-9199-3D7E3311F60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158368" y="1993825"/>
                  <a:ext cx="32004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9" name="Encre 18">
                  <a:extLst>
                    <a:ext uri="{FF2B5EF4-FFF2-40B4-BE49-F238E27FC236}">
                      <a16:creationId xmlns:a16="http://schemas.microsoft.com/office/drawing/2014/main" id="{71671A46-153E-4DCD-A25B-B902F150AC73}"/>
                    </a:ext>
                  </a:extLst>
                </p14:cNvPr>
                <p14:cNvContentPartPr/>
                <p14:nvPr/>
              </p14:nvContentPartPr>
              <p14:xfrm>
                <a:off x="6148288" y="1916065"/>
                <a:ext cx="8280" cy="7560"/>
              </p14:xfrm>
            </p:contentPart>
          </mc:Choice>
          <mc:Fallback xmlns="">
            <p:pic>
              <p:nvPicPr>
                <p:cNvPr id="19" name="Encre 18">
                  <a:extLst>
                    <a:ext uri="{FF2B5EF4-FFF2-40B4-BE49-F238E27FC236}">
                      <a16:creationId xmlns:a16="http://schemas.microsoft.com/office/drawing/2014/main" id="{71671A46-153E-4DCD-A25B-B902F150AC7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139648" y="1907425"/>
                  <a:ext cx="25920" cy="2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e 60">
            <a:extLst>
              <a:ext uri="{FF2B5EF4-FFF2-40B4-BE49-F238E27FC236}">
                <a16:creationId xmlns:a16="http://schemas.microsoft.com/office/drawing/2014/main" id="{20CD4302-2DB1-40D5-AA11-FCBC19B7B9B3}"/>
              </a:ext>
            </a:extLst>
          </p:cNvPr>
          <p:cNvGrpSpPr/>
          <p:nvPr/>
        </p:nvGrpSpPr>
        <p:grpSpPr>
          <a:xfrm>
            <a:off x="6665248" y="1873945"/>
            <a:ext cx="1883160" cy="431640"/>
            <a:chOff x="6665248" y="1873945"/>
            <a:chExt cx="1883160" cy="43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0" name="Encre 19">
                  <a:extLst>
                    <a:ext uri="{FF2B5EF4-FFF2-40B4-BE49-F238E27FC236}">
                      <a16:creationId xmlns:a16="http://schemas.microsoft.com/office/drawing/2014/main" id="{7F937C25-17F7-477B-B4B6-4D68B4E0A6A3}"/>
                    </a:ext>
                  </a:extLst>
                </p14:cNvPr>
                <p14:cNvContentPartPr/>
                <p14:nvPr/>
              </p14:nvContentPartPr>
              <p14:xfrm>
                <a:off x="6665248" y="1970785"/>
                <a:ext cx="284760" cy="235080"/>
              </p14:xfrm>
            </p:contentPart>
          </mc:Choice>
          <mc:Fallback xmlns="">
            <p:pic>
              <p:nvPicPr>
                <p:cNvPr id="20" name="Encre 19">
                  <a:extLst>
                    <a:ext uri="{FF2B5EF4-FFF2-40B4-BE49-F238E27FC236}">
                      <a16:creationId xmlns:a16="http://schemas.microsoft.com/office/drawing/2014/main" id="{7F937C25-17F7-477B-B4B6-4D68B4E0A6A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656248" y="1961785"/>
                  <a:ext cx="30240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1" name="Encre 20">
                  <a:extLst>
                    <a:ext uri="{FF2B5EF4-FFF2-40B4-BE49-F238E27FC236}">
                      <a16:creationId xmlns:a16="http://schemas.microsoft.com/office/drawing/2014/main" id="{FDAE512A-EDF5-4242-9E68-C6C1FB688A48}"/>
                    </a:ext>
                  </a:extLst>
                </p14:cNvPr>
                <p14:cNvContentPartPr/>
                <p14:nvPr/>
              </p14:nvContentPartPr>
              <p14:xfrm>
                <a:off x="7137928" y="1943785"/>
                <a:ext cx="228240" cy="245160"/>
              </p14:xfrm>
            </p:contentPart>
          </mc:Choice>
          <mc:Fallback xmlns="">
            <p:pic>
              <p:nvPicPr>
                <p:cNvPr id="21" name="Encre 20">
                  <a:extLst>
                    <a:ext uri="{FF2B5EF4-FFF2-40B4-BE49-F238E27FC236}">
                      <a16:creationId xmlns:a16="http://schemas.microsoft.com/office/drawing/2014/main" id="{FDAE512A-EDF5-4242-9E68-C6C1FB688A4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129288" y="1935145"/>
                  <a:ext cx="24588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2" name="Encre 21">
                  <a:extLst>
                    <a:ext uri="{FF2B5EF4-FFF2-40B4-BE49-F238E27FC236}">
                      <a16:creationId xmlns:a16="http://schemas.microsoft.com/office/drawing/2014/main" id="{3307D66A-E2C8-4466-A43E-CC054DB70786}"/>
                    </a:ext>
                  </a:extLst>
                </p14:cNvPr>
                <p14:cNvContentPartPr/>
                <p14:nvPr/>
              </p14:nvContentPartPr>
              <p14:xfrm>
                <a:off x="7403248" y="1986625"/>
                <a:ext cx="243000" cy="169920"/>
              </p14:xfrm>
            </p:contentPart>
          </mc:Choice>
          <mc:Fallback xmlns="">
            <p:pic>
              <p:nvPicPr>
                <p:cNvPr id="22" name="Encre 21">
                  <a:extLst>
                    <a:ext uri="{FF2B5EF4-FFF2-40B4-BE49-F238E27FC236}">
                      <a16:creationId xmlns:a16="http://schemas.microsoft.com/office/drawing/2014/main" id="{3307D66A-E2C8-4466-A43E-CC054DB7078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394248" y="1977625"/>
                  <a:ext cx="2606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Encre 22">
                  <a:extLst>
                    <a:ext uri="{FF2B5EF4-FFF2-40B4-BE49-F238E27FC236}">
                      <a16:creationId xmlns:a16="http://schemas.microsoft.com/office/drawing/2014/main" id="{CA6034F3-6C85-481A-9F4C-58B8B1CB9A62}"/>
                    </a:ext>
                  </a:extLst>
                </p14:cNvPr>
                <p14:cNvContentPartPr/>
                <p14:nvPr/>
              </p14:nvContentPartPr>
              <p14:xfrm>
                <a:off x="7637248" y="1882225"/>
                <a:ext cx="180360" cy="236880"/>
              </p14:xfrm>
            </p:contentPart>
          </mc:Choice>
          <mc:Fallback xmlns="">
            <p:pic>
              <p:nvPicPr>
                <p:cNvPr id="23" name="Encre 22">
                  <a:extLst>
                    <a:ext uri="{FF2B5EF4-FFF2-40B4-BE49-F238E27FC236}">
                      <a16:creationId xmlns:a16="http://schemas.microsoft.com/office/drawing/2014/main" id="{CA6034F3-6C85-481A-9F4C-58B8B1CB9A6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628248" y="1873585"/>
                  <a:ext cx="19800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4" name="Encre 23">
                  <a:extLst>
                    <a:ext uri="{FF2B5EF4-FFF2-40B4-BE49-F238E27FC236}">
                      <a16:creationId xmlns:a16="http://schemas.microsoft.com/office/drawing/2014/main" id="{254DB381-636C-4DB1-82D2-1FF9C0594CDC}"/>
                    </a:ext>
                  </a:extLst>
                </p14:cNvPr>
                <p14:cNvContentPartPr/>
                <p14:nvPr/>
              </p14:nvContentPartPr>
              <p14:xfrm>
                <a:off x="7777648" y="1966105"/>
                <a:ext cx="50760" cy="33480"/>
              </p14:xfrm>
            </p:contentPart>
          </mc:Choice>
          <mc:Fallback xmlns="">
            <p:pic>
              <p:nvPicPr>
                <p:cNvPr id="24" name="Encre 23">
                  <a:extLst>
                    <a:ext uri="{FF2B5EF4-FFF2-40B4-BE49-F238E27FC236}">
                      <a16:creationId xmlns:a16="http://schemas.microsoft.com/office/drawing/2014/main" id="{254DB381-636C-4DB1-82D2-1FF9C0594CD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769008" y="1957105"/>
                  <a:ext cx="684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5" name="Encre 24">
                  <a:extLst>
                    <a:ext uri="{FF2B5EF4-FFF2-40B4-BE49-F238E27FC236}">
                      <a16:creationId xmlns:a16="http://schemas.microsoft.com/office/drawing/2014/main" id="{CDF3491B-F6D3-4D9F-86EA-DAB1D6FDA23E}"/>
                    </a:ext>
                  </a:extLst>
                </p14:cNvPr>
                <p14:cNvContentPartPr/>
                <p14:nvPr/>
              </p14:nvContentPartPr>
              <p14:xfrm>
                <a:off x="7858288" y="1995985"/>
                <a:ext cx="163080" cy="120240"/>
              </p14:xfrm>
            </p:contentPart>
          </mc:Choice>
          <mc:Fallback xmlns="">
            <p:pic>
              <p:nvPicPr>
                <p:cNvPr id="25" name="Encre 24">
                  <a:extLst>
                    <a:ext uri="{FF2B5EF4-FFF2-40B4-BE49-F238E27FC236}">
                      <a16:creationId xmlns:a16="http://schemas.microsoft.com/office/drawing/2014/main" id="{CDF3491B-F6D3-4D9F-86EA-DAB1D6FDA23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849288" y="1986985"/>
                  <a:ext cx="1807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6" name="Encre 25">
                  <a:extLst>
                    <a:ext uri="{FF2B5EF4-FFF2-40B4-BE49-F238E27FC236}">
                      <a16:creationId xmlns:a16="http://schemas.microsoft.com/office/drawing/2014/main" id="{64257C54-541C-4636-9E47-A4FE5FF2B8C3}"/>
                    </a:ext>
                  </a:extLst>
                </p14:cNvPr>
                <p14:cNvContentPartPr/>
                <p14:nvPr/>
              </p14:nvContentPartPr>
              <p14:xfrm>
                <a:off x="7992568" y="1975105"/>
                <a:ext cx="164520" cy="330480"/>
              </p14:xfrm>
            </p:contentPart>
          </mc:Choice>
          <mc:Fallback xmlns="">
            <p:pic>
              <p:nvPicPr>
                <p:cNvPr id="26" name="Encre 25">
                  <a:extLst>
                    <a:ext uri="{FF2B5EF4-FFF2-40B4-BE49-F238E27FC236}">
                      <a16:creationId xmlns:a16="http://schemas.microsoft.com/office/drawing/2014/main" id="{64257C54-541C-4636-9E47-A4FE5FF2B8C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983928" y="1966105"/>
                  <a:ext cx="18216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7" name="Encre 26">
                  <a:extLst>
                    <a:ext uri="{FF2B5EF4-FFF2-40B4-BE49-F238E27FC236}">
                      <a16:creationId xmlns:a16="http://schemas.microsoft.com/office/drawing/2014/main" id="{11667360-FE29-4A65-93BC-DBB415F24114}"/>
                    </a:ext>
                  </a:extLst>
                </p14:cNvPr>
                <p14:cNvContentPartPr/>
                <p14:nvPr/>
              </p14:nvContentPartPr>
              <p14:xfrm>
                <a:off x="8343928" y="1873945"/>
                <a:ext cx="204480" cy="264600"/>
              </p14:xfrm>
            </p:contentPart>
          </mc:Choice>
          <mc:Fallback xmlns="">
            <p:pic>
              <p:nvPicPr>
                <p:cNvPr id="27" name="Encre 26">
                  <a:extLst>
                    <a:ext uri="{FF2B5EF4-FFF2-40B4-BE49-F238E27FC236}">
                      <a16:creationId xmlns:a16="http://schemas.microsoft.com/office/drawing/2014/main" id="{11667360-FE29-4A65-93BC-DBB415F2411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334928" y="1864945"/>
                  <a:ext cx="222120" cy="28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e 107">
            <a:extLst>
              <a:ext uri="{FF2B5EF4-FFF2-40B4-BE49-F238E27FC236}">
                <a16:creationId xmlns:a16="http://schemas.microsoft.com/office/drawing/2014/main" id="{14E64981-182D-4908-90BF-90EEEEE93772}"/>
              </a:ext>
            </a:extLst>
          </p:cNvPr>
          <p:cNvGrpSpPr/>
          <p:nvPr/>
        </p:nvGrpSpPr>
        <p:grpSpPr>
          <a:xfrm>
            <a:off x="8764768" y="1789345"/>
            <a:ext cx="3243240" cy="571680"/>
            <a:chOff x="8764768" y="1789345"/>
            <a:chExt cx="3243240" cy="57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69" name="Encre 68">
                  <a:extLst>
                    <a:ext uri="{FF2B5EF4-FFF2-40B4-BE49-F238E27FC236}">
                      <a16:creationId xmlns:a16="http://schemas.microsoft.com/office/drawing/2014/main" id="{E07FA6F5-0783-47A8-B9B9-A269DD442DCF}"/>
                    </a:ext>
                  </a:extLst>
                </p14:cNvPr>
                <p14:cNvContentPartPr/>
                <p14:nvPr/>
              </p14:nvContentPartPr>
              <p14:xfrm>
                <a:off x="8764768" y="1960345"/>
                <a:ext cx="232560" cy="175320"/>
              </p14:xfrm>
            </p:contentPart>
          </mc:Choice>
          <mc:Fallback xmlns="">
            <p:pic>
              <p:nvPicPr>
                <p:cNvPr id="69" name="Encre 68">
                  <a:extLst>
                    <a:ext uri="{FF2B5EF4-FFF2-40B4-BE49-F238E27FC236}">
                      <a16:creationId xmlns:a16="http://schemas.microsoft.com/office/drawing/2014/main" id="{E07FA6F5-0783-47A8-B9B9-A269DD442DC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755768" y="1951705"/>
                  <a:ext cx="25020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70" name="Encre 69">
                  <a:extLst>
                    <a:ext uri="{FF2B5EF4-FFF2-40B4-BE49-F238E27FC236}">
                      <a16:creationId xmlns:a16="http://schemas.microsoft.com/office/drawing/2014/main" id="{71D51E64-DA21-410C-B186-610CD787ED63}"/>
                    </a:ext>
                  </a:extLst>
                </p14:cNvPr>
                <p14:cNvContentPartPr/>
                <p14:nvPr/>
              </p14:nvContentPartPr>
              <p14:xfrm>
                <a:off x="9018568" y="1960705"/>
                <a:ext cx="122040" cy="173880"/>
              </p14:xfrm>
            </p:contentPart>
          </mc:Choice>
          <mc:Fallback xmlns="">
            <p:pic>
              <p:nvPicPr>
                <p:cNvPr id="70" name="Encre 69">
                  <a:extLst>
                    <a:ext uri="{FF2B5EF4-FFF2-40B4-BE49-F238E27FC236}">
                      <a16:creationId xmlns:a16="http://schemas.microsoft.com/office/drawing/2014/main" id="{71D51E64-DA21-410C-B186-610CD787ED6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009928" y="1952065"/>
                  <a:ext cx="1396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71" name="Encre 70">
                  <a:extLst>
                    <a:ext uri="{FF2B5EF4-FFF2-40B4-BE49-F238E27FC236}">
                      <a16:creationId xmlns:a16="http://schemas.microsoft.com/office/drawing/2014/main" id="{712C472E-552E-4A54-8A02-FB4C15B5243A}"/>
                    </a:ext>
                  </a:extLst>
                </p14:cNvPr>
                <p14:cNvContentPartPr/>
                <p14:nvPr/>
              </p14:nvContentPartPr>
              <p14:xfrm>
                <a:off x="9221608" y="1978345"/>
                <a:ext cx="106200" cy="276120"/>
              </p14:xfrm>
            </p:contentPart>
          </mc:Choice>
          <mc:Fallback xmlns="">
            <p:pic>
              <p:nvPicPr>
                <p:cNvPr id="71" name="Encre 70">
                  <a:extLst>
                    <a:ext uri="{FF2B5EF4-FFF2-40B4-BE49-F238E27FC236}">
                      <a16:creationId xmlns:a16="http://schemas.microsoft.com/office/drawing/2014/main" id="{712C472E-552E-4A54-8A02-FB4C15B5243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212608" y="1969345"/>
                  <a:ext cx="12384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72" name="Encre 71">
                  <a:extLst>
                    <a:ext uri="{FF2B5EF4-FFF2-40B4-BE49-F238E27FC236}">
                      <a16:creationId xmlns:a16="http://schemas.microsoft.com/office/drawing/2014/main" id="{7D1BD45B-EB9D-41A2-B02B-1D8516C219E7}"/>
                    </a:ext>
                  </a:extLst>
                </p14:cNvPr>
                <p14:cNvContentPartPr/>
                <p14:nvPr/>
              </p14:nvContentPartPr>
              <p14:xfrm>
                <a:off x="9380008" y="1931905"/>
                <a:ext cx="285480" cy="167040"/>
              </p14:xfrm>
            </p:contentPart>
          </mc:Choice>
          <mc:Fallback xmlns="">
            <p:pic>
              <p:nvPicPr>
                <p:cNvPr id="72" name="Encre 71">
                  <a:extLst>
                    <a:ext uri="{FF2B5EF4-FFF2-40B4-BE49-F238E27FC236}">
                      <a16:creationId xmlns:a16="http://schemas.microsoft.com/office/drawing/2014/main" id="{7D1BD45B-EB9D-41A2-B02B-1D8516C219E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371008" y="1922905"/>
                  <a:ext cx="3031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74" name="Encre 73">
                  <a:extLst>
                    <a:ext uri="{FF2B5EF4-FFF2-40B4-BE49-F238E27FC236}">
                      <a16:creationId xmlns:a16="http://schemas.microsoft.com/office/drawing/2014/main" id="{74E979D8-9864-41F6-ABA5-77EF03E6F69E}"/>
                    </a:ext>
                  </a:extLst>
                </p14:cNvPr>
                <p14:cNvContentPartPr/>
                <p14:nvPr/>
              </p14:nvContentPartPr>
              <p14:xfrm>
                <a:off x="9689248" y="1934785"/>
                <a:ext cx="129600" cy="151200"/>
              </p14:xfrm>
            </p:contentPart>
          </mc:Choice>
          <mc:Fallback xmlns="">
            <p:pic>
              <p:nvPicPr>
                <p:cNvPr id="74" name="Encre 73">
                  <a:extLst>
                    <a:ext uri="{FF2B5EF4-FFF2-40B4-BE49-F238E27FC236}">
                      <a16:creationId xmlns:a16="http://schemas.microsoft.com/office/drawing/2014/main" id="{74E979D8-9864-41F6-ABA5-77EF03E6F69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680248" y="1926145"/>
                  <a:ext cx="1472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75" name="Encre 74">
                  <a:extLst>
                    <a:ext uri="{FF2B5EF4-FFF2-40B4-BE49-F238E27FC236}">
                      <a16:creationId xmlns:a16="http://schemas.microsoft.com/office/drawing/2014/main" id="{A2DFCCEE-6A8F-43A0-9103-F4DCD44EA934}"/>
                    </a:ext>
                  </a:extLst>
                </p14:cNvPr>
                <p14:cNvContentPartPr/>
                <p14:nvPr/>
              </p14:nvContentPartPr>
              <p14:xfrm>
                <a:off x="9882928" y="1808065"/>
                <a:ext cx="188280" cy="287280"/>
              </p14:xfrm>
            </p:contentPart>
          </mc:Choice>
          <mc:Fallback xmlns="">
            <p:pic>
              <p:nvPicPr>
                <p:cNvPr id="75" name="Encre 74">
                  <a:extLst>
                    <a:ext uri="{FF2B5EF4-FFF2-40B4-BE49-F238E27FC236}">
                      <a16:creationId xmlns:a16="http://schemas.microsoft.com/office/drawing/2014/main" id="{A2DFCCEE-6A8F-43A0-9103-F4DCD44EA93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873928" y="1799425"/>
                  <a:ext cx="20592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76" name="Encre 75">
                  <a:extLst>
                    <a:ext uri="{FF2B5EF4-FFF2-40B4-BE49-F238E27FC236}">
                      <a16:creationId xmlns:a16="http://schemas.microsoft.com/office/drawing/2014/main" id="{101F432B-5207-427E-80FB-D29F5A22600F}"/>
                    </a:ext>
                  </a:extLst>
                </p14:cNvPr>
                <p14:cNvContentPartPr/>
                <p14:nvPr/>
              </p14:nvContentPartPr>
              <p14:xfrm>
                <a:off x="10090288" y="1921465"/>
                <a:ext cx="259560" cy="439560"/>
              </p14:xfrm>
            </p:contentPart>
          </mc:Choice>
          <mc:Fallback xmlns="">
            <p:pic>
              <p:nvPicPr>
                <p:cNvPr id="76" name="Encre 75">
                  <a:extLst>
                    <a:ext uri="{FF2B5EF4-FFF2-40B4-BE49-F238E27FC236}">
                      <a16:creationId xmlns:a16="http://schemas.microsoft.com/office/drawing/2014/main" id="{101F432B-5207-427E-80FB-D29F5A22600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081648" y="1912825"/>
                  <a:ext cx="277200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77" name="Encre 76">
                  <a:extLst>
                    <a:ext uri="{FF2B5EF4-FFF2-40B4-BE49-F238E27FC236}">
                      <a16:creationId xmlns:a16="http://schemas.microsoft.com/office/drawing/2014/main" id="{3CD9FBF5-DADD-475B-A818-F977FBE9425D}"/>
                    </a:ext>
                  </a:extLst>
                </p14:cNvPr>
                <p14:cNvContentPartPr/>
                <p14:nvPr/>
              </p14:nvContentPartPr>
              <p14:xfrm>
                <a:off x="10037728" y="1799065"/>
                <a:ext cx="26640" cy="14760"/>
              </p14:xfrm>
            </p:contentPart>
          </mc:Choice>
          <mc:Fallback xmlns="">
            <p:pic>
              <p:nvPicPr>
                <p:cNvPr id="77" name="Encre 76">
                  <a:extLst>
                    <a:ext uri="{FF2B5EF4-FFF2-40B4-BE49-F238E27FC236}">
                      <a16:creationId xmlns:a16="http://schemas.microsoft.com/office/drawing/2014/main" id="{3CD9FBF5-DADD-475B-A818-F977FBE9425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028728" y="1790425"/>
                  <a:ext cx="442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78" name="Encre 77">
                  <a:extLst>
                    <a:ext uri="{FF2B5EF4-FFF2-40B4-BE49-F238E27FC236}">
                      <a16:creationId xmlns:a16="http://schemas.microsoft.com/office/drawing/2014/main" id="{E61A22F9-7CEF-464F-91B6-4BFF3CF8DF82}"/>
                    </a:ext>
                  </a:extLst>
                </p14:cNvPr>
                <p14:cNvContentPartPr/>
                <p14:nvPr/>
              </p14:nvContentPartPr>
              <p14:xfrm>
                <a:off x="10540288" y="1885105"/>
                <a:ext cx="331920" cy="289080"/>
              </p14:xfrm>
            </p:contentPart>
          </mc:Choice>
          <mc:Fallback xmlns="">
            <p:pic>
              <p:nvPicPr>
                <p:cNvPr id="78" name="Encre 77">
                  <a:extLst>
                    <a:ext uri="{FF2B5EF4-FFF2-40B4-BE49-F238E27FC236}">
                      <a16:creationId xmlns:a16="http://schemas.microsoft.com/office/drawing/2014/main" id="{E61A22F9-7CEF-464F-91B6-4BFF3CF8DF8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531648" y="1876105"/>
                  <a:ext cx="34956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80" name="Encre 79">
                  <a:extLst>
                    <a:ext uri="{FF2B5EF4-FFF2-40B4-BE49-F238E27FC236}">
                      <a16:creationId xmlns:a16="http://schemas.microsoft.com/office/drawing/2014/main" id="{95D47485-4C0C-404B-B545-926058DAFC1C}"/>
                    </a:ext>
                  </a:extLst>
                </p14:cNvPr>
                <p14:cNvContentPartPr/>
                <p14:nvPr/>
              </p14:nvContentPartPr>
              <p14:xfrm>
                <a:off x="11063368" y="1878985"/>
                <a:ext cx="216000" cy="267840"/>
              </p14:xfrm>
            </p:contentPart>
          </mc:Choice>
          <mc:Fallback xmlns="">
            <p:pic>
              <p:nvPicPr>
                <p:cNvPr id="80" name="Encre 79">
                  <a:extLst>
                    <a:ext uri="{FF2B5EF4-FFF2-40B4-BE49-F238E27FC236}">
                      <a16:creationId xmlns:a16="http://schemas.microsoft.com/office/drawing/2014/main" id="{95D47485-4C0C-404B-B545-926058DAFC1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054368" y="1870345"/>
                  <a:ext cx="23364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81" name="Encre 80">
                  <a:extLst>
                    <a:ext uri="{FF2B5EF4-FFF2-40B4-BE49-F238E27FC236}">
                      <a16:creationId xmlns:a16="http://schemas.microsoft.com/office/drawing/2014/main" id="{6F04F1C2-55ED-4054-B344-220B29CD4E0B}"/>
                    </a:ext>
                  </a:extLst>
                </p14:cNvPr>
                <p14:cNvContentPartPr/>
                <p14:nvPr/>
              </p14:nvContentPartPr>
              <p14:xfrm>
                <a:off x="11270008" y="1930825"/>
                <a:ext cx="133920" cy="184320"/>
              </p14:xfrm>
            </p:contentPart>
          </mc:Choice>
          <mc:Fallback xmlns="">
            <p:pic>
              <p:nvPicPr>
                <p:cNvPr id="81" name="Encre 80">
                  <a:extLst>
                    <a:ext uri="{FF2B5EF4-FFF2-40B4-BE49-F238E27FC236}">
                      <a16:creationId xmlns:a16="http://schemas.microsoft.com/office/drawing/2014/main" id="{6F04F1C2-55ED-4054-B344-220B29CD4E0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261008" y="1921825"/>
                  <a:ext cx="1515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05" name="Encre 104">
                  <a:extLst>
                    <a:ext uri="{FF2B5EF4-FFF2-40B4-BE49-F238E27FC236}">
                      <a16:creationId xmlns:a16="http://schemas.microsoft.com/office/drawing/2014/main" id="{8A29211A-D6D9-41F1-BFDF-51DAB2BF750E}"/>
                    </a:ext>
                  </a:extLst>
                </p14:cNvPr>
                <p14:cNvContentPartPr/>
                <p14:nvPr/>
              </p14:nvContentPartPr>
              <p14:xfrm>
                <a:off x="11423008" y="1789345"/>
                <a:ext cx="229320" cy="344160"/>
              </p14:xfrm>
            </p:contentPart>
          </mc:Choice>
          <mc:Fallback xmlns="">
            <p:pic>
              <p:nvPicPr>
                <p:cNvPr id="105" name="Encre 104">
                  <a:extLst>
                    <a:ext uri="{FF2B5EF4-FFF2-40B4-BE49-F238E27FC236}">
                      <a16:creationId xmlns:a16="http://schemas.microsoft.com/office/drawing/2014/main" id="{8A29211A-D6D9-41F1-BFDF-51DAB2BF750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1414008" y="1780345"/>
                  <a:ext cx="24696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06" name="Encre 105">
                  <a:extLst>
                    <a:ext uri="{FF2B5EF4-FFF2-40B4-BE49-F238E27FC236}">
                      <a16:creationId xmlns:a16="http://schemas.microsoft.com/office/drawing/2014/main" id="{D27746E1-2091-4B22-91D7-6582CF786B0B}"/>
                    </a:ext>
                  </a:extLst>
                </p14:cNvPr>
                <p14:cNvContentPartPr/>
                <p14:nvPr/>
              </p14:nvContentPartPr>
              <p14:xfrm>
                <a:off x="11696248" y="1934065"/>
                <a:ext cx="27000" cy="169560"/>
              </p14:xfrm>
            </p:contentPart>
          </mc:Choice>
          <mc:Fallback xmlns="">
            <p:pic>
              <p:nvPicPr>
                <p:cNvPr id="106" name="Encre 105">
                  <a:extLst>
                    <a:ext uri="{FF2B5EF4-FFF2-40B4-BE49-F238E27FC236}">
                      <a16:creationId xmlns:a16="http://schemas.microsoft.com/office/drawing/2014/main" id="{D27746E1-2091-4B22-91D7-6582CF786B0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687608" y="1925425"/>
                  <a:ext cx="446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07" name="Encre 106">
                  <a:extLst>
                    <a:ext uri="{FF2B5EF4-FFF2-40B4-BE49-F238E27FC236}">
                      <a16:creationId xmlns:a16="http://schemas.microsoft.com/office/drawing/2014/main" id="{C1973BB9-9A5F-4BAD-B64E-AE567E50C64B}"/>
                    </a:ext>
                  </a:extLst>
                </p14:cNvPr>
                <p14:cNvContentPartPr/>
                <p14:nvPr/>
              </p14:nvContentPartPr>
              <p14:xfrm>
                <a:off x="11767888" y="1941625"/>
                <a:ext cx="240120" cy="408960"/>
              </p14:xfrm>
            </p:contentPart>
          </mc:Choice>
          <mc:Fallback xmlns="">
            <p:pic>
              <p:nvPicPr>
                <p:cNvPr id="107" name="Encre 106">
                  <a:extLst>
                    <a:ext uri="{FF2B5EF4-FFF2-40B4-BE49-F238E27FC236}">
                      <a16:creationId xmlns:a16="http://schemas.microsoft.com/office/drawing/2014/main" id="{C1973BB9-9A5F-4BAD-B64E-AE567E50C64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1759248" y="1932985"/>
                  <a:ext cx="257760" cy="42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e 166">
            <a:extLst>
              <a:ext uri="{FF2B5EF4-FFF2-40B4-BE49-F238E27FC236}">
                <a16:creationId xmlns:a16="http://schemas.microsoft.com/office/drawing/2014/main" id="{CC8FE96F-F93F-495F-973D-A4997E1631C2}"/>
              </a:ext>
            </a:extLst>
          </p:cNvPr>
          <p:cNvGrpSpPr/>
          <p:nvPr/>
        </p:nvGrpSpPr>
        <p:grpSpPr>
          <a:xfrm>
            <a:off x="5444848" y="2750185"/>
            <a:ext cx="584280" cy="356400"/>
            <a:chOff x="5444848" y="2750185"/>
            <a:chExt cx="584280" cy="35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22" name="Encre 121">
                  <a:extLst>
                    <a:ext uri="{FF2B5EF4-FFF2-40B4-BE49-F238E27FC236}">
                      <a16:creationId xmlns:a16="http://schemas.microsoft.com/office/drawing/2014/main" id="{50C08D02-FFA4-47B7-89F2-A55DA0ADEB0A}"/>
                    </a:ext>
                  </a:extLst>
                </p14:cNvPr>
                <p14:cNvContentPartPr/>
                <p14:nvPr/>
              </p14:nvContentPartPr>
              <p14:xfrm>
                <a:off x="5501368" y="2881225"/>
                <a:ext cx="28080" cy="225360"/>
              </p14:xfrm>
            </p:contentPart>
          </mc:Choice>
          <mc:Fallback xmlns="">
            <p:pic>
              <p:nvPicPr>
                <p:cNvPr id="122" name="Encre 121">
                  <a:extLst>
                    <a:ext uri="{FF2B5EF4-FFF2-40B4-BE49-F238E27FC236}">
                      <a16:creationId xmlns:a16="http://schemas.microsoft.com/office/drawing/2014/main" id="{50C08D02-FFA4-47B7-89F2-A55DA0ADEB0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492368" y="2872585"/>
                  <a:ext cx="4572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23" name="Encre 122">
                  <a:extLst>
                    <a:ext uri="{FF2B5EF4-FFF2-40B4-BE49-F238E27FC236}">
                      <a16:creationId xmlns:a16="http://schemas.microsoft.com/office/drawing/2014/main" id="{1C722A42-A300-420B-A25E-F3059785BD66}"/>
                    </a:ext>
                  </a:extLst>
                </p14:cNvPr>
                <p14:cNvContentPartPr/>
                <p14:nvPr/>
              </p14:nvContentPartPr>
              <p14:xfrm>
                <a:off x="5444848" y="2832985"/>
                <a:ext cx="130680" cy="151560"/>
              </p14:xfrm>
            </p:contentPart>
          </mc:Choice>
          <mc:Fallback xmlns="">
            <p:pic>
              <p:nvPicPr>
                <p:cNvPr id="123" name="Encre 122">
                  <a:extLst>
                    <a:ext uri="{FF2B5EF4-FFF2-40B4-BE49-F238E27FC236}">
                      <a16:creationId xmlns:a16="http://schemas.microsoft.com/office/drawing/2014/main" id="{1C722A42-A300-420B-A25E-F3059785BD6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436208" y="2823985"/>
                  <a:ext cx="1483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24" name="Encre 123">
                  <a:extLst>
                    <a:ext uri="{FF2B5EF4-FFF2-40B4-BE49-F238E27FC236}">
                      <a16:creationId xmlns:a16="http://schemas.microsoft.com/office/drawing/2014/main" id="{32A6D4DD-BFBA-400A-A111-D120B335AD6C}"/>
                    </a:ext>
                  </a:extLst>
                </p14:cNvPr>
                <p14:cNvContentPartPr/>
                <p14:nvPr/>
              </p14:nvContentPartPr>
              <p14:xfrm>
                <a:off x="5609368" y="2835865"/>
                <a:ext cx="230040" cy="152640"/>
              </p14:xfrm>
            </p:contentPart>
          </mc:Choice>
          <mc:Fallback xmlns="">
            <p:pic>
              <p:nvPicPr>
                <p:cNvPr id="124" name="Encre 123">
                  <a:extLst>
                    <a:ext uri="{FF2B5EF4-FFF2-40B4-BE49-F238E27FC236}">
                      <a16:creationId xmlns:a16="http://schemas.microsoft.com/office/drawing/2014/main" id="{32A6D4DD-BFBA-400A-A111-D120B335AD6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600728" y="2826865"/>
                  <a:ext cx="2476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25" name="Encre 124">
                  <a:extLst>
                    <a:ext uri="{FF2B5EF4-FFF2-40B4-BE49-F238E27FC236}">
                      <a16:creationId xmlns:a16="http://schemas.microsoft.com/office/drawing/2014/main" id="{2C3CDE03-55F5-4C73-8FFB-2A4AD31B4BAA}"/>
                    </a:ext>
                  </a:extLst>
                </p14:cNvPr>
                <p14:cNvContentPartPr/>
                <p14:nvPr/>
              </p14:nvContentPartPr>
              <p14:xfrm>
                <a:off x="5885128" y="2750185"/>
                <a:ext cx="144000" cy="211680"/>
              </p14:xfrm>
            </p:contentPart>
          </mc:Choice>
          <mc:Fallback xmlns="">
            <p:pic>
              <p:nvPicPr>
                <p:cNvPr id="125" name="Encre 124">
                  <a:extLst>
                    <a:ext uri="{FF2B5EF4-FFF2-40B4-BE49-F238E27FC236}">
                      <a16:creationId xmlns:a16="http://schemas.microsoft.com/office/drawing/2014/main" id="{2C3CDE03-55F5-4C73-8FFB-2A4AD31B4BA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876488" y="2741545"/>
                  <a:ext cx="161640" cy="22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e 159">
            <a:extLst>
              <a:ext uri="{FF2B5EF4-FFF2-40B4-BE49-F238E27FC236}">
                <a16:creationId xmlns:a16="http://schemas.microsoft.com/office/drawing/2014/main" id="{C7C68FBE-0AEB-45DA-8B35-3E57729AD0AD}"/>
              </a:ext>
            </a:extLst>
          </p:cNvPr>
          <p:cNvGrpSpPr/>
          <p:nvPr/>
        </p:nvGrpSpPr>
        <p:grpSpPr>
          <a:xfrm>
            <a:off x="6230728" y="2719945"/>
            <a:ext cx="1963800" cy="295560"/>
            <a:chOff x="6230728" y="2719945"/>
            <a:chExt cx="1963800" cy="29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26" name="Encre 125">
                  <a:extLst>
                    <a:ext uri="{FF2B5EF4-FFF2-40B4-BE49-F238E27FC236}">
                      <a16:creationId xmlns:a16="http://schemas.microsoft.com/office/drawing/2014/main" id="{914C4A37-6D5C-4F3D-9233-EE32F0868567}"/>
                    </a:ext>
                  </a:extLst>
                </p14:cNvPr>
                <p14:cNvContentPartPr/>
                <p14:nvPr/>
              </p14:nvContentPartPr>
              <p14:xfrm>
                <a:off x="6230728" y="2796625"/>
                <a:ext cx="252720" cy="187560"/>
              </p14:xfrm>
            </p:contentPart>
          </mc:Choice>
          <mc:Fallback xmlns="">
            <p:pic>
              <p:nvPicPr>
                <p:cNvPr id="126" name="Encre 125">
                  <a:extLst>
                    <a:ext uri="{FF2B5EF4-FFF2-40B4-BE49-F238E27FC236}">
                      <a16:creationId xmlns:a16="http://schemas.microsoft.com/office/drawing/2014/main" id="{914C4A37-6D5C-4F3D-9233-EE32F086856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221728" y="2787985"/>
                  <a:ext cx="27036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27" name="Encre 126">
                  <a:extLst>
                    <a:ext uri="{FF2B5EF4-FFF2-40B4-BE49-F238E27FC236}">
                      <a16:creationId xmlns:a16="http://schemas.microsoft.com/office/drawing/2014/main" id="{A0637889-B884-4CD7-BAC5-D13EEAC446A3}"/>
                    </a:ext>
                  </a:extLst>
                </p14:cNvPr>
                <p14:cNvContentPartPr/>
                <p14:nvPr/>
              </p14:nvContentPartPr>
              <p14:xfrm>
                <a:off x="6525568" y="2786185"/>
                <a:ext cx="240120" cy="210960"/>
              </p14:xfrm>
            </p:contentPart>
          </mc:Choice>
          <mc:Fallback xmlns="">
            <p:pic>
              <p:nvPicPr>
                <p:cNvPr id="127" name="Encre 126">
                  <a:extLst>
                    <a:ext uri="{FF2B5EF4-FFF2-40B4-BE49-F238E27FC236}">
                      <a16:creationId xmlns:a16="http://schemas.microsoft.com/office/drawing/2014/main" id="{A0637889-B884-4CD7-BAC5-D13EEAC446A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516928" y="2777545"/>
                  <a:ext cx="25776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28" name="Encre 127">
                  <a:extLst>
                    <a:ext uri="{FF2B5EF4-FFF2-40B4-BE49-F238E27FC236}">
                      <a16:creationId xmlns:a16="http://schemas.microsoft.com/office/drawing/2014/main" id="{58A1DEF6-6B98-4BDA-961B-2147451CEFD9}"/>
                    </a:ext>
                  </a:extLst>
                </p14:cNvPr>
                <p14:cNvContentPartPr/>
                <p14:nvPr/>
              </p14:nvContentPartPr>
              <p14:xfrm>
                <a:off x="6776128" y="2719945"/>
                <a:ext cx="301320" cy="295560"/>
              </p14:xfrm>
            </p:contentPart>
          </mc:Choice>
          <mc:Fallback xmlns="">
            <p:pic>
              <p:nvPicPr>
                <p:cNvPr id="128" name="Encre 127">
                  <a:extLst>
                    <a:ext uri="{FF2B5EF4-FFF2-40B4-BE49-F238E27FC236}">
                      <a16:creationId xmlns:a16="http://schemas.microsoft.com/office/drawing/2014/main" id="{58A1DEF6-6B98-4BDA-961B-2147451CEFD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767488" y="2710945"/>
                  <a:ext cx="31896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38" name="Encre 137">
                  <a:extLst>
                    <a:ext uri="{FF2B5EF4-FFF2-40B4-BE49-F238E27FC236}">
                      <a16:creationId xmlns:a16="http://schemas.microsoft.com/office/drawing/2014/main" id="{243483CA-D0A5-46CC-AAC5-83718C4D8760}"/>
                    </a:ext>
                  </a:extLst>
                </p14:cNvPr>
                <p14:cNvContentPartPr/>
                <p14:nvPr/>
              </p14:nvContentPartPr>
              <p14:xfrm>
                <a:off x="7099408" y="2784025"/>
                <a:ext cx="49680" cy="20160"/>
              </p14:xfrm>
            </p:contentPart>
          </mc:Choice>
          <mc:Fallback xmlns="">
            <p:pic>
              <p:nvPicPr>
                <p:cNvPr id="138" name="Encre 137">
                  <a:extLst>
                    <a:ext uri="{FF2B5EF4-FFF2-40B4-BE49-F238E27FC236}">
                      <a16:creationId xmlns:a16="http://schemas.microsoft.com/office/drawing/2014/main" id="{243483CA-D0A5-46CC-AAC5-83718C4D876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090768" y="2775025"/>
                  <a:ext cx="673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50" name="Encre 149">
                  <a:extLst>
                    <a:ext uri="{FF2B5EF4-FFF2-40B4-BE49-F238E27FC236}">
                      <a16:creationId xmlns:a16="http://schemas.microsoft.com/office/drawing/2014/main" id="{A4ABD534-E52F-4381-AED6-FD42C7DAD83A}"/>
                    </a:ext>
                  </a:extLst>
                </p14:cNvPr>
                <p14:cNvContentPartPr/>
                <p14:nvPr/>
              </p14:nvContentPartPr>
              <p14:xfrm>
                <a:off x="7124608" y="2814985"/>
                <a:ext cx="111600" cy="188640"/>
              </p14:xfrm>
            </p:contentPart>
          </mc:Choice>
          <mc:Fallback xmlns="">
            <p:pic>
              <p:nvPicPr>
                <p:cNvPr id="150" name="Encre 149">
                  <a:extLst>
                    <a:ext uri="{FF2B5EF4-FFF2-40B4-BE49-F238E27FC236}">
                      <a16:creationId xmlns:a16="http://schemas.microsoft.com/office/drawing/2014/main" id="{A4ABD534-E52F-4381-AED6-FD42C7DAD83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115968" y="2806345"/>
                  <a:ext cx="12924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51" name="Encre 150">
                  <a:extLst>
                    <a:ext uri="{FF2B5EF4-FFF2-40B4-BE49-F238E27FC236}">
                      <a16:creationId xmlns:a16="http://schemas.microsoft.com/office/drawing/2014/main" id="{324C368C-037D-46C5-BC0E-4C793B411AF1}"/>
                    </a:ext>
                  </a:extLst>
                </p14:cNvPr>
                <p14:cNvContentPartPr/>
                <p14:nvPr/>
              </p14:nvContentPartPr>
              <p14:xfrm>
                <a:off x="7244128" y="2843065"/>
                <a:ext cx="259200" cy="160560"/>
              </p14:xfrm>
            </p:contentPart>
          </mc:Choice>
          <mc:Fallback xmlns="">
            <p:pic>
              <p:nvPicPr>
                <p:cNvPr id="151" name="Encre 150">
                  <a:extLst>
                    <a:ext uri="{FF2B5EF4-FFF2-40B4-BE49-F238E27FC236}">
                      <a16:creationId xmlns:a16="http://schemas.microsoft.com/office/drawing/2014/main" id="{324C368C-037D-46C5-BC0E-4C793B411AF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235488" y="2834065"/>
                  <a:ext cx="27684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52" name="Encre 151">
                  <a:extLst>
                    <a:ext uri="{FF2B5EF4-FFF2-40B4-BE49-F238E27FC236}">
                      <a16:creationId xmlns:a16="http://schemas.microsoft.com/office/drawing/2014/main" id="{0E595274-A06A-46E7-95E7-FC206D316335}"/>
                    </a:ext>
                  </a:extLst>
                </p14:cNvPr>
                <p14:cNvContentPartPr/>
                <p14:nvPr/>
              </p14:nvContentPartPr>
              <p14:xfrm>
                <a:off x="7538248" y="2824345"/>
                <a:ext cx="273600" cy="178920"/>
              </p14:xfrm>
            </p:contentPart>
          </mc:Choice>
          <mc:Fallback xmlns="">
            <p:pic>
              <p:nvPicPr>
                <p:cNvPr id="152" name="Encre 151">
                  <a:extLst>
                    <a:ext uri="{FF2B5EF4-FFF2-40B4-BE49-F238E27FC236}">
                      <a16:creationId xmlns:a16="http://schemas.microsoft.com/office/drawing/2014/main" id="{0E595274-A06A-46E7-95E7-FC206D31633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529248" y="2815345"/>
                  <a:ext cx="2912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53" name="Encre 152">
                  <a:extLst>
                    <a:ext uri="{FF2B5EF4-FFF2-40B4-BE49-F238E27FC236}">
                      <a16:creationId xmlns:a16="http://schemas.microsoft.com/office/drawing/2014/main" id="{B91ACEF8-8741-4273-B031-0DE7DB43B5CC}"/>
                    </a:ext>
                  </a:extLst>
                </p14:cNvPr>
                <p14:cNvContentPartPr/>
                <p14:nvPr/>
              </p14:nvContentPartPr>
              <p14:xfrm>
                <a:off x="7847488" y="2759905"/>
                <a:ext cx="117720" cy="242640"/>
              </p14:xfrm>
            </p:contentPart>
          </mc:Choice>
          <mc:Fallback xmlns="">
            <p:pic>
              <p:nvPicPr>
                <p:cNvPr id="153" name="Encre 152">
                  <a:extLst>
                    <a:ext uri="{FF2B5EF4-FFF2-40B4-BE49-F238E27FC236}">
                      <a16:creationId xmlns:a16="http://schemas.microsoft.com/office/drawing/2014/main" id="{B91ACEF8-8741-4273-B031-0DE7DB43B5C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838848" y="2751265"/>
                  <a:ext cx="13536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57" name="Encre 156">
                  <a:extLst>
                    <a:ext uri="{FF2B5EF4-FFF2-40B4-BE49-F238E27FC236}">
                      <a16:creationId xmlns:a16="http://schemas.microsoft.com/office/drawing/2014/main" id="{8078CC9D-AC38-478C-A0AA-157E479CDAD2}"/>
                    </a:ext>
                  </a:extLst>
                </p14:cNvPr>
                <p14:cNvContentPartPr/>
                <p14:nvPr/>
              </p14:nvContentPartPr>
              <p14:xfrm>
                <a:off x="8117488" y="2914345"/>
                <a:ext cx="77040" cy="12600"/>
              </p14:xfrm>
            </p:contentPart>
          </mc:Choice>
          <mc:Fallback xmlns="">
            <p:pic>
              <p:nvPicPr>
                <p:cNvPr id="157" name="Encre 156">
                  <a:extLst>
                    <a:ext uri="{FF2B5EF4-FFF2-40B4-BE49-F238E27FC236}">
                      <a16:creationId xmlns:a16="http://schemas.microsoft.com/office/drawing/2014/main" id="{8078CC9D-AC38-478C-A0AA-157E479CDAD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108488" y="2905705"/>
                  <a:ext cx="946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58" name="Encre 157">
                  <a:extLst>
                    <a:ext uri="{FF2B5EF4-FFF2-40B4-BE49-F238E27FC236}">
                      <a16:creationId xmlns:a16="http://schemas.microsoft.com/office/drawing/2014/main" id="{91D0B502-F87D-424C-A3C1-BCD271EC8FFE}"/>
                    </a:ext>
                  </a:extLst>
                </p14:cNvPr>
                <p14:cNvContentPartPr/>
                <p14:nvPr/>
              </p14:nvContentPartPr>
              <p14:xfrm>
                <a:off x="8109928" y="2975545"/>
                <a:ext cx="82080" cy="11160"/>
              </p14:xfrm>
            </p:contentPart>
          </mc:Choice>
          <mc:Fallback xmlns="">
            <p:pic>
              <p:nvPicPr>
                <p:cNvPr id="158" name="Encre 157">
                  <a:extLst>
                    <a:ext uri="{FF2B5EF4-FFF2-40B4-BE49-F238E27FC236}">
                      <a16:creationId xmlns:a16="http://schemas.microsoft.com/office/drawing/2014/main" id="{91D0B502-F87D-424C-A3C1-BCD271EC8FF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100928" y="2966545"/>
                  <a:ext cx="99720" cy="2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oupe 173">
            <a:extLst>
              <a:ext uri="{FF2B5EF4-FFF2-40B4-BE49-F238E27FC236}">
                <a16:creationId xmlns:a16="http://schemas.microsoft.com/office/drawing/2014/main" id="{4692FFD6-0FC4-4DE3-A51A-829AF45CEA4F}"/>
              </a:ext>
            </a:extLst>
          </p:cNvPr>
          <p:cNvGrpSpPr/>
          <p:nvPr/>
        </p:nvGrpSpPr>
        <p:grpSpPr>
          <a:xfrm>
            <a:off x="8527528" y="2748745"/>
            <a:ext cx="954000" cy="488520"/>
            <a:chOff x="8527528" y="2748745"/>
            <a:chExt cx="954000" cy="48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68" name="Encre 167">
                  <a:extLst>
                    <a:ext uri="{FF2B5EF4-FFF2-40B4-BE49-F238E27FC236}">
                      <a16:creationId xmlns:a16="http://schemas.microsoft.com/office/drawing/2014/main" id="{CD5BAEDC-607F-48DC-AB61-FF198FA039E7}"/>
                    </a:ext>
                  </a:extLst>
                </p14:cNvPr>
                <p14:cNvContentPartPr/>
                <p14:nvPr/>
              </p14:nvContentPartPr>
              <p14:xfrm>
                <a:off x="8527528" y="2836945"/>
                <a:ext cx="168120" cy="340560"/>
              </p14:xfrm>
            </p:contentPart>
          </mc:Choice>
          <mc:Fallback xmlns="">
            <p:pic>
              <p:nvPicPr>
                <p:cNvPr id="168" name="Encre 167">
                  <a:extLst>
                    <a:ext uri="{FF2B5EF4-FFF2-40B4-BE49-F238E27FC236}">
                      <a16:creationId xmlns:a16="http://schemas.microsoft.com/office/drawing/2014/main" id="{CD5BAEDC-607F-48DC-AB61-FF198FA039E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518888" y="2828305"/>
                  <a:ext cx="18576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69" name="Encre 168">
                  <a:extLst>
                    <a:ext uri="{FF2B5EF4-FFF2-40B4-BE49-F238E27FC236}">
                      <a16:creationId xmlns:a16="http://schemas.microsoft.com/office/drawing/2014/main" id="{59E608DC-7F4B-4366-A053-47F95C16F4C5}"/>
                    </a:ext>
                  </a:extLst>
                </p14:cNvPr>
                <p14:cNvContentPartPr/>
                <p14:nvPr/>
              </p14:nvContentPartPr>
              <p14:xfrm>
                <a:off x="8687368" y="2841265"/>
                <a:ext cx="256320" cy="162000"/>
              </p14:xfrm>
            </p:contentPart>
          </mc:Choice>
          <mc:Fallback xmlns="">
            <p:pic>
              <p:nvPicPr>
                <p:cNvPr id="169" name="Encre 168">
                  <a:extLst>
                    <a:ext uri="{FF2B5EF4-FFF2-40B4-BE49-F238E27FC236}">
                      <a16:creationId xmlns:a16="http://schemas.microsoft.com/office/drawing/2014/main" id="{59E608DC-7F4B-4366-A053-47F95C16F4C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678728" y="2832265"/>
                  <a:ext cx="27396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70" name="Encre 169">
                  <a:extLst>
                    <a:ext uri="{FF2B5EF4-FFF2-40B4-BE49-F238E27FC236}">
                      <a16:creationId xmlns:a16="http://schemas.microsoft.com/office/drawing/2014/main" id="{0F66E9F8-34A6-4043-8CCF-8648E6DFF604}"/>
                    </a:ext>
                  </a:extLst>
                </p14:cNvPr>
                <p14:cNvContentPartPr/>
                <p14:nvPr/>
              </p14:nvContentPartPr>
              <p14:xfrm>
                <a:off x="8968528" y="2748745"/>
                <a:ext cx="153720" cy="255240"/>
              </p14:xfrm>
            </p:contentPart>
          </mc:Choice>
          <mc:Fallback xmlns="">
            <p:pic>
              <p:nvPicPr>
                <p:cNvPr id="170" name="Encre 169">
                  <a:extLst>
                    <a:ext uri="{FF2B5EF4-FFF2-40B4-BE49-F238E27FC236}">
                      <a16:creationId xmlns:a16="http://schemas.microsoft.com/office/drawing/2014/main" id="{0F66E9F8-34A6-4043-8CCF-8648E6DFF60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959888" y="2739745"/>
                  <a:ext cx="17136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71" name="Encre 170">
                  <a:extLst>
                    <a:ext uri="{FF2B5EF4-FFF2-40B4-BE49-F238E27FC236}">
                      <a16:creationId xmlns:a16="http://schemas.microsoft.com/office/drawing/2014/main" id="{CE7D9D01-E11E-4F44-A59D-BF4BCB2598F6}"/>
                    </a:ext>
                  </a:extLst>
                </p14:cNvPr>
                <p14:cNvContentPartPr/>
                <p14:nvPr/>
              </p14:nvContentPartPr>
              <p14:xfrm>
                <a:off x="9146368" y="3053665"/>
                <a:ext cx="89640" cy="183600"/>
              </p14:xfrm>
            </p:contentPart>
          </mc:Choice>
          <mc:Fallback xmlns="">
            <p:pic>
              <p:nvPicPr>
                <p:cNvPr id="171" name="Encre 170">
                  <a:extLst>
                    <a:ext uri="{FF2B5EF4-FFF2-40B4-BE49-F238E27FC236}">
                      <a16:creationId xmlns:a16="http://schemas.microsoft.com/office/drawing/2014/main" id="{CE7D9D01-E11E-4F44-A59D-BF4BCB2598F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137728" y="3045025"/>
                  <a:ext cx="10728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73" name="Encre 172">
                  <a:extLst>
                    <a:ext uri="{FF2B5EF4-FFF2-40B4-BE49-F238E27FC236}">
                      <a16:creationId xmlns:a16="http://schemas.microsoft.com/office/drawing/2014/main" id="{3D58D7F9-645A-402E-8F72-17745C562585}"/>
                    </a:ext>
                  </a:extLst>
                </p14:cNvPr>
                <p14:cNvContentPartPr/>
                <p14:nvPr/>
              </p14:nvContentPartPr>
              <p14:xfrm>
                <a:off x="9274888" y="3055825"/>
                <a:ext cx="206640" cy="174600"/>
              </p14:xfrm>
            </p:contentPart>
          </mc:Choice>
          <mc:Fallback xmlns="">
            <p:pic>
              <p:nvPicPr>
                <p:cNvPr id="173" name="Encre 172">
                  <a:extLst>
                    <a:ext uri="{FF2B5EF4-FFF2-40B4-BE49-F238E27FC236}">
                      <a16:creationId xmlns:a16="http://schemas.microsoft.com/office/drawing/2014/main" id="{3D58D7F9-645A-402E-8F72-17745C56258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266248" y="3047185"/>
                  <a:ext cx="224280" cy="19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9" name="Groupe 198">
            <a:extLst>
              <a:ext uri="{FF2B5EF4-FFF2-40B4-BE49-F238E27FC236}">
                <a16:creationId xmlns:a16="http://schemas.microsoft.com/office/drawing/2014/main" id="{21B2448D-7278-43FA-AACE-C4D563CA86A0}"/>
              </a:ext>
            </a:extLst>
          </p:cNvPr>
          <p:cNvGrpSpPr/>
          <p:nvPr/>
        </p:nvGrpSpPr>
        <p:grpSpPr>
          <a:xfrm>
            <a:off x="10249768" y="2669905"/>
            <a:ext cx="1492560" cy="662400"/>
            <a:chOff x="10249768" y="2669905"/>
            <a:chExt cx="1492560" cy="66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75" name="Encre 174">
                  <a:extLst>
                    <a:ext uri="{FF2B5EF4-FFF2-40B4-BE49-F238E27FC236}">
                      <a16:creationId xmlns:a16="http://schemas.microsoft.com/office/drawing/2014/main" id="{52170447-2842-4423-82DD-B1B132574FB5}"/>
                    </a:ext>
                  </a:extLst>
                </p14:cNvPr>
                <p14:cNvContentPartPr/>
                <p14:nvPr/>
              </p14:nvContentPartPr>
              <p14:xfrm>
                <a:off x="10249768" y="2814625"/>
                <a:ext cx="179640" cy="287640"/>
              </p14:xfrm>
            </p:contentPart>
          </mc:Choice>
          <mc:Fallback xmlns="">
            <p:pic>
              <p:nvPicPr>
                <p:cNvPr id="175" name="Encre 174">
                  <a:extLst>
                    <a:ext uri="{FF2B5EF4-FFF2-40B4-BE49-F238E27FC236}">
                      <a16:creationId xmlns:a16="http://schemas.microsoft.com/office/drawing/2014/main" id="{52170447-2842-4423-82DD-B1B132574FB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240768" y="2805625"/>
                  <a:ext cx="19728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76" name="Encre 175">
                  <a:extLst>
                    <a:ext uri="{FF2B5EF4-FFF2-40B4-BE49-F238E27FC236}">
                      <a16:creationId xmlns:a16="http://schemas.microsoft.com/office/drawing/2014/main" id="{4561D50C-00BE-40E6-90CA-B400FC276F2A}"/>
                    </a:ext>
                  </a:extLst>
                </p14:cNvPr>
                <p14:cNvContentPartPr/>
                <p14:nvPr/>
              </p14:nvContentPartPr>
              <p14:xfrm>
                <a:off x="10465048" y="2806345"/>
                <a:ext cx="224280" cy="152640"/>
              </p14:xfrm>
            </p:contentPart>
          </mc:Choice>
          <mc:Fallback xmlns="">
            <p:pic>
              <p:nvPicPr>
                <p:cNvPr id="176" name="Encre 175">
                  <a:extLst>
                    <a:ext uri="{FF2B5EF4-FFF2-40B4-BE49-F238E27FC236}">
                      <a16:creationId xmlns:a16="http://schemas.microsoft.com/office/drawing/2014/main" id="{4561D50C-00BE-40E6-90CA-B400FC276F2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456048" y="2797345"/>
                  <a:ext cx="2419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92" name="Encre 191">
                  <a:extLst>
                    <a:ext uri="{FF2B5EF4-FFF2-40B4-BE49-F238E27FC236}">
                      <a16:creationId xmlns:a16="http://schemas.microsoft.com/office/drawing/2014/main" id="{9293A30F-5E5E-40F0-9426-31B223E63FBB}"/>
                    </a:ext>
                  </a:extLst>
                </p14:cNvPr>
                <p14:cNvContentPartPr/>
                <p14:nvPr/>
              </p14:nvContentPartPr>
              <p14:xfrm>
                <a:off x="10683208" y="2669905"/>
                <a:ext cx="189360" cy="295200"/>
              </p14:xfrm>
            </p:contentPart>
          </mc:Choice>
          <mc:Fallback xmlns="">
            <p:pic>
              <p:nvPicPr>
                <p:cNvPr id="192" name="Encre 191">
                  <a:extLst>
                    <a:ext uri="{FF2B5EF4-FFF2-40B4-BE49-F238E27FC236}">
                      <a16:creationId xmlns:a16="http://schemas.microsoft.com/office/drawing/2014/main" id="{9293A30F-5E5E-40F0-9426-31B223E63FB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674568" y="2660905"/>
                  <a:ext cx="20700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93" name="Encre 192">
                  <a:extLst>
                    <a:ext uri="{FF2B5EF4-FFF2-40B4-BE49-F238E27FC236}">
                      <a16:creationId xmlns:a16="http://schemas.microsoft.com/office/drawing/2014/main" id="{917C02B8-82DD-4E47-8183-5C5019081D74}"/>
                    </a:ext>
                  </a:extLst>
                </p14:cNvPr>
                <p14:cNvContentPartPr/>
                <p14:nvPr/>
              </p14:nvContentPartPr>
              <p14:xfrm>
                <a:off x="11002528" y="2892025"/>
                <a:ext cx="96840" cy="215280"/>
              </p14:xfrm>
            </p:contentPart>
          </mc:Choice>
          <mc:Fallback xmlns="">
            <p:pic>
              <p:nvPicPr>
                <p:cNvPr id="193" name="Encre 192">
                  <a:extLst>
                    <a:ext uri="{FF2B5EF4-FFF2-40B4-BE49-F238E27FC236}">
                      <a16:creationId xmlns:a16="http://schemas.microsoft.com/office/drawing/2014/main" id="{917C02B8-82DD-4E47-8183-5C5019081D7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993888" y="2883025"/>
                  <a:ext cx="11448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94" name="Encre 193">
                  <a:extLst>
                    <a:ext uri="{FF2B5EF4-FFF2-40B4-BE49-F238E27FC236}">
                      <a16:creationId xmlns:a16="http://schemas.microsoft.com/office/drawing/2014/main" id="{3AD935EF-A87F-474D-A5FD-17424359522A}"/>
                    </a:ext>
                  </a:extLst>
                </p14:cNvPr>
                <p14:cNvContentPartPr/>
                <p14:nvPr/>
              </p14:nvContentPartPr>
              <p14:xfrm>
                <a:off x="11147248" y="2977345"/>
                <a:ext cx="21240" cy="118440"/>
              </p14:xfrm>
            </p:contentPart>
          </mc:Choice>
          <mc:Fallback xmlns="">
            <p:pic>
              <p:nvPicPr>
                <p:cNvPr id="194" name="Encre 193">
                  <a:extLst>
                    <a:ext uri="{FF2B5EF4-FFF2-40B4-BE49-F238E27FC236}">
                      <a16:creationId xmlns:a16="http://schemas.microsoft.com/office/drawing/2014/main" id="{3AD935EF-A87F-474D-A5FD-17424359522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1138608" y="2968345"/>
                  <a:ext cx="388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95" name="Encre 194">
                  <a:extLst>
                    <a:ext uri="{FF2B5EF4-FFF2-40B4-BE49-F238E27FC236}">
                      <a16:creationId xmlns:a16="http://schemas.microsoft.com/office/drawing/2014/main" id="{275F3208-8881-4B47-80C9-22FE40E763DD}"/>
                    </a:ext>
                  </a:extLst>
                </p14:cNvPr>
                <p14:cNvContentPartPr/>
                <p14:nvPr/>
              </p14:nvContentPartPr>
              <p14:xfrm>
                <a:off x="11147248" y="2895985"/>
                <a:ext cx="6840" cy="17640"/>
              </p14:xfrm>
            </p:contentPart>
          </mc:Choice>
          <mc:Fallback xmlns="">
            <p:pic>
              <p:nvPicPr>
                <p:cNvPr id="195" name="Encre 194">
                  <a:extLst>
                    <a:ext uri="{FF2B5EF4-FFF2-40B4-BE49-F238E27FC236}">
                      <a16:creationId xmlns:a16="http://schemas.microsoft.com/office/drawing/2014/main" id="{275F3208-8881-4B47-80C9-22FE40E763D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1138608" y="2887345"/>
                  <a:ext cx="244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96" name="Encre 195">
                  <a:extLst>
                    <a:ext uri="{FF2B5EF4-FFF2-40B4-BE49-F238E27FC236}">
                      <a16:creationId xmlns:a16="http://schemas.microsoft.com/office/drawing/2014/main" id="{4A1436F3-04FB-4744-83BD-98AB6311BB83}"/>
                    </a:ext>
                  </a:extLst>
                </p14:cNvPr>
                <p14:cNvContentPartPr/>
                <p14:nvPr/>
              </p14:nvContentPartPr>
              <p14:xfrm>
                <a:off x="11207008" y="2836225"/>
                <a:ext cx="368640" cy="496080"/>
              </p14:xfrm>
            </p:contentPart>
          </mc:Choice>
          <mc:Fallback xmlns="">
            <p:pic>
              <p:nvPicPr>
                <p:cNvPr id="196" name="Encre 195">
                  <a:extLst>
                    <a:ext uri="{FF2B5EF4-FFF2-40B4-BE49-F238E27FC236}">
                      <a16:creationId xmlns:a16="http://schemas.microsoft.com/office/drawing/2014/main" id="{4A1436F3-04FB-4744-83BD-98AB6311BB8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1198008" y="2827585"/>
                  <a:ext cx="386280" cy="51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97" name="Encre 196">
                  <a:extLst>
                    <a:ext uri="{FF2B5EF4-FFF2-40B4-BE49-F238E27FC236}">
                      <a16:creationId xmlns:a16="http://schemas.microsoft.com/office/drawing/2014/main" id="{BEECCDCF-25FB-43C6-8B93-13AABB711798}"/>
                    </a:ext>
                  </a:extLst>
                </p14:cNvPr>
                <p14:cNvContentPartPr/>
                <p14:nvPr/>
              </p14:nvContentPartPr>
              <p14:xfrm>
                <a:off x="11635768" y="2825785"/>
                <a:ext cx="24840" cy="274680"/>
              </p14:xfrm>
            </p:contentPart>
          </mc:Choice>
          <mc:Fallback xmlns="">
            <p:pic>
              <p:nvPicPr>
                <p:cNvPr id="197" name="Encre 196">
                  <a:extLst>
                    <a:ext uri="{FF2B5EF4-FFF2-40B4-BE49-F238E27FC236}">
                      <a16:creationId xmlns:a16="http://schemas.microsoft.com/office/drawing/2014/main" id="{BEECCDCF-25FB-43C6-8B93-13AABB71179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1627128" y="2817145"/>
                  <a:ext cx="4248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98" name="Encre 197">
                  <a:extLst>
                    <a:ext uri="{FF2B5EF4-FFF2-40B4-BE49-F238E27FC236}">
                      <a16:creationId xmlns:a16="http://schemas.microsoft.com/office/drawing/2014/main" id="{0A795150-637D-4887-A4B1-625220FE6705}"/>
                    </a:ext>
                  </a:extLst>
                </p14:cNvPr>
                <p14:cNvContentPartPr/>
                <p14:nvPr/>
              </p14:nvContentPartPr>
              <p14:xfrm>
                <a:off x="11609848" y="2980945"/>
                <a:ext cx="132480" cy="18360"/>
              </p14:xfrm>
            </p:contentPart>
          </mc:Choice>
          <mc:Fallback xmlns="">
            <p:pic>
              <p:nvPicPr>
                <p:cNvPr id="198" name="Encre 197">
                  <a:extLst>
                    <a:ext uri="{FF2B5EF4-FFF2-40B4-BE49-F238E27FC236}">
                      <a16:creationId xmlns:a16="http://schemas.microsoft.com/office/drawing/2014/main" id="{0A795150-637D-4887-A4B1-625220FE670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1601208" y="2971945"/>
                  <a:ext cx="15012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200" name="Encre 199">
                <a:extLst>
                  <a:ext uri="{FF2B5EF4-FFF2-40B4-BE49-F238E27FC236}">
                    <a16:creationId xmlns:a16="http://schemas.microsoft.com/office/drawing/2014/main" id="{9A99D8E3-BC2D-4308-A13E-E44912A0079B}"/>
                  </a:ext>
                </a:extLst>
              </p14:cNvPr>
              <p14:cNvContentPartPr/>
              <p14:nvPr/>
            </p14:nvContentPartPr>
            <p14:xfrm>
              <a:off x="9772408" y="2814985"/>
              <a:ext cx="147240" cy="194760"/>
            </p14:xfrm>
          </p:contentPart>
        </mc:Choice>
        <mc:Fallback xmlns="">
          <p:pic>
            <p:nvPicPr>
              <p:cNvPr id="200" name="Encre 199">
                <a:extLst>
                  <a:ext uri="{FF2B5EF4-FFF2-40B4-BE49-F238E27FC236}">
                    <a16:creationId xmlns:a16="http://schemas.microsoft.com/office/drawing/2014/main" id="{9A99D8E3-BC2D-4308-A13E-E44912A0079B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9763768" y="2806345"/>
                <a:ext cx="164880" cy="212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1" name="Groupe 210">
            <a:extLst>
              <a:ext uri="{FF2B5EF4-FFF2-40B4-BE49-F238E27FC236}">
                <a16:creationId xmlns:a16="http://schemas.microsoft.com/office/drawing/2014/main" id="{000728CD-7557-451F-97F7-513CCAD2CF45}"/>
              </a:ext>
            </a:extLst>
          </p:cNvPr>
          <p:cNvGrpSpPr/>
          <p:nvPr/>
        </p:nvGrpSpPr>
        <p:grpSpPr>
          <a:xfrm>
            <a:off x="5404528" y="4198825"/>
            <a:ext cx="879120" cy="377280"/>
            <a:chOff x="5404528" y="4198825"/>
            <a:chExt cx="879120" cy="37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201" name="Encre 200">
                  <a:extLst>
                    <a:ext uri="{FF2B5EF4-FFF2-40B4-BE49-F238E27FC236}">
                      <a16:creationId xmlns:a16="http://schemas.microsoft.com/office/drawing/2014/main" id="{D48CCD42-2A4F-4BFB-B49D-4646E9B2610C}"/>
                    </a:ext>
                  </a:extLst>
                </p14:cNvPr>
                <p14:cNvContentPartPr/>
                <p14:nvPr/>
              </p14:nvContentPartPr>
              <p14:xfrm>
                <a:off x="5560048" y="4202065"/>
                <a:ext cx="26640" cy="251280"/>
              </p14:xfrm>
            </p:contentPart>
          </mc:Choice>
          <mc:Fallback xmlns="">
            <p:pic>
              <p:nvPicPr>
                <p:cNvPr id="201" name="Encre 200">
                  <a:extLst>
                    <a:ext uri="{FF2B5EF4-FFF2-40B4-BE49-F238E27FC236}">
                      <a16:creationId xmlns:a16="http://schemas.microsoft.com/office/drawing/2014/main" id="{D48CCD42-2A4F-4BFB-B49D-4646E9B2610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551048" y="4193425"/>
                  <a:ext cx="4428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202" name="Encre 201">
                  <a:extLst>
                    <a:ext uri="{FF2B5EF4-FFF2-40B4-BE49-F238E27FC236}">
                      <a16:creationId xmlns:a16="http://schemas.microsoft.com/office/drawing/2014/main" id="{FD857C9C-7FA0-4524-B36A-3A181CDA1485}"/>
                    </a:ext>
                  </a:extLst>
                </p14:cNvPr>
                <p14:cNvContentPartPr/>
                <p14:nvPr/>
              </p14:nvContentPartPr>
              <p14:xfrm>
                <a:off x="5404528" y="4198825"/>
                <a:ext cx="353520" cy="377280"/>
              </p14:xfrm>
            </p:contentPart>
          </mc:Choice>
          <mc:Fallback xmlns="">
            <p:pic>
              <p:nvPicPr>
                <p:cNvPr id="202" name="Encre 201">
                  <a:extLst>
                    <a:ext uri="{FF2B5EF4-FFF2-40B4-BE49-F238E27FC236}">
                      <a16:creationId xmlns:a16="http://schemas.microsoft.com/office/drawing/2014/main" id="{FD857C9C-7FA0-4524-B36A-3A181CDA148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395528" y="4189825"/>
                  <a:ext cx="37116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203" name="Encre 202">
                  <a:extLst>
                    <a:ext uri="{FF2B5EF4-FFF2-40B4-BE49-F238E27FC236}">
                      <a16:creationId xmlns:a16="http://schemas.microsoft.com/office/drawing/2014/main" id="{1005574D-65EC-4273-B5C2-A7592BA39FF3}"/>
                    </a:ext>
                  </a:extLst>
                </p14:cNvPr>
                <p14:cNvContentPartPr/>
                <p14:nvPr/>
              </p14:nvContentPartPr>
              <p14:xfrm>
                <a:off x="5772808" y="4444345"/>
                <a:ext cx="54000" cy="95040"/>
              </p14:xfrm>
            </p:contentPart>
          </mc:Choice>
          <mc:Fallback xmlns="">
            <p:pic>
              <p:nvPicPr>
                <p:cNvPr id="203" name="Encre 202">
                  <a:extLst>
                    <a:ext uri="{FF2B5EF4-FFF2-40B4-BE49-F238E27FC236}">
                      <a16:creationId xmlns:a16="http://schemas.microsoft.com/office/drawing/2014/main" id="{1005574D-65EC-4273-B5C2-A7592BA39FF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763808" y="4435705"/>
                  <a:ext cx="716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204" name="Encre 203">
                  <a:extLst>
                    <a:ext uri="{FF2B5EF4-FFF2-40B4-BE49-F238E27FC236}">
                      <a16:creationId xmlns:a16="http://schemas.microsoft.com/office/drawing/2014/main" id="{5D59CA8B-38E2-4499-AB3D-038DD6F73800}"/>
                    </a:ext>
                  </a:extLst>
                </p14:cNvPr>
                <p14:cNvContentPartPr/>
                <p14:nvPr/>
              </p14:nvContentPartPr>
              <p14:xfrm>
                <a:off x="5834368" y="4362265"/>
                <a:ext cx="10440" cy="8280"/>
              </p14:xfrm>
            </p:contentPart>
          </mc:Choice>
          <mc:Fallback xmlns="">
            <p:pic>
              <p:nvPicPr>
                <p:cNvPr id="204" name="Encre 203">
                  <a:extLst>
                    <a:ext uri="{FF2B5EF4-FFF2-40B4-BE49-F238E27FC236}">
                      <a16:creationId xmlns:a16="http://schemas.microsoft.com/office/drawing/2014/main" id="{5D59CA8B-38E2-4499-AB3D-038DD6F7380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825728" y="4353265"/>
                  <a:ext cx="280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205" name="Encre 204">
                  <a:extLst>
                    <a:ext uri="{FF2B5EF4-FFF2-40B4-BE49-F238E27FC236}">
                      <a16:creationId xmlns:a16="http://schemas.microsoft.com/office/drawing/2014/main" id="{3F58A610-A1E3-44A1-9D0D-9D07B60D4CB7}"/>
                    </a:ext>
                  </a:extLst>
                </p14:cNvPr>
                <p14:cNvContentPartPr/>
                <p14:nvPr/>
              </p14:nvContentPartPr>
              <p14:xfrm>
                <a:off x="5871808" y="4401145"/>
                <a:ext cx="158760" cy="140760"/>
              </p14:xfrm>
            </p:contentPart>
          </mc:Choice>
          <mc:Fallback xmlns="">
            <p:pic>
              <p:nvPicPr>
                <p:cNvPr id="205" name="Encre 204">
                  <a:extLst>
                    <a:ext uri="{FF2B5EF4-FFF2-40B4-BE49-F238E27FC236}">
                      <a16:creationId xmlns:a16="http://schemas.microsoft.com/office/drawing/2014/main" id="{3F58A610-A1E3-44A1-9D0D-9D07B60D4CB7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5862808" y="4392145"/>
                  <a:ext cx="1764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206" name="Encre 205">
                  <a:extLst>
                    <a:ext uri="{FF2B5EF4-FFF2-40B4-BE49-F238E27FC236}">
                      <a16:creationId xmlns:a16="http://schemas.microsoft.com/office/drawing/2014/main" id="{D959286C-EA9C-458F-AC5D-88B6DE93A3B2}"/>
                    </a:ext>
                  </a:extLst>
                </p14:cNvPr>
                <p14:cNvContentPartPr/>
                <p14:nvPr/>
              </p14:nvContentPartPr>
              <p14:xfrm>
                <a:off x="6095728" y="4297825"/>
                <a:ext cx="14760" cy="215280"/>
              </p14:xfrm>
            </p:contentPart>
          </mc:Choice>
          <mc:Fallback xmlns="">
            <p:pic>
              <p:nvPicPr>
                <p:cNvPr id="206" name="Encre 205">
                  <a:extLst>
                    <a:ext uri="{FF2B5EF4-FFF2-40B4-BE49-F238E27FC236}">
                      <a16:creationId xmlns:a16="http://schemas.microsoft.com/office/drawing/2014/main" id="{D959286C-EA9C-458F-AC5D-88B6DE93A3B2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086728" y="4289185"/>
                  <a:ext cx="3240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207" name="Encre 206">
                  <a:extLst>
                    <a:ext uri="{FF2B5EF4-FFF2-40B4-BE49-F238E27FC236}">
                      <a16:creationId xmlns:a16="http://schemas.microsoft.com/office/drawing/2014/main" id="{1F4BDD1D-8303-43F3-A67D-4A67CC14E87F}"/>
                    </a:ext>
                  </a:extLst>
                </p14:cNvPr>
                <p14:cNvContentPartPr/>
                <p14:nvPr/>
              </p14:nvContentPartPr>
              <p14:xfrm>
                <a:off x="6163408" y="4218265"/>
                <a:ext cx="120240" cy="309960"/>
              </p14:xfrm>
            </p:contentPart>
          </mc:Choice>
          <mc:Fallback xmlns="">
            <p:pic>
              <p:nvPicPr>
                <p:cNvPr id="207" name="Encre 206">
                  <a:extLst>
                    <a:ext uri="{FF2B5EF4-FFF2-40B4-BE49-F238E27FC236}">
                      <a16:creationId xmlns:a16="http://schemas.microsoft.com/office/drawing/2014/main" id="{1F4BDD1D-8303-43F3-A67D-4A67CC14E87F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6154408" y="4209265"/>
                  <a:ext cx="137880" cy="32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0" name="Groupe 209">
            <a:extLst>
              <a:ext uri="{FF2B5EF4-FFF2-40B4-BE49-F238E27FC236}">
                <a16:creationId xmlns:a16="http://schemas.microsoft.com/office/drawing/2014/main" id="{7098AF18-AAE1-49CE-8A59-F4308E55A096}"/>
              </a:ext>
            </a:extLst>
          </p:cNvPr>
          <p:cNvGrpSpPr/>
          <p:nvPr/>
        </p:nvGrpSpPr>
        <p:grpSpPr>
          <a:xfrm>
            <a:off x="6493888" y="4440745"/>
            <a:ext cx="147240" cy="65160"/>
            <a:chOff x="6493888" y="4440745"/>
            <a:chExt cx="147240" cy="6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208" name="Encre 207">
                  <a:extLst>
                    <a:ext uri="{FF2B5EF4-FFF2-40B4-BE49-F238E27FC236}">
                      <a16:creationId xmlns:a16="http://schemas.microsoft.com/office/drawing/2014/main" id="{7A262BE6-41E7-4755-9DAA-4E88CE6307B5}"/>
                    </a:ext>
                  </a:extLst>
                </p14:cNvPr>
                <p14:cNvContentPartPr/>
                <p14:nvPr/>
              </p14:nvContentPartPr>
              <p14:xfrm>
                <a:off x="6501088" y="4440745"/>
                <a:ext cx="140040" cy="7920"/>
              </p14:xfrm>
            </p:contentPart>
          </mc:Choice>
          <mc:Fallback xmlns="">
            <p:pic>
              <p:nvPicPr>
                <p:cNvPr id="208" name="Encre 207">
                  <a:extLst>
                    <a:ext uri="{FF2B5EF4-FFF2-40B4-BE49-F238E27FC236}">
                      <a16:creationId xmlns:a16="http://schemas.microsoft.com/office/drawing/2014/main" id="{7A262BE6-41E7-4755-9DAA-4E88CE6307B5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6492448" y="4432105"/>
                  <a:ext cx="1576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209" name="Encre 208">
                  <a:extLst>
                    <a:ext uri="{FF2B5EF4-FFF2-40B4-BE49-F238E27FC236}">
                      <a16:creationId xmlns:a16="http://schemas.microsoft.com/office/drawing/2014/main" id="{8449E1F9-95E6-4624-B46B-D9FF918B0408}"/>
                    </a:ext>
                  </a:extLst>
                </p14:cNvPr>
                <p14:cNvContentPartPr/>
                <p14:nvPr/>
              </p14:nvContentPartPr>
              <p14:xfrm>
                <a:off x="6493888" y="4500145"/>
                <a:ext cx="139680" cy="5760"/>
              </p14:xfrm>
            </p:contentPart>
          </mc:Choice>
          <mc:Fallback xmlns="">
            <p:pic>
              <p:nvPicPr>
                <p:cNvPr id="209" name="Encre 208">
                  <a:extLst>
                    <a:ext uri="{FF2B5EF4-FFF2-40B4-BE49-F238E27FC236}">
                      <a16:creationId xmlns:a16="http://schemas.microsoft.com/office/drawing/2014/main" id="{8449E1F9-95E6-4624-B46B-D9FF918B0408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6485248" y="4491505"/>
                  <a:ext cx="157320" cy="2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1" name="Groupe 220">
            <a:extLst>
              <a:ext uri="{FF2B5EF4-FFF2-40B4-BE49-F238E27FC236}">
                <a16:creationId xmlns:a16="http://schemas.microsoft.com/office/drawing/2014/main" id="{9A365B31-6738-41D7-A9F8-E0395DC6044E}"/>
              </a:ext>
            </a:extLst>
          </p:cNvPr>
          <p:cNvGrpSpPr/>
          <p:nvPr/>
        </p:nvGrpSpPr>
        <p:grpSpPr>
          <a:xfrm>
            <a:off x="6862168" y="4299985"/>
            <a:ext cx="1563840" cy="424440"/>
            <a:chOff x="6862168" y="4299985"/>
            <a:chExt cx="1563840" cy="42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212" name="Encre 211">
                  <a:extLst>
                    <a:ext uri="{FF2B5EF4-FFF2-40B4-BE49-F238E27FC236}">
                      <a16:creationId xmlns:a16="http://schemas.microsoft.com/office/drawing/2014/main" id="{2ED90A28-59F9-416A-9DCF-F8587DB51243}"/>
                    </a:ext>
                  </a:extLst>
                </p14:cNvPr>
                <p14:cNvContentPartPr/>
                <p14:nvPr/>
              </p14:nvContentPartPr>
              <p14:xfrm>
                <a:off x="6862168" y="4299985"/>
                <a:ext cx="225000" cy="385560"/>
              </p14:xfrm>
            </p:contentPart>
          </mc:Choice>
          <mc:Fallback xmlns="">
            <p:pic>
              <p:nvPicPr>
                <p:cNvPr id="212" name="Encre 211">
                  <a:extLst>
                    <a:ext uri="{FF2B5EF4-FFF2-40B4-BE49-F238E27FC236}">
                      <a16:creationId xmlns:a16="http://schemas.microsoft.com/office/drawing/2014/main" id="{2ED90A28-59F9-416A-9DCF-F8587DB51243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6853168" y="4290985"/>
                  <a:ext cx="24264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213" name="Encre 212">
                  <a:extLst>
                    <a:ext uri="{FF2B5EF4-FFF2-40B4-BE49-F238E27FC236}">
                      <a16:creationId xmlns:a16="http://schemas.microsoft.com/office/drawing/2014/main" id="{DE896D64-B052-401C-87F5-CB019FD920AA}"/>
                    </a:ext>
                  </a:extLst>
                </p14:cNvPr>
                <p14:cNvContentPartPr/>
                <p14:nvPr/>
              </p14:nvContentPartPr>
              <p14:xfrm>
                <a:off x="6910048" y="4536145"/>
                <a:ext cx="151560" cy="28080"/>
              </p14:xfrm>
            </p:contentPart>
          </mc:Choice>
          <mc:Fallback xmlns="">
            <p:pic>
              <p:nvPicPr>
                <p:cNvPr id="213" name="Encre 212">
                  <a:extLst>
                    <a:ext uri="{FF2B5EF4-FFF2-40B4-BE49-F238E27FC236}">
                      <a16:creationId xmlns:a16="http://schemas.microsoft.com/office/drawing/2014/main" id="{DE896D64-B052-401C-87F5-CB019FD920AA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6901048" y="4527505"/>
                  <a:ext cx="1692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214" name="Encre 213">
                  <a:extLst>
                    <a:ext uri="{FF2B5EF4-FFF2-40B4-BE49-F238E27FC236}">
                      <a16:creationId xmlns:a16="http://schemas.microsoft.com/office/drawing/2014/main" id="{C6379C8C-0137-4ECF-AC9C-6C42FB468C55}"/>
                    </a:ext>
                  </a:extLst>
                </p14:cNvPr>
                <p14:cNvContentPartPr/>
                <p14:nvPr/>
              </p14:nvContentPartPr>
              <p14:xfrm>
                <a:off x="7095808" y="4352545"/>
                <a:ext cx="199440" cy="288000"/>
              </p14:xfrm>
            </p:contentPart>
          </mc:Choice>
          <mc:Fallback xmlns="">
            <p:pic>
              <p:nvPicPr>
                <p:cNvPr id="214" name="Encre 213">
                  <a:extLst>
                    <a:ext uri="{FF2B5EF4-FFF2-40B4-BE49-F238E27FC236}">
                      <a16:creationId xmlns:a16="http://schemas.microsoft.com/office/drawing/2014/main" id="{C6379C8C-0137-4ECF-AC9C-6C42FB468C55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7087168" y="4343905"/>
                  <a:ext cx="21708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215" name="Encre 214">
                  <a:extLst>
                    <a:ext uri="{FF2B5EF4-FFF2-40B4-BE49-F238E27FC236}">
                      <a16:creationId xmlns:a16="http://schemas.microsoft.com/office/drawing/2014/main" id="{F8FA2B73-3C09-4FFD-80B3-873AF2868242}"/>
                    </a:ext>
                  </a:extLst>
                </p14:cNvPr>
                <p14:cNvContentPartPr/>
                <p14:nvPr/>
              </p14:nvContentPartPr>
              <p14:xfrm>
                <a:off x="7343128" y="4345345"/>
                <a:ext cx="140760" cy="282960"/>
              </p14:xfrm>
            </p:contentPart>
          </mc:Choice>
          <mc:Fallback xmlns="">
            <p:pic>
              <p:nvPicPr>
                <p:cNvPr id="215" name="Encre 214">
                  <a:extLst>
                    <a:ext uri="{FF2B5EF4-FFF2-40B4-BE49-F238E27FC236}">
                      <a16:creationId xmlns:a16="http://schemas.microsoft.com/office/drawing/2014/main" id="{F8FA2B73-3C09-4FFD-80B3-873AF2868242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7334488" y="4336345"/>
                  <a:ext cx="15840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216" name="Encre 215">
                  <a:extLst>
                    <a:ext uri="{FF2B5EF4-FFF2-40B4-BE49-F238E27FC236}">
                      <a16:creationId xmlns:a16="http://schemas.microsoft.com/office/drawing/2014/main" id="{5AF530CC-0326-4A31-AD32-FB4143A81EF7}"/>
                    </a:ext>
                  </a:extLst>
                </p14:cNvPr>
                <p14:cNvContentPartPr/>
                <p14:nvPr/>
              </p14:nvContentPartPr>
              <p14:xfrm>
                <a:off x="7503328" y="4369465"/>
                <a:ext cx="147600" cy="240480"/>
              </p14:xfrm>
            </p:contentPart>
          </mc:Choice>
          <mc:Fallback xmlns="">
            <p:pic>
              <p:nvPicPr>
                <p:cNvPr id="216" name="Encre 215">
                  <a:extLst>
                    <a:ext uri="{FF2B5EF4-FFF2-40B4-BE49-F238E27FC236}">
                      <a16:creationId xmlns:a16="http://schemas.microsoft.com/office/drawing/2014/main" id="{5AF530CC-0326-4A31-AD32-FB4143A81EF7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7494688" y="4360465"/>
                  <a:ext cx="16524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217" name="Encre 216">
                  <a:extLst>
                    <a:ext uri="{FF2B5EF4-FFF2-40B4-BE49-F238E27FC236}">
                      <a16:creationId xmlns:a16="http://schemas.microsoft.com/office/drawing/2014/main" id="{7A76A28F-8710-4B4D-9D22-4BBCA174F1A4}"/>
                    </a:ext>
                  </a:extLst>
                </p14:cNvPr>
                <p14:cNvContentPartPr/>
                <p14:nvPr/>
              </p14:nvContentPartPr>
              <p14:xfrm>
                <a:off x="7652368" y="4544785"/>
                <a:ext cx="306360" cy="171000"/>
              </p14:xfrm>
            </p:contentPart>
          </mc:Choice>
          <mc:Fallback xmlns="">
            <p:pic>
              <p:nvPicPr>
                <p:cNvPr id="217" name="Encre 216">
                  <a:extLst>
                    <a:ext uri="{FF2B5EF4-FFF2-40B4-BE49-F238E27FC236}">
                      <a16:creationId xmlns:a16="http://schemas.microsoft.com/office/drawing/2014/main" id="{7A76A28F-8710-4B4D-9D22-4BBCA174F1A4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7643368" y="4536145"/>
                  <a:ext cx="3240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218" name="Encre 217">
                  <a:extLst>
                    <a:ext uri="{FF2B5EF4-FFF2-40B4-BE49-F238E27FC236}">
                      <a16:creationId xmlns:a16="http://schemas.microsoft.com/office/drawing/2014/main" id="{3A8DB9BE-CA7F-45DE-B4D5-C80BBC554956}"/>
                    </a:ext>
                  </a:extLst>
                </p14:cNvPr>
                <p14:cNvContentPartPr/>
                <p14:nvPr/>
              </p14:nvContentPartPr>
              <p14:xfrm>
                <a:off x="8017048" y="4546225"/>
                <a:ext cx="147600" cy="170640"/>
              </p14:xfrm>
            </p:contentPart>
          </mc:Choice>
          <mc:Fallback xmlns="">
            <p:pic>
              <p:nvPicPr>
                <p:cNvPr id="218" name="Encre 217">
                  <a:extLst>
                    <a:ext uri="{FF2B5EF4-FFF2-40B4-BE49-F238E27FC236}">
                      <a16:creationId xmlns:a16="http://schemas.microsoft.com/office/drawing/2014/main" id="{3A8DB9BE-CA7F-45DE-B4D5-C80BBC554956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8008048" y="4537225"/>
                  <a:ext cx="1652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219" name="Encre 218">
                  <a:extLst>
                    <a:ext uri="{FF2B5EF4-FFF2-40B4-BE49-F238E27FC236}">
                      <a16:creationId xmlns:a16="http://schemas.microsoft.com/office/drawing/2014/main" id="{BE6F6BAD-D31B-4FB4-846A-373B86A1DFF7}"/>
                    </a:ext>
                  </a:extLst>
                </p14:cNvPr>
                <p14:cNvContentPartPr/>
                <p14:nvPr/>
              </p14:nvContentPartPr>
              <p14:xfrm>
                <a:off x="8184088" y="4540825"/>
                <a:ext cx="167760" cy="183600"/>
              </p14:xfrm>
            </p:contentPart>
          </mc:Choice>
          <mc:Fallback xmlns="">
            <p:pic>
              <p:nvPicPr>
                <p:cNvPr id="219" name="Encre 218">
                  <a:extLst>
                    <a:ext uri="{FF2B5EF4-FFF2-40B4-BE49-F238E27FC236}">
                      <a16:creationId xmlns:a16="http://schemas.microsoft.com/office/drawing/2014/main" id="{BE6F6BAD-D31B-4FB4-846A-373B86A1DFF7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8175088" y="4532185"/>
                  <a:ext cx="1854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220" name="Encre 219">
                  <a:extLst>
                    <a:ext uri="{FF2B5EF4-FFF2-40B4-BE49-F238E27FC236}">
                      <a16:creationId xmlns:a16="http://schemas.microsoft.com/office/drawing/2014/main" id="{EF8F1806-850C-4E3F-B2A5-15EB3DDEF2CA}"/>
                    </a:ext>
                  </a:extLst>
                </p14:cNvPr>
                <p14:cNvContentPartPr/>
                <p14:nvPr/>
              </p14:nvContentPartPr>
              <p14:xfrm>
                <a:off x="8376688" y="4450825"/>
                <a:ext cx="49320" cy="234000"/>
              </p14:xfrm>
            </p:contentPart>
          </mc:Choice>
          <mc:Fallback xmlns="">
            <p:pic>
              <p:nvPicPr>
                <p:cNvPr id="220" name="Encre 219">
                  <a:extLst>
                    <a:ext uri="{FF2B5EF4-FFF2-40B4-BE49-F238E27FC236}">
                      <a16:creationId xmlns:a16="http://schemas.microsoft.com/office/drawing/2014/main" id="{EF8F1806-850C-4E3F-B2A5-15EB3DDEF2CA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8367688" y="4442185"/>
                  <a:ext cx="66960" cy="25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4" name="Groupe 223">
            <a:extLst>
              <a:ext uri="{FF2B5EF4-FFF2-40B4-BE49-F238E27FC236}">
                <a16:creationId xmlns:a16="http://schemas.microsoft.com/office/drawing/2014/main" id="{E550B254-CA55-4A61-B556-B5A3597E5981}"/>
              </a:ext>
            </a:extLst>
          </p:cNvPr>
          <p:cNvGrpSpPr/>
          <p:nvPr/>
        </p:nvGrpSpPr>
        <p:grpSpPr>
          <a:xfrm>
            <a:off x="8752168" y="4443265"/>
            <a:ext cx="238320" cy="234720"/>
            <a:chOff x="8752168" y="4443265"/>
            <a:chExt cx="238320" cy="23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222" name="Encre 221">
                  <a:extLst>
                    <a:ext uri="{FF2B5EF4-FFF2-40B4-BE49-F238E27FC236}">
                      <a16:creationId xmlns:a16="http://schemas.microsoft.com/office/drawing/2014/main" id="{913466F6-EFAD-4C9C-B7D1-8951C4A31792}"/>
                    </a:ext>
                  </a:extLst>
                </p14:cNvPr>
                <p14:cNvContentPartPr/>
                <p14:nvPr/>
              </p14:nvContentPartPr>
              <p14:xfrm>
                <a:off x="8790688" y="4443265"/>
                <a:ext cx="199800" cy="234720"/>
              </p14:xfrm>
            </p:contentPart>
          </mc:Choice>
          <mc:Fallback xmlns="">
            <p:pic>
              <p:nvPicPr>
                <p:cNvPr id="222" name="Encre 221">
                  <a:extLst>
                    <a:ext uri="{FF2B5EF4-FFF2-40B4-BE49-F238E27FC236}">
                      <a16:creationId xmlns:a16="http://schemas.microsoft.com/office/drawing/2014/main" id="{913466F6-EFAD-4C9C-B7D1-8951C4A31792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8781688" y="4434265"/>
                  <a:ext cx="21744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223" name="Encre 222">
                  <a:extLst>
                    <a:ext uri="{FF2B5EF4-FFF2-40B4-BE49-F238E27FC236}">
                      <a16:creationId xmlns:a16="http://schemas.microsoft.com/office/drawing/2014/main" id="{A5DD474A-EDA8-419B-BA1D-E228D74AAEC7}"/>
                    </a:ext>
                  </a:extLst>
                </p14:cNvPr>
                <p14:cNvContentPartPr/>
                <p14:nvPr/>
              </p14:nvContentPartPr>
              <p14:xfrm>
                <a:off x="8752168" y="4497265"/>
                <a:ext cx="234000" cy="159120"/>
              </p14:xfrm>
            </p:contentPart>
          </mc:Choice>
          <mc:Fallback xmlns="">
            <p:pic>
              <p:nvPicPr>
                <p:cNvPr id="223" name="Encre 222">
                  <a:extLst>
                    <a:ext uri="{FF2B5EF4-FFF2-40B4-BE49-F238E27FC236}">
                      <a16:creationId xmlns:a16="http://schemas.microsoft.com/office/drawing/2014/main" id="{A5DD474A-EDA8-419B-BA1D-E228D74AAEC7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8743528" y="4488265"/>
                  <a:ext cx="251640" cy="176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225" name="Encre 224">
                <a:extLst>
                  <a:ext uri="{FF2B5EF4-FFF2-40B4-BE49-F238E27FC236}">
                    <a16:creationId xmlns:a16="http://schemas.microsoft.com/office/drawing/2014/main" id="{CB95322E-C02F-471E-9208-3140B3CE92F8}"/>
                  </a:ext>
                </a:extLst>
              </p14:cNvPr>
              <p14:cNvContentPartPr/>
              <p14:nvPr/>
            </p14:nvContentPartPr>
            <p14:xfrm>
              <a:off x="9317368" y="4480345"/>
              <a:ext cx="288360" cy="242280"/>
            </p14:xfrm>
          </p:contentPart>
        </mc:Choice>
        <mc:Fallback xmlns="">
          <p:pic>
            <p:nvPicPr>
              <p:cNvPr id="225" name="Encre 224">
                <a:extLst>
                  <a:ext uri="{FF2B5EF4-FFF2-40B4-BE49-F238E27FC236}">
                    <a16:creationId xmlns:a16="http://schemas.microsoft.com/office/drawing/2014/main" id="{CB95322E-C02F-471E-9208-3140B3CE92F8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9308728" y="4471705"/>
                <a:ext cx="306000" cy="259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31" name="Groupe 230">
            <a:extLst>
              <a:ext uri="{FF2B5EF4-FFF2-40B4-BE49-F238E27FC236}">
                <a16:creationId xmlns:a16="http://schemas.microsoft.com/office/drawing/2014/main" id="{C838A7A1-F1F5-4976-9F2C-394D31FE4CC8}"/>
              </a:ext>
            </a:extLst>
          </p:cNvPr>
          <p:cNvGrpSpPr/>
          <p:nvPr/>
        </p:nvGrpSpPr>
        <p:grpSpPr>
          <a:xfrm>
            <a:off x="9670528" y="4050145"/>
            <a:ext cx="475200" cy="266760"/>
            <a:chOff x="9670528" y="4050145"/>
            <a:chExt cx="475200" cy="26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226" name="Encre 225">
                  <a:extLst>
                    <a:ext uri="{FF2B5EF4-FFF2-40B4-BE49-F238E27FC236}">
                      <a16:creationId xmlns:a16="http://schemas.microsoft.com/office/drawing/2014/main" id="{AAFA7B2E-630D-41F7-AB32-68F354262416}"/>
                    </a:ext>
                  </a:extLst>
                </p14:cNvPr>
                <p14:cNvContentPartPr/>
                <p14:nvPr/>
              </p14:nvContentPartPr>
              <p14:xfrm>
                <a:off x="9670528" y="4283065"/>
                <a:ext cx="108720" cy="14760"/>
              </p14:xfrm>
            </p:contentPart>
          </mc:Choice>
          <mc:Fallback xmlns="">
            <p:pic>
              <p:nvPicPr>
                <p:cNvPr id="226" name="Encre 225">
                  <a:extLst>
                    <a:ext uri="{FF2B5EF4-FFF2-40B4-BE49-F238E27FC236}">
                      <a16:creationId xmlns:a16="http://schemas.microsoft.com/office/drawing/2014/main" id="{AAFA7B2E-630D-41F7-AB32-68F354262416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9661888" y="4274065"/>
                  <a:ext cx="1263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227" name="Encre 226">
                  <a:extLst>
                    <a:ext uri="{FF2B5EF4-FFF2-40B4-BE49-F238E27FC236}">
                      <a16:creationId xmlns:a16="http://schemas.microsoft.com/office/drawing/2014/main" id="{88198407-F727-4387-8EFB-A1B86F4403C8}"/>
                    </a:ext>
                  </a:extLst>
                </p14:cNvPr>
                <p14:cNvContentPartPr/>
                <p14:nvPr/>
              </p14:nvContentPartPr>
              <p14:xfrm>
                <a:off x="9903448" y="4067425"/>
                <a:ext cx="28800" cy="187200"/>
              </p14:xfrm>
            </p:contentPart>
          </mc:Choice>
          <mc:Fallback xmlns="">
            <p:pic>
              <p:nvPicPr>
                <p:cNvPr id="227" name="Encre 226">
                  <a:extLst>
                    <a:ext uri="{FF2B5EF4-FFF2-40B4-BE49-F238E27FC236}">
                      <a16:creationId xmlns:a16="http://schemas.microsoft.com/office/drawing/2014/main" id="{88198407-F727-4387-8EFB-A1B86F4403C8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9894448" y="4058785"/>
                  <a:ext cx="4644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228" name="Encre 227">
                  <a:extLst>
                    <a:ext uri="{FF2B5EF4-FFF2-40B4-BE49-F238E27FC236}">
                      <a16:creationId xmlns:a16="http://schemas.microsoft.com/office/drawing/2014/main" id="{2E41B789-001D-4D42-BD40-3A52B73FC93D}"/>
                    </a:ext>
                  </a:extLst>
                </p14:cNvPr>
                <p14:cNvContentPartPr/>
                <p14:nvPr/>
              </p14:nvContentPartPr>
              <p14:xfrm>
                <a:off x="9959608" y="4288465"/>
                <a:ext cx="29880" cy="28440"/>
              </p14:xfrm>
            </p:contentPart>
          </mc:Choice>
          <mc:Fallback xmlns="">
            <p:pic>
              <p:nvPicPr>
                <p:cNvPr id="228" name="Encre 227">
                  <a:extLst>
                    <a:ext uri="{FF2B5EF4-FFF2-40B4-BE49-F238E27FC236}">
                      <a16:creationId xmlns:a16="http://schemas.microsoft.com/office/drawing/2014/main" id="{2E41B789-001D-4D42-BD40-3A52B73FC93D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9950968" y="4279465"/>
                  <a:ext cx="475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229" name="Encre 228">
                  <a:extLst>
                    <a:ext uri="{FF2B5EF4-FFF2-40B4-BE49-F238E27FC236}">
                      <a16:creationId xmlns:a16="http://schemas.microsoft.com/office/drawing/2014/main" id="{E1A033AB-10AE-4BAC-92FF-FE6627AB0BAB}"/>
                    </a:ext>
                  </a:extLst>
                </p14:cNvPr>
                <p14:cNvContentPartPr/>
                <p14:nvPr/>
              </p14:nvContentPartPr>
              <p14:xfrm>
                <a:off x="10020448" y="4050145"/>
                <a:ext cx="125280" cy="266040"/>
              </p14:xfrm>
            </p:contentPart>
          </mc:Choice>
          <mc:Fallback xmlns="">
            <p:pic>
              <p:nvPicPr>
                <p:cNvPr id="229" name="Encre 228">
                  <a:extLst>
                    <a:ext uri="{FF2B5EF4-FFF2-40B4-BE49-F238E27FC236}">
                      <a16:creationId xmlns:a16="http://schemas.microsoft.com/office/drawing/2014/main" id="{E1A033AB-10AE-4BAC-92FF-FE6627AB0BAB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0011448" y="4041505"/>
                  <a:ext cx="142920" cy="283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230" name="Encre 229">
                <a:extLst>
                  <a:ext uri="{FF2B5EF4-FFF2-40B4-BE49-F238E27FC236}">
                    <a16:creationId xmlns:a16="http://schemas.microsoft.com/office/drawing/2014/main" id="{91DC7510-02CC-4587-9615-465444F63EDF}"/>
                  </a:ext>
                </a:extLst>
              </p14:cNvPr>
              <p14:cNvContentPartPr/>
              <p14:nvPr/>
            </p14:nvContentPartPr>
            <p14:xfrm>
              <a:off x="10395208" y="4234825"/>
              <a:ext cx="640800" cy="48960"/>
            </p14:xfrm>
          </p:contentPart>
        </mc:Choice>
        <mc:Fallback xmlns="">
          <p:pic>
            <p:nvPicPr>
              <p:cNvPr id="230" name="Encre 229">
                <a:extLst>
                  <a:ext uri="{FF2B5EF4-FFF2-40B4-BE49-F238E27FC236}">
                    <a16:creationId xmlns:a16="http://schemas.microsoft.com/office/drawing/2014/main" id="{91DC7510-02CC-4587-9615-465444F63EDF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10386208" y="4226185"/>
                <a:ext cx="658440" cy="6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37" name="Groupe 236">
            <a:extLst>
              <a:ext uri="{FF2B5EF4-FFF2-40B4-BE49-F238E27FC236}">
                <a16:creationId xmlns:a16="http://schemas.microsoft.com/office/drawing/2014/main" id="{623AC625-545C-4A0D-A61C-DD9F871E8423}"/>
              </a:ext>
            </a:extLst>
          </p:cNvPr>
          <p:cNvGrpSpPr/>
          <p:nvPr/>
        </p:nvGrpSpPr>
        <p:grpSpPr>
          <a:xfrm>
            <a:off x="10404928" y="4405105"/>
            <a:ext cx="739800" cy="348120"/>
            <a:chOff x="10404928" y="4405105"/>
            <a:chExt cx="739800" cy="34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232" name="Encre 231">
                  <a:extLst>
                    <a:ext uri="{FF2B5EF4-FFF2-40B4-BE49-F238E27FC236}">
                      <a16:creationId xmlns:a16="http://schemas.microsoft.com/office/drawing/2014/main" id="{E221BF4F-8462-4494-9258-F8E7AB3E31C7}"/>
                    </a:ext>
                  </a:extLst>
                </p14:cNvPr>
                <p14:cNvContentPartPr/>
                <p14:nvPr/>
              </p14:nvContentPartPr>
              <p14:xfrm>
                <a:off x="10404928" y="4405105"/>
                <a:ext cx="204480" cy="316080"/>
              </p14:xfrm>
            </p:contentPart>
          </mc:Choice>
          <mc:Fallback xmlns="">
            <p:pic>
              <p:nvPicPr>
                <p:cNvPr id="232" name="Encre 231">
                  <a:extLst>
                    <a:ext uri="{FF2B5EF4-FFF2-40B4-BE49-F238E27FC236}">
                      <a16:creationId xmlns:a16="http://schemas.microsoft.com/office/drawing/2014/main" id="{E221BF4F-8462-4494-9258-F8E7AB3E31C7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0396288" y="4396105"/>
                  <a:ext cx="22212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233" name="Encre 232">
                  <a:extLst>
                    <a:ext uri="{FF2B5EF4-FFF2-40B4-BE49-F238E27FC236}">
                      <a16:creationId xmlns:a16="http://schemas.microsoft.com/office/drawing/2014/main" id="{35F5BA77-7947-4539-B50F-9F5AC627EDD9}"/>
                    </a:ext>
                  </a:extLst>
                </p14:cNvPr>
                <p14:cNvContentPartPr/>
                <p14:nvPr/>
              </p14:nvContentPartPr>
              <p14:xfrm>
                <a:off x="10641448" y="4578265"/>
                <a:ext cx="187560" cy="174960"/>
              </p14:xfrm>
            </p:contentPart>
          </mc:Choice>
          <mc:Fallback xmlns="">
            <p:pic>
              <p:nvPicPr>
                <p:cNvPr id="233" name="Encre 232">
                  <a:extLst>
                    <a:ext uri="{FF2B5EF4-FFF2-40B4-BE49-F238E27FC236}">
                      <a16:creationId xmlns:a16="http://schemas.microsoft.com/office/drawing/2014/main" id="{35F5BA77-7947-4539-B50F-9F5AC627EDD9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0632448" y="4569625"/>
                  <a:ext cx="2052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234" name="Encre 233">
                  <a:extLst>
                    <a:ext uri="{FF2B5EF4-FFF2-40B4-BE49-F238E27FC236}">
                      <a16:creationId xmlns:a16="http://schemas.microsoft.com/office/drawing/2014/main" id="{8CE0C9A4-A744-4212-AC7F-2684CC45A6E8}"/>
                    </a:ext>
                  </a:extLst>
                </p14:cNvPr>
                <p14:cNvContentPartPr/>
                <p14:nvPr/>
              </p14:nvContentPartPr>
              <p14:xfrm>
                <a:off x="10857448" y="4585105"/>
                <a:ext cx="137160" cy="167040"/>
              </p14:xfrm>
            </p:contentPart>
          </mc:Choice>
          <mc:Fallback xmlns="">
            <p:pic>
              <p:nvPicPr>
                <p:cNvPr id="234" name="Encre 233">
                  <a:extLst>
                    <a:ext uri="{FF2B5EF4-FFF2-40B4-BE49-F238E27FC236}">
                      <a16:creationId xmlns:a16="http://schemas.microsoft.com/office/drawing/2014/main" id="{8CE0C9A4-A744-4212-AC7F-2684CC45A6E8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0848808" y="4576105"/>
                  <a:ext cx="1548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235" name="Encre 234">
                  <a:extLst>
                    <a:ext uri="{FF2B5EF4-FFF2-40B4-BE49-F238E27FC236}">
                      <a16:creationId xmlns:a16="http://schemas.microsoft.com/office/drawing/2014/main" id="{860E4AE1-1CCA-4E4C-9C00-54907E171362}"/>
                    </a:ext>
                  </a:extLst>
                </p14:cNvPr>
                <p14:cNvContentPartPr/>
                <p14:nvPr/>
              </p14:nvContentPartPr>
              <p14:xfrm>
                <a:off x="10818568" y="4677265"/>
                <a:ext cx="174240" cy="8640"/>
              </p14:xfrm>
            </p:contentPart>
          </mc:Choice>
          <mc:Fallback xmlns="">
            <p:pic>
              <p:nvPicPr>
                <p:cNvPr id="235" name="Encre 234">
                  <a:extLst>
                    <a:ext uri="{FF2B5EF4-FFF2-40B4-BE49-F238E27FC236}">
                      <a16:creationId xmlns:a16="http://schemas.microsoft.com/office/drawing/2014/main" id="{860E4AE1-1CCA-4E4C-9C00-54907E171362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0809568" y="4668625"/>
                  <a:ext cx="1918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236" name="Encre 235">
                  <a:extLst>
                    <a:ext uri="{FF2B5EF4-FFF2-40B4-BE49-F238E27FC236}">
                      <a16:creationId xmlns:a16="http://schemas.microsoft.com/office/drawing/2014/main" id="{79F646F2-C3B6-494C-B702-F0B94982DCAA}"/>
                    </a:ext>
                  </a:extLst>
                </p14:cNvPr>
                <p14:cNvContentPartPr/>
                <p14:nvPr/>
              </p14:nvContentPartPr>
              <p14:xfrm>
                <a:off x="10982368" y="4596265"/>
                <a:ext cx="162360" cy="139680"/>
              </p14:xfrm>
            </p:contentPart>
          </mc:Choice>
          <mc:Fallback xmlns="">
            <p:pic>
              <p:nvPicPr>
                <p:cNvPr id="236" name="Encre 235">
                  <a:extLst>
                    <a:ext uri="{FF2B5EF4-FFF2-40B4-BE49-F238E27FC236}">
                      <a16:creationId xmlns:a16="http://schemas.microsoft.com/office/drawing/2014/main" id="{79F646F2-C3B6-494C-B702-F0B94982DCAA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0973368" y="4587265"/>
                  <a:ext cx="180000" cy="15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4" name="Groupe 243">
            <a:extLst>
              <a:ext uri="{FF2B5EF4-FFF2-40B4-BE49-F238E27FC236}">
                <a16:creationId xmlns:a16="http://schemas.microsoft.com/office/drawing/2014/main" id="{977F1EA5-F4CD-4DE0-8252-D2BF616B2751}"/>
              </a:ext>
            </a:extLst>
          </p:cNvPr>
          <p:cNvGrpSpPr/>
          <p:nvPr/>
        </p:nvGrpSpPr>
        <p:grpSpPr>
          <a:xfrm>
            <a:off x="10386208" y="3869425"/>
            <a:ext cx="726480" cy="349200"/>
            <a:chOff x="10386208" y="3869425"/>
            <a:chExt cx="726480" cy="34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238" name="Encre 237">
                  <a:extLst>
                    <a:ext uri="{FF2B5EF4-FFF2-40B4-BE49-F238E27FC236}">
                      <a16:creationId xmlns:a16="http://schemas.microsoft.com/office/drawing/2014/main" id="{B2E0EDAB-8BED-4470-98E3-10DCD12F3053}"/>
                    </a:ext>
                  </a:extLst>
                </p14:cNvPr>
                <p14:cNvContentPartPr/>
                <p14:nvPr/>
              </p14:nvContentPartPr>
              <p14:xfrm>
                <a:off x="10427248" y="3893905"/>
                <a:ext cx="95760" cy="221400"/>
              </p14:xfrm>
            </p:contentPart>
          </mc:Choice>
          <mc:Fallback xmlns="">
            <p:pic>
              <p:nvPicPr>
                <p:cNvPr id="238" name="Encre 237">
                  <a:extLst>
                    <a:ext uri="{FF2B5EF4-FFF2-40B4-BE49-F238E27FC236}">
                      <a16:creationId xmlns:a16="http://schemas.microsoft.com/office/drawing/2014/main" id="{B2E0EDAB-8BED-4470-98E3-10DCD12F3053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0418248" y="3885265"/>
                  <a:ext cx="11340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239" name="Encre 238">
                  <a:extLst>
                    <a:ext uri="{FF2B5EF4-FFF2-40B4-BE49-F238E27FC236}">
                      <a16:creationId xmlns:a16="http://schemas.microsoft.com/office/drawing/2014/main" id="{CCC3DF74-5368-40D2-B345-6871DA9AD58A}"/>
                    </a:ext>
                  </a:extLst>
                </p14:cNvPr>
                <p14:cNvContentPartPr/>
                <p14:nvPr/>
              </p14:nvContentPartPr>
              <p14:xfrm>
                <a:off x="10386208" y="3869425"/>
                <a:ext cx="318960" cy="349200"/>
              </p14:xfrm>
            </p:contentPart>
          </mc:Choice>
          <mc:Fallback xmlns="">
            <p:pic>
              <p:nvPicPr>
                <p:cNvPr id="239" name="Encre 238">
                  <a:extLst>
                    <a:ext uri="{FF2B5EF4-FFF2-40B4-BE49-F238E27FC236}">
                      <a16:creationId xmlns:a16="http://schemas.microsoft.com/office/drawing/2014/main" id="{CCC3DF74-5368-40D2-B345-6871DA9AD58A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0377568" y="3860785"/>
                  <a:ext cx="33660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240" name="Encre 239">
                  <a:extLst>
                    <a:ext uri="{FF2B5EF4-FFF2-40B4-BE49-F238E27FC236}">
                      <a16:creationId xmlns:a16="http://schemas.microsoft.com/office/drawing/2014/main" id="{6FE674D6-AD57-4646-BA6B-B4FB20590F68}"/>
                    </a:ext>
                  </a:extLst>
                </p14:cNvPr>
                <p14:cNvContentPartPr/>
                <p14:nvPr/>
              </p14:nvContentPartPr>
              <p14:xfrm>
                <a:off x="10733968" y="4068145"/>
                <a:ext cx="40680" cy="122040"/>
              </p14:xfrm>
            </p:contentPart>
          </mc:Choice>
          <mc:Fallback xmlns="">
            <p:pic>
              <p:nvPicPr>
                <p:cNvPr id="240" name="Encre 239">
                  <a:extLst>
                    <a:ext uri="{FF2B5EF4-FFF2-40B4-BE49-F238E27FC236}">
                      <a16:creationId xmlns:a16="http://schemas.microsoft.com/office/drawing/2014/main" id="{6FE674D6-AD57-4646-BA6B-B4FB20590F68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0724968" y="4059145"/>
                  <a:ext cx="583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241" name="Encre 240">
                  <a:extLst>
                    <a:ext uri="{FF2B5EF4-FFF2-40B4-BE49-F238E27FC236}">
                      <a16:creationId xmlns:a16="http://schemas.microsoft.com/office/drawing/2014/main" id="{BC1EEA69-9BB8-407A-9AFC-0DE902121031}"/>
                    </a:ext>
                  </a:extLst>
                </p14:cNvPr>
                <p14:cNvContentPartPr/>
                <p14:nvPr/>
              </p14:nvContentPartPr>
              <p14:xfrm>
                <a:off x="10696168" y="4045465"/>
                <a:ext cx="256680" cy="143640"/>
              </p14:xfrm>
            </p:contentPart>
          </mc:Choice>
          <mc:Fallback xmlns="">
            <p:pic>
              <p:nvPicPr>
                <p:cNvPr id="241" name="Encre 240">
                  <a:extLst>
                    <a:ext uri="{FF2B5EF4-FFF2-40B4-BE49-F238E27FC236}">
                      <a16:creationId xmlns:a16="http://schemas.microsoft.com/office/drawing/2014/main" id="{BC1EEA69-9BB8-407A-9AFC-0DE902121031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0687168" y="4036465"/>
                  <a:ext cx="2743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242" name="Encre 241">
                  <a:extLst>
                    <a:ext uri="{FF2B5EF4-FFF2-40B4-BE49-F238E27FC236}">
                      <a16:creationId xmlns:a16="http://schemas.microsoft.com/office/drawing/2014/main" id="{B24F49D7-0E37-480E-98A8-2C2F9388BAEE}"/>
                    </a:ext>
                  </a:extLst>
                </p14:cNvPr>
                <p14:cNvContentPartPr/>
                <p14:nvPr/>
              </p14:nvContentPartPr>
              <p14:xfrm>
                <a:off x="11007568" y="4036465"/>
                <a:ext cx="19440" cy="132840"/>
              </p14:xfrm>
            </p:contentPart>
          </mc:Choice>
          <mc:Fallback xmlns="">
            <p:pic>
              <p:nvPicPr>
                <p:cNvPr id="242" name="Encre 241">
                  <a:extLst>
                    <a:ext uri="{FF2B5EF4-FFF2-40B4-BE49-F238E27FC236}">
                      <a16:creationId xmlns:a16="http://schemas.microsoft.com/office/drawing/2014/main" id="{B24F49D7-0E37-480E-98A8-2C2F9388BAEE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0998568" y="4027465"/>
                  <a:ext cx="370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243" name="Encre 242">
                  <a:extLst>
                    <a:ext uri="{FF2B5EF4-FFF2-40B4-BE49-F238E27FC236}">
                      <a16:creationId xmlns:a16="http://schemas.microsoft.com/office/drawing/2014/main" id="{298FCDE0-14F6-4050-B2F5-A3D18D2A9898}"/>
                    </a:ext>
                  </a:extLst>
                </p14:cNvPr>
                <p14:cNvContentPartPr/>
                <p14:nvPr/>
              </p14:nvContentPartPr>
              <p14:xfrm>
                <a:off x="10930528" y="4035025"/>
                <a:ext cx="182160" cy="12240"/>
              </p14:xfrm>
            </p:contentPart>
          </mc:Choice>
          <mc:Fallback xmlns="">
            <p:pic>
              <p:nvPicPr>
                <p:cNvPr id="243" name="Encre 242">
                  <a:extLst>
                    <a:ext uri="{FF2B5EF4-FFF2-40B4-BE49-F238E27FC236}">
                      <a16:creationId xmlns:a16="http://schemas.microsoft.com/office/drawing/2014/main" id="{298FCDE0-14F6-4050-B2F5-A3D18D2A9898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0921888" y="4026385"/>
                  <a:ext cx="199800" cy="29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56735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B5E145-C5A1-46DC-9AA9-CE660393D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Biomass extension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07A147-FCA9-44F2-8BC9-7B8BB9E97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Processes equations</a:t>
            </a:r>
          </a:p>
          <a:p>
            <a:pPr lvl="1"/>
            <a:r>
              <a:rPr lang="en-US" dirty="0"/>
              <a:t>Growth</a:t>
            </a:r>
          </a:p>
          <a:p>
            <a:pPr lvl="1"/>
            <a:r>
              <a:rPr lang="en-US" dirty="0"/>
              <a:t>Regeneration</a:t>
            </a:r>
          </a:p>
          <a:p>
            <a:pPr lvl="1"/>
            <a:r>
              <a:rPr lang="en-US" dirty="0"/>
              <a:t>Mortality</a:t>
            </a:r>
          </a:p>
          <a:p>
            <a:r>
              <a:rPr lang="en-US" dirty="0"/>
              <a:t>Input</a:t>
            </a:r>
          </a:p>
          <a:p>
            <a:pPr lvl="1"/>
            <a:r>
              <a:rPr lang="en-US" dirty="0"/>
              <a:t>Parameters</a:t>
            </a:r>
          </a:p>
          <a:p>
            <a:pPr lvl="1"/>
            <a:r>
              <a:rPr lang="en-US" dirty="0"/>
              <a:t>Type</a:t>
            </a:r>
          </a:p>
        </p:txBody>
      </p: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7737529C-4C3C-49D3-A305-BA0353CA9745}"/>
              </a:ext>
            </a:extLst>
          </p:cNvPr>
          <p:cNvGrpSpPr/>
          <p:nvPr/>
        </p:nvGrpSpPr>
        <p:grpSpPr>
          <a:xfrm>
            <a:off x="5040208" y="1450225"/>
            <a:ext cx="2809440" cy="493200"/>
            <a:chOff x="5040208" y="1450225"/>
            <a:chExt cx="2809440" cy="49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1" name="Encre 10">
                  <a:extLst>
                    <a:ext uri="{FF2B5EF4-FFF2-40B4-BE49-F238E27FC236}">
                      <a16:creationId xmlns:a16="http://schemas.microsoft.com/office/drawing/2014/main" id="{7D974B09-A856-4864-9BBB-AFC48CFE6E7E}"/>
                    </a:ext>
                  </a:extLst>
                </p14:cNvPr>
                <p14:cNvContentPartPr/>
                <p14:nvPr/>
              </p14:nvContentPartPr>
              <p14:xfrm>
                <a:off x="5040208" y="1614025"/>
                <a:ext cx="250200" cy="312480"/>
              </p14:xfrm>
            </p:contentPart>
          </mc:Choice>
          <mc:Fallback xmlns="">
            <p:pic>
              <p:nvPicPr>
                <p:cNvPr id="11" name="Encre 10">
                  <a:extLst>
                    <a:ext uri="{FF2B5EF4-FFF2-40B4-BE49-F238E27FC236}">
                      <a16:creationId xmlns:a16="http://schemas.microsoft.com/office/drawing/2014/main" id="{7D974B09-A856-4864-9BBB-AFC48CFE6E7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031568" y="1605385"/>
                  <a:ext cx="26784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2" name="Encre 11">
                  <a:extLst>
                    <a:ext uri="{FF2B5EF4-FFF2-40B4-BE49-F238E27FC236}">
                      <a16:creationId xmlns:a16="http://schemas.microsoft.com/office/drawing/2014/main" id="{3F0BFBCD-C7BA-419E-8941-43189292B013}"/>
                    </a:ext>
                  </a:extLst>
                </p14:cNvPr>
                <p14:cNvContentPartPr/>
                <p14:nvPr/>
              </p14:nvContentPartPr>
              <p14:xfrm>
                <a:off x="5305168" y="1610065"/>
                <a:ext cx="559440" cy="174600"/>
              </p14:xfrm>
            </p:contentPart>
          </mc:Choice>
          <mc:Fallback xmlns="">
            <p:pic>
              <p:nvPicPr>
                <p:cNvPr id="12" name="Encre 11">
                  <a:extLst>
                    <a:ext uri="{FF2B5EF4-FFF2-40B4-BE49-F238E27FC236}">
                      <a16:creationId xmlns:a16="http://schemas.microsoft.com/office/drawing/2014/main" id="{3F0BFBCD-C7BA-419E-8941-43189292B01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296528" y="1601065"/>
                  <a:ext cx="5770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3" name="Encre 12">
                  <a:extLst>
                    <a:ext uri="{FF2B5EF4-FFF2-40B4-BE49-F238E27FC236}">
                      <a16:creationId xmlns:a16="http://schemas.microsoft.com/office/drawing/2014/main" id="{3997DC2F-4FF4-4B63-A9E5-0F9D1B9ED530}"/>
                    </a:ext>
                  </a:extLst>
                </p14:cNvPr>
                <p14:cNvContentPartPr/>
                <p14:nvPr/>
              </p14:nvContentPartPr>
              <p14:xfrm>
                <a:off x="5888728" y="1450225"/>
                <a:ext cx="298440" cy="297720"/>
              </p14:xfrm>
            </p:contentPart>
          </mc:Choice>
          <mc:Fallback xmlns="">
            <p:pic>
              <p:nvPicPr>
                <p:cNvPr id="13" name="Encre 12">
                  <a:extLst>
                    <a:ext uri="{FF2B5EF4-FFF2-40B4-BE49-F238E27FC236}">
                      <a16:creationId xmlns:a16="http://schemas.microsoft.com/office/drawing/2014/main" id="{3997DC2F-4FF4-4B63-A9E5-0F9D1B9ED53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879728" y="1441585"/>
                  <a:ext cx="31608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4" name="Encre 13">
                  <a:extLst>
                    <a:ext uri="{FF2B5EF4-FFF2-40B4-BE49-F238E27FC236}">
                      <a16:creationId xmlns:a16="http://schemas.microsoft.com/office/drawing/2014/main" id="{682A0F8C-5BB0-402C-B343-D1C9F06F9109}"/>
                    </a:ext>
                  </a:extLst>
                </p14:cNvPr>
                <p14:cNvContentPartPr/>
                <p14:nvPr/>
              </p14:nvContentPartPr>
              <p14:xfrm>
                <a:off x="6393088" y="1478305"/>
                <a:ext cx="1133640" cy="281160"/>
              </p14:xfrm>
            </p:contentPart>
          </mc:Choice>
          <mc:Fallback xmlns="">
            <p:pic>
              <p:nvPicPr>
                <p:cNvPr id="14" name="Encre 13">
                  <a:extLst>
                    <a:ext uri="{FF2B5EF4-FFF2-40B4-BE49-F238E27FC236}">
                      <a16:creationId xmlns:a16="http://schemas.microsoft.com/office/drawing/2014/main" id="{682A0F8C-5BB0-402C-B343-D1C9F06F910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384448" y="1469665"/>
                  <a:ext cx="115128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5" name="Encre 14">
                  <a:extLst>
                    <a:ext uri="{FF2B5EF4-FFF2-40B4-BE49-F238E27FC236}">
                      <a16:creationId xmlns:a16="http://schemas.microsoft.com/office/drawing/2014/main" id="{65A6F79C-5CE7-4B92-9433-FE5BC08DF804}"/>
                    </a:ext>
                  </a:extLst>
                </p14:cNvPr>
                <p14:cNvContentPartPr/>
                <p14:nvPr/>
              </p14:nvContentPartPr>
              <p14:xfrm>
                <a:off x="7448248" y="1522585"/>
                <a:ext cx="31680" cy="12960"/>
              </p14:xfrm>
            </p:contentPart>
          </mc:Choice>
          <mc:Fallback xmlns="">
            <p:pic>
              <p:nvPicPr>
                <p:cNvPr id="15" name="Encre 14">
                  <a:extLst>
                    <a:ext uri="{FF2B5EF4-FFF2-40B4-BE49-F238E27FC236}">
                      <a16:creationId xmlns:a16="http://schemas.microsoft.com/office/drawing/2014/main" id="{65A6F79C-5CE7-4B92-9433-FE5BC08DF80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439248" y="1513585"/>
                  <a:ext cx="493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6" name="Encre 15">
                  <a:extLst>
                    <a:ext uri="{FF2B5EF4-FFF2-40B4-BE49-F238E27FC236}">
                      <a16:creationId xmlns:a16="http://schemas.microsoft.com/office/drawing/2014/main" id="{C8F75D4E-0B96-466A-8CEB-5D2A94C32F46}"/>
                    </a:ext>
                  </a:extLst>
                </p14:cNvPr>
                <p14:cNvContentPartPr/>
                <p14:nvPr/>
              </p14:nvContentPartPr>
              <p14:xfrm>
                <a:off x="7556968" y="1485865"/>
                <a:ext cx="292680" cy="457560"/>
              </p14:xfrm>
            </p:contentPart>
          </mc:Choice>
          <mc:Fallback xmlns="">
            <p:pic>
              <p:nvPicPr>
                <p:cNvPr id="16" name="Encre 15">
                  <a:extLst>
                    <a:ext uri="{FF2B5EF4-FFF2-40B4-BE49-F238E27FC236}">
                      <a16:creationId xmlns:a16="http://schemas.microsoft.com/office/drawing/2014/main" id="{C8F75D4E-0B96-466A-8CEB-5D2A94C32F4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547968" y="1477225"/>
                  <a:ext cx="310320" cy="475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0" name="Encre 29">
                <a:extLst>
                  <a:ext uri="{FF2B5EF4-FFF2-40B4-BE49-F238E27FC236}">
                    <a16:creationId xmlns:a16="http://schemas.microsoft.com/office/drawing/2014/main" id="{256214C3-355B-4F66-850A-0AB8B51854EC}"/>
                  </a:ext>
                </a:extLst>
              </p14:cNvPr>
              <p14:cNvContentPartPr/>
              <p14:nvPr/>
            </p14:nvContentPartPr>
            <p14:xfrm>
              <a:off x="5448808" y="1947745"/>
              <a:ext cx="2061000" cy="63000"/>
            </p14:xfrm>
          </p:contentPart>
        </mc:Choice>
        <mc:Fallback xmlns="">
          <p:pic>
            <p:nvPicPr>
              <p:cNvPr id="30" name="Encre 29">
                <a:extLst>
                  <a:ext uri="{FF2B5EF4-FFF2-40B4-BE49-F238E27FC236}">
                    <a16:creationId xmlns:a16="http://schemas.microsoft.com/office/drawing/2014/main" id="{256214C3-355B-4F66-850A-0AB8B51854E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439808" y="1939105"/>
                <a:ext cx="2078640" cy="80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54A5EE14-7180-4889-8EFA-A785B3251EC6}"/>
              </a:ext>
            </a:extLst>
          </p:cNvPr>
          <p:cNvGrpSpPr/>
          <p:nvPr/>
        </p:nvGrpSpPr>
        <p:grpSpPr>
          <a:xfrm>
            <a:off x="5427568" y="3370825"/>
            <a:ext cx="11160" cy="15840"/>
            <a:chOff x="5427568" y="3370825"/>
            <a:chExt cx="11160" cy="1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2" name="Encre 91">
                  <a:extLst>
                    <a:ext uri="{FF2B5EF4-FFF2-40B4-BE49-F238E27FC236}">
                      <a16:creationId xmlns:a16="http://schemas.microsoft.com/office/drawing/2014/main" id="{F5E8E443-D8B1-411D-B8FD-FA339636CECE}"/>
                    </a:ext>
                  </a:extLst>
                </p14:cNvPr>
                <p14:cNvContentPartPr/>
                <p14:nvPr/>
              </p14:nvContentPartPr>
              <p14:xfrm>
                <a:off x="5427568" y="3377305"/>
                <a:ext cx="2880" cy="9360"/>
              </p14:xfrm>
            </p:contentPart>
          </mc:Choice>
          <mc:Fallback xmlns="">
            <p:pic>
              <p:nvPicPr>
                <p:cNvPr id="92" name="Encre 91">
                  <a:extLst>
                    <a:ext uri="{FF2B5EF4-FFF2-40B4-BE49-F238E27FC236}">
                      <a16:creationId xmlns:a16="http://schemas.microsoft.com/office/drawing/2014/main" id="{F5E8E443-D8B1-411D-B8FD-FA339636CEC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418928" y="3368665"/>
                  <a:ext cx="205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93" name="Encre 92">
                  <a:extLst>
                    <a:ext uri="{FF2B5EF4-FFF2-40B4-BE49-F238E27FC236}">
                      <a16:creationId xmlns:a16="http://schemas.microsoft.com/office/drawing/2014/main" id="{D3B30295-9D40-4DCA-AAF4-72CBD7839337}"/>
                    </a:ext>
                  </a:extLst>
                </p14:cNvPr>
                <p14:cNvContentPartPr/>
                <p14:nvPr/>
              </p14:nvContentPartPr>
              <p14:xfrm>
                <a:off x="5437288" y="3370825"/>
                <a:ext cx="1440" cy="5040"/>
              </p14:xfrm>
            </p:contentPart>
          </mc:Choice>
          <mc:Fallback xmlns="">
            <p:pic>
              <p:nvPicPr>
                <p:cNvPr id="93" name="Encre 92">
                  <a:extLst>
                    <a:ext uri="{FF2B5EF4-FFF2-40B4-BE49-F238E27FC236}">
                      <a16:creationId xmlns:a16="http://schemas.microsoft.com/office/drawing/2014/main" id="{D3B30295-9D40-4DCA-AAF4-72CBD783933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428288" y="3361825"/>
                  <a:ext cx="19080" cy="2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e 115">
            <a:extLst>
              <a:ext uri="{FF2B5EF4-FFF2-40B4-BE49-F238E27FC236}">
                <a16:creationId xmlns:a16="http://schemas.microsoft.com/office/drawing/2014/main" id="{C4976049-58CF-4110-A3DA-577BBC69EA60}"/>
              </a:ext>
            </a:extLst>
          </p:cNvPr>
          <p:cNvGrpSpPr/>
          <p:nvPr/>
        </p:nvGrpSpPr>
        <p:grpSpPr>
          <a:xfrm>
            <a:off x="5309848" y="4188745"/>
            <a:ext cx="3510360" cy="565920"/>
            <a:chOff x="5309848" y="4188745"/>
            <a:chExt cx="3510360" cy="56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09" name="Encre 108">
                  <a:extLst>
                    <a:ext uri="{FF2B5EF4-FFF2-40B4-BE49-F238E27FC236}">
                      <a16:creationId xmlns:a16="http://schemas.microsoft.com/office/drawing/2014/main" id="{40C0A595-071A-4B87-A7DB-C7583CEE400E}"/>
                    </a:ext>
                  </a:extLst>
                </p14:cNvPr>
                <p14:cNvContentPartPr/>
                <p14:nvPr/>
              </p14:nvContentPartPr>
              <p14:xfrm>
                <a:off x="5374288" y="4473145"/>
                <a:ext cx="20880" cy="6480"/>
              </p14:xfrm>
            </p:contentPart>
          </mc:Choice>
          <mc:Fallback xmlns="">
            <p:pic>
              <p:nvPicPr>
                <p:cNvPr id="109" name="Encre 108">
                  <a:extLst>
                    <a:ext uri="{FF2B5EF4-FFF2-40B4-BE49-F238E27FC236}">
                      <a16:creationId xmlns:a16="http://schemas.microsoft.com/office/drawing/2014/main" id="{40C0A595-071A-4B87-A7DB-C7583CEE400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365288" y="4464505"/>
                  <a:ext cx="385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10" name="Encre 109">
                  <a:extLst>
                    <a:ext uri="{FF2B5EF4-FFF2-40B4-BE49-F238E27FC236}">
                      <a16:creationId xmlns:a16="http://schemas.microsoft.com/office/drawing/2014/main" id="{1A84717D-2D84-4E3B-893B-BF488E6F6E5D}"/>
                    </a:ext>
                  </a:extLst>
                </p14:cNvPr>
                <p14:cNvContentPartPr/>
                <p14:nvPr/>
              </p14:nvContentPartPr>
              <p14:xfrm>
                <a:off x="5309848" y="4369465"/>
                <a:ext cx="474120" cy="352440"/>
              </p14:xfrm>
            </p:contentPart>
          </mc:Choice>
          <mc:Fallback xmlns="">
            <p:pic>
              <p:nvPicPr>
                <p:cNvPr id="110" name="Encre 109">
                  <a:extLst>
                    <a:ext uri="{FF2B5EF4-FFF2-40B4-BE49-F238E27FC236}">
                      <a16:creationId xmlns:a16="http://schemas.microsoft.com/office/drawing/2014/main" id="{1A84717D-2D84-4E3B-893B-BF488E6F6E5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301208" y="4360465"/>
                  <a:ext cx="49176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11" name="Encre 110">
                  <a:extLst>
                    <a:ext uri="{FF2B5EF4-FFF2-40B4-BE49-F238E27FC236}">
                      <a16:creationId xmlns:a16="http://schemas.microsoft.com/office/drawing/2014/main" id="{7A614A96-9DCD-41FF-9330-482F6678F62C}"/>
                    </a:ext>
                  </a:extLst>
                </p14:cNvPr>
                <p14:cNvContentPartPr/>
                <p14:nvPr/>
              </p14:nvContentPartPr>
              <p14:xfrm>
                <a:off x="5901688" y="4193065"/>
                <a:ext cx="1099080" cy="332640"/>
              </p14:xfrm>
            </p:contentPart>
          </mc:Choice>
          <mc:Fallback xmlns="">
            <p:pic>
              <p:nvPicPr>
                <p:cNvPr id="111" name="Encre 110">
                  <a:extLst>
                    <a:ext uri="{FF2B5EF4-FFF2-40B4-BE49-F238E27FC236}">
                      <a16:creationId xmlns:a16="http://schemas.microsoft.com/office/drawing/2014/main" id="{7A614A96-9DCD-41FF-9330-482F6678F62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893048" y="4184425"/>
                  <a:ext cx="111672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12" name="Encre 111">
                  <a:extLst>
                    <a:ext uri="{FF2B5EF4-FFF2-40B4-BE49-F238E27FC236}">
                      <a16:creationId xmlns:a16="http://schemas.microsoft.com/office/drawing/2014/main" id="{EBF9C182-794E-410D-9EE8-947930C65B42}"/>
                    </a:ext>
                  </a:extLst>
                </p14:cNvPr>
                <p14:cNvContentPartPr/>
                <p14:nvPr/>
              </p14:nvContentPartPr>
              <p14:xfrm>
                <a:off x="6377608" y="4274425"/>
                <a:ext cx="344880" cy="33840"/>
              </p14:xfrm>
            </p:contentPart>
          </mc:Choice>
          <mc:Fallback xmlns="">
            <p:pic>
              <p:nvPicPr>
                <p:cNvPr id="112" name="Encre 111">
                  <a:extLst>
                    <a:ext uri="{FF2B5EF4-FFF2-40B4-BE49-F238E27FC236}">
                      <a16:creationId xmlns:a16="http://schemas.microsoft.com/office/drawing/2014/main" id="{EBF9C182-794E-410D-9EE8-947930C65B4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368968" y="4265785"/>
                  <a:ext cx="3625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13" name="Encre 112">
                  <a:extLst>
                    <a:ext uri="{FF2B5EF4-FFF2-40B4-BE49-F238E27FC236}">
                      <a16:creationId xmlns:a16="http://schemas.microsoft.com/office/drawing/2014/main" id="{1F9EDE10-5285-4644-9CC1-44DBB97B9D7C}"/>
                    </a:ext>
                  </a:extLst>
                </p14:cNvPr>
                <p14:cNvContentPartPr/>
                <p14:nvPr/>
              </p14:nvContentPartPr>
              <p14:xfrm>
                <a:off x="7252408" y="4232305"/>
                <a:ext cx="1567800" cy="522360"/>
              </p14:xfrm>
            </p:contentPart>
          </mc:Choice>
          <mc:Fallback xmlns="">
            <p:pic>
              <p:nvPicPr>
                <p:cNvPr id="113" name="Encre 112">
                  <a:extLst>
                    <a:ext uri="{FF2B5EF4-FFF2-40B4-BE49-F238E27FC236}">
                      <a16:creationId xmlns:a16="http://schemas.microsoft.com/office/drawing/2014/main" id="{1F9EDE10-5285-4644-9CC1-44DBB97B9D7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243768" y="4223305"/>
                  <a:ext cx="1585440" cy="54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14" name="Encre 113">
                  <a:extLst>
                    <a:ext uri="{FF2B5EF4-FFF2-40B4-BE49-F238E27FC236}">
                      <a16:creationId xmlns:a16="http://schemas.microsoft.com/office/drawing/2014/main" id="{B87FB096-FFD9-4096-8636-1AFDCE5375C2}"/>
                    </a:ext>
                  </a:extLst>
                </p14:cNvPr>
                <p14:cNvContentPartPr/>
                <p14:nvPr/>
              </p14:nvContentPartPr>
              <p14:xfrm>
                <a:off x="8355448" y="4188745"/>
                <a:ext cx="320760" cy="139680"/>
              </p14:xfrm>
            </p:contentPart>
          </mc:Choice>
          <mc:Fallback xmlns="">
            <p:pic>
              <p:nvPicPr>
                <p:cNvPr id="114" name="Encre 113">
                  <a:extLst>
                    <a:ext uri="{FF2B5EF4-FFF2-40B4-BE49-F238E27FC236}">
                      <a16:creationId xmlns:a16="http://schemas.microsoft.com/office/drawing/2014/main" id="{B87FB096-FFD9-4096-8636-1AFDCE5375C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346808" y="4179745"/>
                  <a:ext cx="338400" cy="157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17" name="Encre 116">
                <a:extLst>
                  <a:ext uri="{FF2B5EF4-FFF2-40B4-BE49-F238E27FC236}">
                    <a16:creationId xmlns:a16="http://schemas.microsoft.com/office/drawing/2014/main" id="{1BEF6B94-C5CB-4066-A6C4-1DB3C9D0657A}"/>
                  </a:ext>
                </a:extLst>
              </p14:cNvPr>
              <p14:cNvContentPartPr/>
              <p14:nvPr/>
            </p14:nvContentPartPr>
            <p14:xfrm>
              <a:off x="5713408" y="4681945"/>
              <a:ext cx="2682000" cy="69120"/>
            </p14:xfrm>
          </p:contentPart>
        </mc:Choice>
        <mc:Fallback xmlns="">
          <p:pic>
            <p:nvPicPr>
              <p:cNvPr id="117" name="Encre 116">
                <a:extLst>
                  <a:ext uri="{FF2B5EF4-FFF2-40B4-BE49-F238E27FC236}">
                    <a16:creationId xmlns:a16="http://schemas.microsoft.com/office/drawing/2014/main" id="{1BEF6B94-C5CB-4066-A6C4-1DB3C9D0657A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704768" y="4673305"/>
                <a:ext cx="2699640" cy="86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3" name="Groupe 132">
            <a:extLst>
              <a:ext uri="{FF2B5EF4-FFF2-40B4-BE49-F238E27FC236}">
                <a16:creationId xmlns:a16="http://schemas.microsoft.com/office/drawing/2014/main" id="{0D23F4F8-08BC-4437-A5DE-CBC6D960D910}"/>
              </a:ext>
            </a:extLst>
          </p:cNvPr>
          <p:cNvGrpSpPr/>
          <p:nvPr/>
        </p:nvGrpSpPr>
        <p:grpSpPr>
          <a:xfrm>
            <a:off x="5441248" y="5063185"/>
            <a:ext cx="3380760" cy="699480"/>
            <a:chOff x="5441248" y="5063185"/>
            <a:chExt cx="3380760" cy="69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30" name="Encre 129">
                  <a:extLst>
                    <a:ext uri="{FF2B5EF4-FFF2-40B4-BE49-F238E27FC236}">
                      <a16:creationId xmlns:a16="http://schemas.microsoft.com/office/drawing/2014/main" id="{48055F4E-0E5A-4D35-BF44-C6DA04133159}"/>
                    </a:ext>
                  </a:extLst>
                </p14:cNvPr>
                <p14:cNvContentPartPr/>
                <p14:nvPr/>
              </p14:nvContentPartPr>
              <p14:xfrm>
                <a:off x="8359048" y="5063185"/>
                <a:ext cx="12240" cy="3960"/>
              </p14:xfrm>
            </p:contentPart>
          </mc:Choice>
          <mc:Fallback xmlns="">
            <p:pic>
              <p:nvPicPr>
                <p:cNvPr id="130" name="Encre 129">
                  <a:extLst>
                    <a:ext uri="{FF2B5EF4-FFF2-40B4-BE49-F238E27FC236}">
                      <a16:creationId xmlns:a16="http://schemas.microsoft.com/office/drawing/2014/main" id="{48055F4E-0E5A-4D35-BF44-C6DA0413315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350408" y="5054185"/>
                  <a:ext cx="2988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18" name="Encre 117">
                  <a:extLst>
                    <a:ext uri="{FF2B5EF4-FFF2-40B4-BE49-F238E27FC236}">
                      <a16:creationId xmlns:a16="http://schemas.microsoft.com/office/drawing/2014/main" id="{D947D7C6-E3DB-4C14-8C28-03B99890495A}"/>
                    </a:ext>
                  </a:extLst>
                </p14:cNvPr>
                <p14:cNvContentPartPr/>
                <p14:nvPr/>
              </p14:nvContentPartPr>
              <p14:xfrm>
                <a:off x="5441248" y="5270905"/>
                <a:ext cx="1019520" cy="491760"/>
              </p14:xfrm>
            </p:contentPart>
          </mc:Choice>
          <mc:Fallback xmlns="">
            <p:pic>
              <p:nvPicPr>
                <p:cNvPr id="118" name="Encre 117">
                  <a:extLst>
                    <a:ext uri="{FF2B5EF4-FFF2-40B4-BE49-F238E27FC236}">
                      <a16:creationId xmlns:a16="http://schemas.microsoft.com/office/drawing/2014/main" id="{D947D7C6-E3DB-4C14-8C28-03B99890495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432248" y="5261905"/>
                  <a:ext cx="1037160" cy="50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19" name="Encre 118">
                  <a:extLst>
                    <a:ext uri="{FF2B5EF4-FFF2-40B4-BE49-F238E27FC236}">
                      <a16:creationId xmlns:a16="http://schemas.microsoft.com/office/drawing/2014/main" id="{2B92C2C1-79C0-406A-B9C4-F10512CA0A78}"/>
                    </a:ext>
                  </a:extLst>
                </p14:cNvPr>
                <p14:cNvContentPartPr/>
                <p14:nvPr/>
              </p14:nvContentPartPr>
              <p14:xfrm>
                <a:off x="6375808" y="5304385"/>
                <a:ext cx="14040" cy="24840"/>
              </p14:xfrm>
            </p:contentPart>
          </mc:Choice>
          <mc:Fallback xmlns="">
            <p:pic>
              <p:nvPicPr>
                <p:cNvPr id="119" name="Encre 118">
                  <a:extLst>
                    <a:ext uri="{FF2B5EF4-FFF2-40B4-BE49-F238E27FC236}">
                      <a16:creationId xmlns:a16="http://schemas.microsoft.com/office/drawing/2014/main" id="{2B92C2C1-79C0-406A-B9C4-F10512CA0A7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367168" y="5295385"/>
                  <a:ext cx="316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20" name="Encre 119">
                  <a:extLst>
                    <a:ext uri="{FF2B5EF4-FFF2-40B4-BE49-F238E27FC236}">
                      <a16:creationId xmlns:a16="http://schemas.microsoft.com/office/drawing/2014/main" id="{C9B8D14E-DB97-4916-B264-C8B6D1583145}"/>
                    </a:ext>
                  </a:extLst>
                </p14:cNvPr>
                <p14:cNvContentPartPr/>
                <p14:nvPr/>
              </p14:nvContentPartPr>
              <p14:xfrm>
                <a:off x="6515128" y="5240665"/>
                <a:ext cx="222480" cy="452520"/>
              </p14:xfrm>
            </p:contentPart>
          </mc:Choice>
          <mc:Fallback xmlns="">
            <p:pic>
              <p:nvPicPr>
                <p:cNvPr id="120" name="Encre 119">
                  <a:extLst>
                    <a:ext uri="{FF2B5EF4-FFF2-40B4-BE49-F238E27FC236}">
                      <a16:creationId xmlns:a16="http://schemas.microsoft.com/office/drawing/2014/main" id="{C9B8D14E-DB97-4916-B264-C8B6D158314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506128" y="5232025"/>
                  <a:ext cx="240120" cy="47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21" name="Encre 120">
                  <a:extLst>
                    <a:ext uri="{FF2B5EF4-FFF2-40B4-BE49-F238E27FC236}">
                      <a16:creationId xmlns:a16="http://schemas.microsoft.com/office/drawing/2014/main" id="{0FF79578-A060-4BEA-BEB8-664DE7B77067}"/>
                    </a:ext>
                  </a:extLst>
                </p14:cNvPr>
                <p14:cNvContentPartPr/>
                <p14:nvPr/>
              </p14:nvContentPartPr>
              <p14:xfrm>
                <a:off x="7081408" y="5172625"/>
                <a:ext cx="1740600" cy="425160"/>
              </p14:xfrm>
            </p:contentPart>
          </mc:Choice>
          <mc:Fallback xmlns="">
            <p:pic>
              <p:nvPicPr>
                <p:cNvPr id="121" name="Encre 120">
                  <a:extLst>
                    <a:ext uri="{FF2B5EF4-FFF2-40B4-BE49-F238E27FC236}">
                      <a16:creationId xmlns:a16="http://schemas.microsoft.com/office/drawing/2014/main" id="{0FF79578-A060-4BEA-BEB8-664DE7B7706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072768" y="5163625"/>
                  <a:ext cx="1758240" cy="44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29" name="Encre 128">
                  <a:extLst>
                    <a:ext uri="{FF2B5EF4-FFF2-40B4-BE49-F238E27FC236}">
                      <a16:creationId xmlns:a16="http://schemas.microsoft.com/office/drawing/2014/main" id="{E1600235-C81B-49EA-9ACA-F773B40DC622}"/>
                    </a:ext>
                  </a:extLst>
                </p14:cNvPr>
                <p14:cNvContentPartPr/>
                <p14:nvPr/>
              </p14:nvContentPartPr>
              <p14:xfrm>
                <a:off x="8514568" y="5179465"/>
                <a:ext cx="113760" cy="38880"/>
              </p14:xfrm>
            </p:contentPart>
          </mc:Choice>
          <mc:Fallback xmlns="">
            <p:pic>
              <p:nvPicPr>
                <p:cNvPr id="129" name="Encre 128">
                  <a:extLst>
                    <a:ext uri="{FF2B5EF4-FFF2-40B4-BE49-F238E27FC236}">
                      <a16:creationId xmlns:a16="http://schemas.microsoft.com/office/drawing/2014/main" id="{E1600235-C81B-49EA-9ACA-F773B40DC62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505928" y="5170825"/>
                  <a:ext cx="13140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31" name="Encre 130">
                  <a:extLst>
                    <a:ext uri="{FF2B5EF4-FFF2-40B4-BE49-F238E27FC236}">
                      <a16:creationId xmlns:a16="http://schemas.microsoft.com/office/drawing/2014/main" id="{C6ADAECC-324F-4316-B81F-A51367814E27}"/>
                    </a:ext>
                  </a:extLst>
                </p14:cNvPr>
                <p14:cNvContentPartPr/>
                <p14:nvPr/>
              </p14:nvContentPartPr>
              <p14:xfrm>
                <a:off x="6094648" y="5612905"/>
                <a:ext cx="2409480" cy="111960"/>
              </p14:xfrm>
            </p:contentPart>
          </mc:Choice>
          <mc:Fallback xmlns="">
            <p:pic>
              <p:nvPicPr>
                <p:cNvPr id="131" name="Encre 130">
                  <a:extLst>
                    <a:ext uri="{FF2B5EF4-FFF2-40B4-BE49-F238E27FC236}">
                      <a16:creationId xmlns:a16="http://schemas.microsoft.com/office/drawing/2014/main" id="{C6ADAECC-324F-4316-B81F-A51367814E2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086008" y="5603905"/>
                  <a:ext cx="2427120" cy="12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e 145">
            <a:extLst>
              <a:ext uri="{FF2B5EF4-FFF2-40B4-BE49-F238E27FC236}">
                <a16:creationId xmlns:a16="http://schemas.microsoft.com/office/drawing/2014/main" id="{2A3CFB19-4E14-456B-87F8-6FCA8B3B6046}"/>
              </a:ext>
            </a:extLst>
          </p:cNvPr>
          <p:cNvGrpSpPr/>
          <p:nvPr/>
        </p:nvGrpSpPr>
        <p:grpSpPr>
          <a:xfrm>
            <a:off x="5488408" y="6059305"/>
            <a:ext cx="3841560" cy="564840"/>
            <a:chOff x="5488408" y="6059305"/>
            <a:chExt cx="3841560" cy="56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34" name="Encre 133">
                  <a:extLst>
                    <a:ext uri="{FF2B5EF4-FFF2-40B4-BE49-F238E27FC236}">
                      <a16:creationId xmlns:a16="http://schemas.microsoft.com/office/drawing/2014/main" id="{08B70248-E233-4454-8116-50850CC29E93}"/>
                    </a:ext>
                  </a:extLst>
                </p14:cNvPr>
                <p14:cNvContentPartPr/>
                <p14:nvPr/>
              </p14:nvContentPartPr>
              <p14:xfrm>
                <a:off x="5488408" y="6281065"/>
                <a:ext cx="374040" cy="210600"/>
              </p14:xfrm>
            </p:contentPart>
          </mc:Choice>
          <mc:Fallback xmlns="">
            <p:pic>
              <p:nvPicPr>
                <p:cNvPr id="134" name="Encre 133">
                  <a:extLst>
                    <a:ext uri="{FF2B5EF4-FFF2-40B4-BE49-F238E27FC236}">
                      <a16:creationId xmlns:a16="http://schemas.microsoft.com/office/drawing/2014/main" id="{08B70248-E233-4454-8116-50850CC29E9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479768" y="6272065"/>
                  <a:ext cx="3916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35" name="Encre 134">
                  <a:extLst>
                    <a:ext uri="{FF2B5EF4-FFF2-40B4-BE49-F238E27FC236}">
                      <a16:creationId xmlns:a16="http://schemas.microsoft.com/office/drawing/2014/main" id="{A22B2E98-3CEA-4264-8172-09B996CB9F68}"/>
                    </a:ext>
                  </a:extLst>
                </p14:cNvPr>
                <p14:cNvContentPartPr/>
                <p14:nvPr/>
              </p14:nvContentPartPr>
              <p14:xfrm>
                <a:off x="5876488" y="6312025"/>
                <a:ext cx="208440" cy="140040"/>
              </p14:xfrm>
            </p:contentPart>
          </mc:Choice>
          <mc:Fallback xmlns="">
            <p:pic>
              <p:nvPicPr>
                <p:cNvPr id="135" name="Encre 134">
                  <a:extLst>
                    <a:ext uri="{FF2B5EF4-FFF2-40B4-BE49-F238E27FC236}">
                      <a16:creationId xmlns:a16="http://schemas.microsoft.com/office/drawing/2014/main" id="{A22B2E98-3CEA-4264-8172-09B996CB9F6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867848" y="6303385"/>
                  <a:ext cx="22608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36" name="Encre 135">
                  <a:extLst>
                    <a:ext uri="{FF2B5EF4-FFF2-40B4-BE49-F238E27FC236}">
                      <a16:creationId xmlns:a16="http://schemas.microsoft.com/office/drawing/2014/main" id="{01AD1432-3BAF-438C-BE81-D84082CD7AA5}"/>
                    </a:ext>
                  </a:extLst>
                </p14:cNvPr>
                <p14:cNvContentPartPr/>
                <p14:nvPr/>
              </p14:nvContentPartPr>
              <p14:xfrm>
                <a:off x="6086368" y="6274945"/>
                <a:ext cx="591840" cy="183240"/>
              </p14:xfrm>
            </p:contentPart>
          </mc:Choice>
          <mc:Fallback xmlns="">
            <p:pic>
              <p:nvPicPr>
                <p:cNvPr id="136" name="Encre 135">
                  <a:extLst>
                    <a:ext uri="{FF2B5EF4-FFF2-40B4-BE49-F238E27FC236}">
                      <a16:creationId xmlns:a16="http://schemas.microsoft.com/office/drawing/2014/main" id="{01AD1432-3BAF-438C-BE81-D84082CD7AA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077368" y="6265945"/>
                  <a:ext cx="6094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39" name="Encre 138">
                  <a:extLst>
                    <a:ext uri="{FF2B5EF4-FFF2-40B4-BE49-F238E27FC236}">
                      <a16:creationId xmlns:a16="http://schemas.microsoft.com/office/drawing/2014/main" id="{6A91233D-DEE2-42CF-A6BB-6897D268C5DD}"/>
                    </a:ext>
                  </a:extLst>
                </p14:cNvPr>
                <p14:cNvContentPartPr/>
                <p14:nvPr/>
              </p14:nvContentPartPr>
              <p14:xfrm>
                <a:off x="6703048" y="6159385"/>
                <a:ext cx="958320" cy="267120"/>
              </p14:xfrm>
            </p:contentPart>
          </mc:Choice>
          <mc:Fallback xmlns="">
            <p:pic>
              <p:nvPicPr>
                <p:cNvPr id="139" name="Encre 138">
                  <a:extLst>
                    <a:ext uri="{FF2B5EF4-FFF2-40B4-BE49-F238E27FC236}">
                      <a16:creationId xmlns:a16="http://schemas.microsoft.com/office/drawing/2014/main" id="{6A91233D-DEE2-42CF-A6BB-6897D268C5D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694048" y="6150745"/>
                  <a:ext cx="97596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40" name="Encre 139">
                  <a:extLst>
                    <a:ext uri="{FF2B5EF4-FFF2-40B4-BE49-F238E27FC236}">
                      <a16:creationId xmlns:a16="http://schemas.microsoft.com/office/drawing/2014/main" id="{E795C475-FD42-4E79-8A7D-4BD204EF2931}"/>
                    </a:ext>
                  </a:extLst>
                </p14:cNvPr>
                <p14:cNvContentPartPr/>
                <p14:nvPr/>
              </p14:nvContentPartPr>
              <p14:xfrm>
                <a:off x="7843168" y="6084145"/>
                <a:ext cx="1167120" cy="315360"/>
              </p14:xfrm>
            </p:contentPart>
          </mc:Choice>
          <mc:Fallback xmlns="">
            <p:pic>
              <p:nvPicPr>
                <p:cNvPr id="140" name="Encre 139">
                  <a:extLst>
                    <a:ext uri="{FF2B5EF4-FFF2-40B4-BE49-F238E27FC236}">
                      <a16:creationId xmlns:a16="http://schemas.microsoft.com/office/drawing/2014/main" id="{E795C475-FD42-4E79-8A7D-4BD204EF293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834168" y="6075505"/>
                  <a:ext cx="118476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41" name="Encre 140">
                  <a:extLst>
                    <a:ext uri="{FF2B5EF4-FFF2-40B4-BE49-F238E27FC236}">
                      <a16:creationId xmlns:a16="http://schemas.microsoft.com/office/drawing/2014/main" id="{52601363-C636-4F35-A817-474A395EB82F}"/>
                    </a:ext>
                  </a:extLst>
                </p14:cNvPr>
                <p14:cNvContentPartPr/>
                <p14:nvPr/>
              </p14:nvContentPartPr>
              <p14:xfrm>
                <a:off x="8983288" y="6119785"/>
                <a:ext cx="33480" cy="10440"/>
              </p14:xfrm>
            </p:contentPart>
          </mc:Choice>
          <mc:Fallback xmlns="">
            <p:pic>
              <p:nvPicPr>
                <p:cNvPr id="141" name="Encre 140">
                  <a:extLst>
                    <a:ext uri="{FF2B5EF4-FFF2-40B4-BE49-F238E27FC236}">
                      <a16:creationId xmlns:a16="http://schemas.microsoft.com/office/drawing/2014/main" id="{52601363-C636-4F35-A817-474A395EB82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974648" y="6111145"/>
                  <a:ext cx="511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42" name="Encre 141">
                  <a:extLst>
                    <a:ext uri="{FF2B5EF4-FFF2-40B4-BE49-F238E27FC236}">
                      <a16:creationId xmlns:a16="http://schemas.microsoft.com/office/drawing/2014/main" id="{3D4F0B30-9293-4803-BD70-3E0844AECC09}"/>
                    </a:ext>
                  </a:extLst>
                </p14:cNvPr>
                <p14:cNvContentPartPr/>
                <p14:nvPr/>
              </p14:nvContentPartPr>
              <p14:xfrm>
                <a:off x="9095608" y="6059305"/>
                <a:ext cx="234360" cy="457920"/>
              </p14:xfrm>
            </p:contentPart>
          </mc:Choice>
          <mc:Fallback xmlns="">
            <p:pic>
              <p:nvPicPr>
                <p:cNvPr id="142" name="Encre 141">
                  <a:extLst>
                    <a:ext uri="{FF2B5EF4-FFF2-40B4-BE49-F238E27FC236}">
                      <a16:creationId xmlns:a16="http://schemas.microsoft.com/office/drawing/2014/main" id="{3D4F0B30-9293-4803-BD70-3E0844AECC0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086608" y="6050305"/>
                  <a:ext cx="252000" cy="47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43" name="Encre 142">
                  <a:extLst>
                    <a:ext uri="{FF2B5EF4-FFF2-40B4-BE49-F238E27FC236}">
                      <a16:creationId xmlns:a16="http://schemas.microsoft.com/office/drawing/2014/main" id="{9D02500B-3526-4FA3-B3A6-7D60782AF3F9}"/>
                    </a:ext>
                  </a:extLst>
                </p14:cNvPr>
                <p14:cNvContentPartPr/>
                <p14:nvPr/>
              </p14:nvContentPartPr>
              <p14:xfrm>
                <a:off x="9091288" y="6121585"/>
                <a:ext cx="97560" cy="10080"/>
              </p14:xfrm>
            </p:contentPart>
          </mc:Choice>
          <mc:Fallback xmlns="">
            <p:pic>
              <p:nvPicPr>
                <p:cNvPr id="143" name="Encre 142">
                  <a:extLst>
                    <a:ext uri="{FF2B5EF4-FFF2-40B4-BE49-F238E27FC236}">
                      <a16:creationId xmlns:a16="http://schemas.microsoft.com/office/drawing/2014/main" id="{9D02500B-3526-4FA3-B3A6-7D60782AF3F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082648" y="6112945"/>
                  <a:ext cx="1152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45" name="Encre 144">
                  <a:extLst>
                    <a:ext uri="{FF2B5EF4-FFF2-40B4-BE49-F238E27FC236}">
                      <a16:creationId xmlns:a16="http://schemas.microsoft.com/office/drawing/2014/main" id="{C709977C-66C2-4895-A41D-04198C913152}"/>
                    </a:ext>
                  </a:extLst>
                </p14:cNvPr>
                <p14:cNvContentPartPr/>
                <p14:nvPr/>
              </p14:nvContentPartPr>
              <p14:xfrm>
                <a:off x="5754088" y="6533065"/>
                <a:ext cx="3235680" cy="91080"/>
              </p14:xfrm>
            </p:contentPart>
          </mc:Choice>
          <mc:Fallback xmlns="">
            <p:pic>
              <p:nvPicPr>
                <p:cNvPr id="145" name="Encre 144">
                  <a:extLst>
                    <a:ext uri="{FF2B5EF4-FFF2-40B4-BE49-F238E27FC236}">
                      <a16:creationId xmlns:a16="http://schemas.microsoft.com/office/drawing/2014/main" id="{C709977C-66C2-4895-A41D-04198C91315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745448" y="6524425"/>
                  <a:ext cx="3253320" cy="10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e 148">
            <a:extLst>
              <a:ext uri="{FF2B5EF4-FFF2-40B4-BE49-F238E27FC236}">
                <a16:creationId xmlns:a16="http://schemas.microsoft.com/office/drawing/2014/main" id="{13E2DE18-1847-484D-B956-B030FBB64895}"/>
              </a:ext>
            </a:extLst>
          </p:cNvPr>
          <p:cNvGrpSpPr/>
          <p:nvPr/>
        </p:nvGrpSpPr>
        <p:grpSpPr>
          <a:xfrm>
            <a:off x="9677008" y="6174505"/>
            <a:ext cx="46080" cy="95400"/>
            <a:chOff x="9677008" y="6174505"/>
            <a:chExt cx="46080" cy="9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47" name="Encre 146">
                  <a:extLst>
                    <a:ext uri="{FF2B5EF4-FFF2-40B4-BE49-F238E27FC236}">
                      <a16:creationId xmlns:a16="http://schemas.microsoft.com/office/drawing/2014/main" id="{10C9B3BF-64D5-4F52-8803-88287ACB86C8}"/>
                    </a:ext>
                  </a:extLst>
                </p14:cNvPr>
                <p14:cNvContentPartPr/>
                <p14:nvPr/>
              </p14:nvContentPartPr>
              <p14:xfrm>
                <a:off x="9686008" y="6174505"/>
                <a:ext cx="37080" cy="34560"/>
              </p14:xfrm>
            </p:contentPart>
          </mc:Choice>
          <mc:Fallback xmlns="">
            <p:pic>
              <p:nvPicPr>
                <p:cNvPr id="147" name="Encre 146">
                  <a:extLst>
                    <a:ext uri="{FF2B5EF4-FFF2-40B4-BE49-F238E27FC236}">
                      <a16:creationId xmlns:a16="http://schemas.microsoft.com/office/drawing/2014/main" id="{10C9B3BF-64D5-4F52-8803-88287ACB86C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677368" y="6165505"/>
                  <a:ext cx="547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48" name="Encre 147">
                  <a:extLst>
                    <a:ext uri="{FF2B5EF4-FFF2-40B4-BE49-F238E27FC236}">
                      <a16:creationId xmlns:a16="http://schemas.microsoft.com/office/drawing/2014/main" id="{A7E2CEF2-146C-4284-8516-7B3C76584A57}"/>
                    </a:ext>
                  </a:extLst>
                </p14:cNvPr>
                <p14:cNvContentPartPr/>
                <p14:nvPr/>
              </p14:nvContentPartPr>
              <p14:xfrm>
                <a:off x="9677008" y="6257665"/>
                <a:ext cx="15840" cy="12240"/>
              </p14:xfrm>
            </p:contentPart>
          </mc:Choice>
          <mc:Fallback xmlns="">
            <p:pic>
              <p:nvPicPr>
                <p:cNvPr id="148" name="Encre 147">
                  <a:extLst>
                    <a:ext uri="{FF2B5EF4-FFF2-40B4-BE49-F238E27FC236}">
                      <a16:creationId xmlns:a16="http://schemas.microsoft.com/office/drawing/2014/main" id="{A7E2CEF2-146C-4284-8516-7B3C76584A5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668368" y="6249025"/>
                  <a:ext cx="33480" cy="2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oupe 158">
            <a:extLst>
              <a:ext uri="{FF2B5EF4-FFF2-40B4-BE49-F238E27FC236}">
                <a16:creationId xmlns:a16="http://schemas.microsoft.com/office/drawing/2014/main" id="{0E8B24D2-70EA-46B3-910A-C561CDE40E82}"/>
              </a:ext>
            </a:extLst>
          </p:cNvPr>
          <p:cNvGrpSpPr/>
          <p:nvPr/>
        </p:nvGrpSpPr>
        <p:grpSpPr>
          <a:xfrm>
            <a:off x="9938008" y="6026545"/>
            <a:ext cx="1163160" cy="513000"/>
            <a:chOff x="9938008" y="6026545"/>
            <a:chExt cx="1163160" cy="51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54" name="Encre 153">
                  <a:extLst>
                    <a:ext uri="{FF2B5EF4-FFF2-40B4-BE49-F238E27FC236}">
                      <a16:creationId xmlns:a16="http://schemas.microsoft.com/office/drawing/2014/main" id="{B51637FB-7E70-48D0-9189-DF6F616BC53D}"/>
                    </a:ext>
                  </a:extLst>
                </p14:cNvPr>
                <p14:cNvContentPartPr/>
                <p14:nvPr/>
              </p14:nvContentPartPr>
              <p14:xfrm>
                <a:off x="9938008" y="6128785"/>
                <a:ext cx="577080" cy="410760"/>
              </p14:xfrm>
            </p:contentPart>
          </mc:Choice>
          <mc:Fallback xmlns="">
            <p:pic>
              <p:nvPicPr>
                <p:cNvPr id="154" name="Encre 153">
                  <a:extLst>
                    <a:ext uri="{FF2B5EF4-FFF2-40B4-BE49-F238E27FC236}">
                      <a16:creationId xmlns:a16="http://schemas.microsoft.com/office/drawing/2014/main" id="{B51637FB-7E70-48D0-9189-DF6F616BC53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929368" y="6120145"/>
                  <a:ext cx="59472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55" name="Encre 154">
                  <a:extLst>
                    <a:ext uri="{FF2B5EF4-FFF2-40B4-BE49-F238E27FC236}">
                      <a16:creationId xmlns:a16="http://schemas.microsoft.com/office/drawing/2014/main" id="{74FFAC59-8D6E-48DF-85E7-EDB698BDC84C}"/>
                    </a:ext>
                  </a:extLst>
                </p14:cNvPr>
                <p14:cNvContentPartPr/>
                <p14:nvPr/>
              </p14:nvContentPartPr>
              <p14:xfrm>
                <a:off x="10498528" y="6026545"/>
                <a:ext cx="228240" cy="287640"/>
              </p14:xfrm>
            </p:contentPart>
          </mc:Choice>
          <mc:Fallback xmlns="">
            <p:pic>
              <p:nvPicPr>
                <p:cNvPr id="155" name="Encre 154">
                  <a:extLst>
                    <a:ext uri="{FF2B5EF4-FFF2-40B4-BE49-F238E27FC236}">
                      <a16:creationId xmlns:a16="http://schemas.microsoft.com/office/drawing/2014/main" id="{74FFAC59-8D6E-48DF-85E7-EDB698BDC84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489528" y="6017545"/>
                  <a:ext cx="24588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56" name="Encre 155">
                  <a:extLst>
                    <a:ext uri="{FF2B5EF4-FFF2-40B4-BE49-F238E27FC236}">
                      <a16:creationId xmlns:a16="http://schemas.microsoft.com/office/drawing/2014/main" id="{4E8E51DD-6FC1-466B-A955-16A15386D1A8}"/>
                    </a:ext>
                  </a:extLst>
                </p14:cNvPr>
                <p14:cNvContentPartPr/>
                <p14:nvPr/>
              </p14:nvContentPartPr>
              <p14:xfrm>
                <a:off x="10894528" y="6229585"/>
                <a:ext cx="206640" cy="207720"/>
              </p14:xfrm>
            </p:contentPart>
          </mc:Choice>
          <mc:Fallback xmlns="">
            <p:pic>
              <p:nvPicPr>
                <p:cNvPr id="156" name="Encre 155">
                  <a:extLst>
                    <a:ext uri="{FF2B5EF4-FFF2-40B4-BE49-F238E27FC236}">
                      <a16:creationId xmlns:a16="http://schemas.microsoft.com/office/drawing/2014/main" id="{4E8E51DD-6FC1-466B-A955-16A15386D1A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885888" y="6220945"/>
                  <a:ext cx="224280" cy="22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e 183">
            <a:extLst>
              <a:ext uri="{FF2B5EF4-FFF2-40B4-BE49-F238E27FC236}">
                <a16:creationId xmlns:a16="http://schemas.microsoft.com/office/drawing/2014/main" id="{28B40599-14E6-4794-B7F3-30F793126ED2}"/>
              </a:ext>
            </a:extLst>
          </p:cNvPr>
          <p:cNvGrpSpPr/>
          <p:nvPr/>
        </p:nvGrpSpPr>
        <p:grpSpPr>
          <a:xfrm>
            <a:off x="9337528" y="5206105"/>
            <a:ext cx="1511280" cy="525960"/>
            <a:chOff x="9337528" y="5206105"/>
            <a:chExt cx="1511280" cy="52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79" name="Encre 178">
                  <a:extLst>
                    <a:ext uri="{FF2B5EF4-FFF2-40B4-BE49-F238E27FC236}">
                      <a16:creationId xmlns:a16="http://schemas.microsoft.com/office/drawing/2014/main" id="{5D38AFCF-5444-42A2-A55B-7D82D542F166}"/>
                    </a:ext>
                  </a:extLst>
                </p14:cNvPr>
                <p14:cNvContentPartPr/>
                <p14:nvPr/>
              </p14:nvContentPartPr>
              <p14:xfrm>
                <a:off x="9337528" y="5206105"/>
                <a:ext cx="269640" cy="335160"/>
              </p14:xfrm>
            </p:contentPart>
          </mc:Choice>
          <mc:Fallback xmlns="">
            <p:pic>
              <p:nvPicPr>
                <p:cNvPr id="179" name="Encre 178">
                  <a:extLst>
                    <a:ext uri="{FF2B5EF4-FFF2-40B4-BE49-F238E27FC236}">
                      <a16:creationId xmlns:a16="http://schemas.microsoft.com/office/drawing/2014/main" id="{5D38AFCF-5444-42A2-A55B-7D82D542F16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328528" y="5197105"/>
                  <a:ext cx="28728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80" name="Encre 179">
                  <a:extLst>
                    <a:ext uri="{FF2B5EF4-FFF2-40B4-BE49-F238E27FC236}">
                      <a16:creationId xmlns:a16="http://schemas.microsoft.com/office/drawing/2014/main" id="{C125D0E2-6772-4DD3-8764-B7872872DBF5}"/>
                    </a:ext>
                  </a:extLst>
                </p14:cNvPr>
                <p14:cNvContentPartPr/>
                <p14:nvPr/>
              </p14:nvContentPartPr>
              <p14:xfrm>
                <a:off x="9627328" y="5405185"/>
                <a:ext cx="595080" cy="285840"/>
              </p14:xfrm>
            </p:contentPart>
          </mc:Choice>
          <mc:Fallback xmlns="">
            <p:pic>
              <p:nvPicPr>
                <p:cNvPr id="180" name="Encre 179">
                  <a:extLst>
                    <a:ext uri="{FF2B5EF4-FFF2-40B4-BE49-F238E27FC236}">
                      <a16:creationId xmlns:a16="http://schemas.microsoft.com/office/drawing/2014/main" id="{C125D0E2-6772-4DD3-8764-B7872872DBF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618328" y="5396545"/>
                  <a:ext cx="61272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81" name="Encre 180">
                  <a:extLst>
                    <a:ext uri="{FF2B5EF4-FFF2-40B4-BE49-F238E27FC236}">
                      <a16:creationId xmlns:a16="http://schemas.microsoft.com/office/drawing/2014/main" id="{5FD5EEAA-D540-49E9-B59E-BD7BDCF69980}"/>
                    </a:ext>
                  </a:extLst>
                </p14:cNvPr>
                <p14:cNvContentPartPr/>
                <p14:nvPr/>
              </p14:nvContentPartPr>
              <p14:xfrm>
                <a:off x="10250128" y="5415985"/>
                <a:ext cx="264960" cy="123480"/>
              </p14:xfrm>
            </p:contentPart>
          </mc:Choice>
          <mc:Fallback xmlns="">
            <p:pic>
              <p:nvPicPr>
                <p:cNvPr id="181" name="Encre 180">
                  <a:extLst>
                    <a:ext uri="{FF2B5EF4-FFF2-40B4-BE49-F238E27FC236}">
                      <a16:creationId xmlns:a16="http://schemas.microsoft.com/office/drawing/2014/main" id="{5FD5EEAA-D540-49E9-B59E-BD7BDCF6998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241488" y="5406985"/>
                  <a:ext cx="28260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82" name="Encre 181">
                  <a:extLst>
                    <a:ext uri="{FF2B5EF4-FFF2-40B4-BE49-F238E27FC236}">
                      <a16:creationId xmlns:a16="http://schemas.microsoft.com/office/drawing/2014/main" id="{EEFADE95-991F-4D4D-9BB1-4D107B9F4FCA}"/>
                    </a:ext>
                  </a:extLst>
                </p14:cNvPr>
                <p14:cNvContentPartPr/>
                <p14:nvPr/>
              </p14:nvContentPartPr>
              <p14:xfrm>
                <a:off x="10458928" y="5337145"/>
                <a:ext cx="24480" cy="7560"/>
              </p14:xfrm>
            </p:contentPart>
          </mc:Choice>
          <mc:Fallback xmlns="">
            <p:pic>
              <p:nvPicPr>
                <p:cNvPr id="182" name="Encre 181">
                  <a:extLst>
                    <a:ext uri="{FF2B5EF4-FFF2-40B4-BE49-F238E27FC236}">
                      <a16:creationId xmlns:a16="http://schemas.microsoft.com/office/drawing/2014/main" id="{EEFADE95-991F-4D4D-9BB1-4D107B9F4FC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450288" y="5328505"/>
                  <a:ext cx="421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83" name="Encre 182">
                  <a:extLst>
                    <a:ext uri="{FF2B5EF4-FFF2-40B4-BE49-F238E27FC236}">
                      <a16:creationId xmlns:a16="http://schemas.microsoft.com/office/drawing/2014/main" id="{EA45E10A-286E-49A1-9A06-2C47CB5DF307}"/>
                    </a:ext>
                  </a:extLst>
                </p14:cNvPr>
                <p14:cNvContentPartPr/>
                <p14:nvPr/>
              </p14:nvContentPartPr>
              <p14:xfrm>
                <a:off x="10561528" y="5282785"/>
                <a:ext cx="287280" cy="449280"/>
              </p14:xfrm>
            </p:contentPart>
          </mc:Choice>
          <mc:Fallback xmlns="">
            <p:pic>
              <p:nvPicPr>
                <p:cNvPr id="183" name="Encre 182">
                  <a:extLst>
                    <a:ext uri="{FF2B5EF4-FFF2-40B4-BE49-F238E27FC236}">
                      <a16:creationId xmlns:a16="http://schemas.microsoft.com/office/drawing/2014/main" id="{EA45E10A-286E-49A1-9A06-2C47CB5DF30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552528" y="5273785"/>
                  <a:ext cx="304920" cy="46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oupe 187">
            <a:extLst>
              <a:ext uri="{FF2B5EF4-FFF2-40B4-BE49-F238E27FC236}">
                <a16:creationId xmlns:a16="http://schemas.microsoft.com/office/drawing/2014/main" id="{C6C79DB9-2278-4784-BA25-F9E5CCE10C63}"/>
              </a:ext>
            </a:extLst>
          </p:cNvPr>
          <p:cNvGrpSpPr/>
          <p:nvPr/>
        </p:nvGrpSpPr>
        <p:grpSpPr>
          <a:xfrm>
            <a:off x="9118288" y="4208185"/>
            <a:ext cx="541800" cy="346320"/>
            <a:chOff x="9118288" y="4208185"/>
            <a:chExt cx="541800" cy="34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85" name="Encre 184">
                  <a:extLst>
                    <a:ext uri="{FF2B5EF4-FFF2-40B4-BE49-F238E27FC236}">
                      <a16:creationId xmlns:a16="http://schemas.microsoft.com/office/drawing/2014/main" id="{E44BDD27-7490-48D3-8D73-E86D03DFAE83}"/>
                    </a:ext>
                  </a:extLst>
                </p14:cNvPr>
                <p14:cNvContentPartPr/>
                <p14:nvPr/>
              </p14:nvContentPartPr>
              <p14:xfrm>
                <a:off x="9118288" y="4208185"/>
                <a:ext cx="227880" cy="334800"/>
              </p14:xfrm>
            </p:contentPart>
          </mc:Choice>
          <mc:Fallback xmlns="">
            <p:pic>
              <p:nvPicPr>
                <p:cNvPr id="185" name="Encre 184">
                  <a:extLst>
                    <a:ext uri="{FF2B5EF4-FFF2-40B4-BE49-F238E27FC236}">
                      <a16:creationId xmlns:a16="http://schemas.microsoft.com/office/drawing/2014/main" id="{E44BDD27-7490-48D3-8D73-E86D03DFAE8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109648" y="4199545"/>
                  <a:ext cx="24552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86" name="Encre 185">
                  <a:extLst>
                    <a:ext uri="{FF2B5EF4-FFF2-40B4-BE49-F238E27FC236}">
                      <a16:creationId xmlns:a16="http://schemas.microsoft.com/office/drawing/2014/main" id="{16A0C03F-5B51-4E81-89DD-FC97547FEB1B}"/>
                    </a:ext>
                  </a:extLst>
                </p14:cNvPr>
                <p14:cNvContentPartPr/>
                <p14:nvPr/>
              </p14:nvContentPartPr>
              <p14:xfrm>
                <a:off x="9533728" y="4468105"/>
                <a:ext cx="126360" cy="12600"/>
              </p14:xfrm>
            </p:contentPart>
          </mc:Choice>
          <mc:Fallback xmlns="">
            <p:pic>
              <p:nvPicPr>
                <p:cNvPr id="186" name="Encre 185">
                  <a:extLst>
                    <a:ext uri="{FF2B5EF4-FFF2-40B4-BE49-F238E27FC236}">
                      <a16:creationId xmlns:a16="http://schemas.microsoft.com/office/drawing/2014/main" id="{16A0C03F-5B51-4E81-89DD-FC97547FEB1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524728" y="4459465"/>
                  <a:ext cx="1440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87" name="Encre 186">
                  <a:extLst>
                    <a:ext uri="{FF2B5EF4-FFF2-40B4-BE49-F238E27FC236}">
                      <a16:creationId xmlns:a16="http://schemas.microsoft.com/office/drawing/2014/main" id="{7F418774-E660-4817-9643-DEF25EF8F74E}"/>
                    </a:ext>
                  </a:extLst>
                </p14:cNvPr>
                <p14:cNvContentPartPr/>
                <p14:nvPr/>
              </p14:nvContentPartPr>
              <p14:xfrm>
                <a:off x="9505288" y="4525345"/>
                <a:ext cx="147240" cy="29160"/>
              </p14:xfrm>
            </p:contentPart>
          </mc:Choice>
          <mc:Fallback xmlns="">
            <p:pic>
              <p:nvPicPr>
                <p:cNvPr id="187" name="Encre 186">
                  <a:extLst>
                    <a:ext uri="{FF2B5EF4-FFF2-40B4-BE49-F238E27FC236}">
                      <a16:creationId xmlns:a16="http://schemas.microsoft.com/office/drawing/2014/main" id="{7F418774-E660-4817-9643-DEF25EF8F74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496648" y="4516705"/>
                  <a:ext cx="164880" cy="4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1" name="Groupe 190">
            <a:extLst>
              <a:ext uri="{FF2B5EF4-FFF2-40B4-BE49-F238E27FC236}">
                <a16:creationId xmlns:a16="http://schemas.microsoft.com/office/drawing/2014/main" id="{B7E164DE-BAC3-4CC1-ABD4-6CDE98F5F0AD}"/>
              </a:ext>
            </a:extLst>
          </p:cNvPr>
          <p:cNvGrpSpPr/>
          <p:nvPr/>
        </p:nvGrpSpPr>
        <p:grpSpPr>
          <a:xfrm>
            <a:off x="9797248" y="4285945"/>
            <a:ext cx="358200" cy="340920"/>
            <a:chOff x="9797248" y="4285945"/>
            <a:chExt cx="358200" cy="34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89" name="Encre 188">
                  <a:extLst>
                    <a:ext uri="{FF2B5EF4-FFF2-40B4-BE49-F238E27FC236}">
                      <a16:creationId xmlns:a16="http://schemas.microsoft.com/office/drawing/2014/main" id="{981BA2F4-3892-4925-9D97-2E0642BED646}"/>
                    </a:ext>
                  </a:extLst>
                </p14:cNvPr>
                <p14:cNvContentPartPr/>
                <p14:nvPr/>
              </p14:nvContentPartPr>
              <p14:xfrm>
                <a:off x="9935848" y="4316905"/>
                <a:ext cx="47520" cy="214920"/>
              </p14:xfrm>
            </p:contentPart>
          </mc:Choice>
          <mc:Fallback xmlns="">
            <p:pic>
              <p:nvPicPr>
                <p:cNvPr id="189" name="Encre 188">
                  <a:extLst>
                    <a:ext uri="{FF2B5EF4-FFF2-40B4-BE49-F238E27FC236}">
                      <a16:creationId xmlns:a16="http://schemas.microsoft.com/office/drawing/2014/main" id="{981BA2F4-3892-4925-9D97-2E0642BED64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927208" y="4307905"/>
                  <a:ext cx="6516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90" name="Encre 189">
                  <a:extLst>
                    <a:ext uri="{FF2B5EF4-FFF2-40B4-BE49-F238E27FC236}">
                      <a16:creationId xmlns:a16="http://schemas.microsoft.com/office/drawing/2014/main" id="{2C1197B1-8854-4B67-BFD5-6D9656330AA8}"/>
                    </a:ext>
                  </a:extLst>
                </p14:cNvPr>
                <p14:cNvContentPartPr/>
                <p14:nvPr/>
              </p14:nvContentPartPr>
              <p14:xfrm>
                <a:off x="9797248" y="4285945"/>
                <a:ext cx="358200" cy="340920"/>
              </p14:xfrm>
            </p:contentPart>
          </mc:Choice>
          <mc:Fallback xmlns="">
            <p:pic>
              <p:nvPicPr>
                <p:cNvPr id="190" name="Encre 189">
                  <a:extLst>
                    <a:ext uri="{FF2B5EF4-FFF2-40B4-BE49-F238E27FC236}">
                      <a16:creationId xmlns:a16="http://schemas.microsoft.com/office/drawing/2014/main" id="{2C1197B1-8854-4B67-BFD5-6D9656330AA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788608" y="4277305"/>
                  <a:ext cx="375840" cy="358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245" name="Encre 244">
                <a:extLst>
                  <a:ext uri="{FF2B5EF4-FFF2-40B4-BE49-F238E27FC236}">
                    <a16:creationId xmlns:a16="http://schemas.microsoft.com/office/drawing/2014/main" id="{C879C4CE-EE14-4EA4-B6A2-4D0366BC77E1}"/>
                  </a:ext>
                </a:extLst>
              </p14:cNvPr>
              <p14:cNvContentPartPr/>
              <p14:nvPr/>
            </p14:nvContentPartPr>
            <p14:xfrm>
              <a:off x="10388728" y="4562425"/>
              <a:ext cx="1371600" cy="78840"/>
            </p14:xfrm>
          </p:contentPart>
        </mc:Choice>
        <mc:Fallback xmlns="">
          <p:pic>
            <p:nvPicPr>
              <p:cNvPr id="245" name="Encre 244">
                <a:extLst>
                  <a:ext uri="{FF2B5EF4-FFF2-40B4-BE49-F238E27FC236}">
                    <a16:creationId xmlns:a16="http://schemas.microsoft.com/office/drawing/2014/main" id="{C879C4CE-EE14-4EA4-B6A2-4D0366BC77E1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0380088" y="4553785"/>
                <a:ext cx="138924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246" name="Encre 245">
                <a:extLst>
                  <a:ext uri="{FF2B5EF4-FFF2-40B4-BE49-F238E27FC236}">
                    <a16:creationId xmlns:a16="http://schemas.microsoft.com/office/drawing/2014/main" id="{587544BC-D4E7-408B-9F98-6580F2B26BAE}"/>
                  </a:ext>
                </a:extLst>
              </p14:cNvPr>
              <p14:cNvContentPartPr/>
              <p14:nvPr/>
            </p14:nvContentPartPr>
            <p14:xfrm>
              <a:off x="10493128" y="4262185"/>
              <a:ext cx="309600" cy="168120"/>
            </p14:xfrm>
          </p:contentPart>
        </mc:Choice>
        <mc:Fallback xmlns="">
          <p:pic>
            <p:nvPicPr>
              <p:cNvPr id="246" name="Encre 245">
                <a:extLst>
                  <a:ext uri="{FF2B5EF4-FFF2-40B4-BE49-F238E27FC236}">
                    <a16:creationId xmlns:a16="http://schemas.microsoft.com/office/drawing/2014/main" id="{587544BC-D4E7-408B-9F98-6580F2B26BAE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0484488" y="4253185"/>
                <a:ext cx="32724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247" name="Encre 246">
                <a:extLst>
                  <a:ext uri="{FF2B5EF4-FFF2-40B4-BE49-F238E27FC236}">
                    <a16:creationId xmlns:a16="http://schemas.microsoft.com/office/drawing/2014/main" id="{C4B56E6F-E1EA-4E40-9717-6682F07925FF}"/>
                  </a:ext>
                </a:extLst>
              </p14:cNvPr>
              <p14:cNvContentPartPr/>
              <p14:nvPr/>
            </p14:nvContentPartPr>
            <p14:xfrm>
              <a:off x="10831888" y="4787425"/>
              <a:ext cx="333000" cy="186480"/>
            </p14:xfrm>
          </p:contentPart>
        </mc:Choice>
        <mc:Fallback xmlns="">
          <p:pic>
            <p:nvPicPr>
              <p:cNvPr id="247" name="Encre 246">
                <a:extLst>
                  <a:ext uri="{FF2B5EF4-FFF2-40B4-BE49-F238E27FC236}">
                    <a16:creationId xmlns:a16="http://schemas.microsoft.com/office/drawing/2014/main" id="{C4B56E6F-E1EA-4E40-9717-6682F07925FF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823248" y="4778785"/>
                <a:ext cx="35064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248" name="Encre 247">
                <a:extLst>
                  <a:ext uri="{FF2B5EF4-FFF2-40B4-BE49-F238E27FC236}">
                    <a16:creationId xmlns:a16="http://schemas.microsoft.com/office/drawing/2014/main" id="{659BC7A7-55EC-43A2-86CA-3B6B746912AC}"/>
                  </a:ext>
                </a:extLst>
              </p14:cNvPr>
              <p14:cNvContentPartPr/>
              <p14:nvPr/>
            </p14:nvContentPartPr>
            <p14:xfrm>
              <a:off x="11206648" y="4620745"/>
              <a:ext cx="121680" cy="173880"/>
            </p14:xfrm>
          </p:contentPart>
        </mc:Choice>
        <mc:Fallback xmlns="">
          <p:pic>
            <p:nvPicPr>
              <p:cNvPr id="248" name="Encre 247">
                <a:extLst>
                  <a:ext uri="{FF2B5EF4-FFF2-40B4-BE49-F238E27FC236}">
                    <a16:creationId xmlns:a16="http://schemas.microsoft.com/office/drawing/2014/main" id="{659BC7A7-55EC-43A2-86CA-3B6B746912AC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1198008" y="4612105"/>
                <a:ext cx="13932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249" name="Encre 248">
                <a:extLst>
                  <a:ext uri="{FF2B5EF4-FFF2-40B4-BE49-F238E27FC236}">
                    <a16:creationId xmlns:a16="http://schemas.microsoft.com/office/drawing/2014/main" id="{86EDF9E9-C204-4214-A0A4-486138765384}"/>
                  </a:ext>
                </a:extLst>
              </p14:cNvPr>
              <p14:cNvContentPartPr/>
              <p14:nvPr/>
            </p14:nvContentPartPr>
            <p14:xfrm>
              <a:off x="10696528" y="3971305"/>
              <a:ext cx="332280" cy="254520"/>
            </p14:xfrm>
          </p:contentPart>
        </mc:Choice>
        <mc:Fallback xmlns="">
          <p:pic>
            <p:nvPicPr>
              <p:cNvPr id="249" name="Encre 248">
                <a:extLst>
                  <a:ext uri="{FF2B5EF4-FFF2-40B4-BE49-F238E27FC236}">
                    <a16:creationId xmlns:a16="http://schemas.microsoft.com/office/drawing/2014/main" id="{86EDF9E9-C204-4214-A0A4-486138765384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0687888" y="3962305"/>
                <a:ext cx="349920" cy="2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250" name="Encre 249">
                <a:extLst>
                  <a:ext uri="{FF2B5EF4-FFF2-40B4-BE49-F238E27FC236}">
                    <a16:creationId xmlns:a16="http://schemas.microsoft.com/office/drawing/2014/main" id="{AF124922-7BA3-4719-B7AA-583F9DBAC5E7}"/>
                  </a:ext>
                </a:extLst>
              </p14:cNvPr>
              <p14:cNvContentPartPr/>
              <p14:nvPr/>
            </p14:nvContentPartPr>
            <p14:xfrm>
              <a:off x="10997848" y="3898225"/>
              <a:ext cx="186840" cy="341280"/>
            </p14:xfrm>
          </p:contentPart>
        </mc:Choice>
        <mc:Fallback xmlns="">
          <p:pic>
            <p:nvPicPr>
              <p:cNvPr id="250" name="Encre 249">
                <a:extLst>
                  <a:ext uri="{FF2B5EF4-FFF2-40B4-BE49-F238E27FC236}">
                    <a16:creationId xmlns:a16="http://schemas.microsoft.com/office/drawing/2014/main" id="{AF124922-7BA3-4719-B7AA-583F9DBAC5E7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0989208" y="3889225"/>
                <a:ext cx="204480" cy="358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54" name="Groupe 253">
            <a:extLst>
              <a:ext uri="{FF2B5EF4-FFF2-40B4-BE49-F238E27FC236}">
                <a16:creationId xmlns:a16="http://schemas.microsoft.com/office/drawing/2014/main" id="{D8E2D52F-76D5-4457-B8DD-8387F79C582F}"/>
              </a:ext>
            </a:extLst>
          </p:cNvPr>
          <p:cNvGrpSpPr/>
          <p:nvPr/>
        </p:nvGrpSpPr>
        <p:grpSpPr>
          <a:xfrm>
            <a:off x="11150488" y="3993625"/>
            <a:ext cx="757080" cy="470880"/>
            <a:chOff x="11150488" y="3993625"/>
            <a:chExt cx="757080" cy="47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251" name="Encre 250">
                  <a:extLst>
                    <a:ext uri="{FF2B5EF4-FFF2-40B4-BE49-F238E27FC236}">
                      <a16:creationId xmlns:a16="http://schemas.microsoft.com/office/drawing/2014/main" id="{0CC474E0-2238-4C26-BFE3-48D2425AA0CC}"/>
                    </a:ext>
                  </a:extLst>
                </p14:cNvPr>
                <p14:cNvContentPartPr/>
                <p14:nvPr/>
              </p14:nvContentPartPr>
              <p14:xfrm>
                <a:off x="11150488" y="4011985"/>
                <a:ext cx="118440" cy="194040"/>
              </p14:xfrm>
            </p:contentPart>
          </mc:Choice>
          <mc:Fallback xmlns="">
            <p:pic>
              <p:nvPicPr>
                <p:cNvPr id="251" name="Encre 250">
                  <a:extLst>
                    <a:ext uri="{FF2B5EF4-FFF2-40B4-BE49-F238E27FC236}">
                      <a16:creationId xmlns:a16="http://schemas.microsoft.com/office/drawing/2014/main" id="{0CC474E0-2238-4C26-BFE3-48D2425AA0C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1141488" y="4002985"/>
                  <a:ext cx="13608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252" name="Encre 251">
                  <a:extLst>
                    <a:ext uri="{FF2B5EF4-FFF2-40B4-BE49-F238E27FC236}">
                      <a16:creationId xmlns:a16="http://schemas.microsoft.com/office/drawing/2014/main" id="{1F709456-4243-48CD-BA65-D1ADFCE165AF}"/>
                    </a:ext>
                  </a:extLst>
                </p14:cNvPr>
                <p14:cNvContentPartPr/>
                <p14:nvPr/>
              </p14:nvContentPartPr>
              <p14:xfrm>
                <a:off x="11184328" y="4084345"/>
                <a:ext cx="537120" cy="302040"/>
              </p14:xfrm>
            </p:contentPart>
          </mc:Choice>
          <mc:Fallback xmlns="">
            <p:pic>
              <p:nvPicPr>
                <p:cNvPr id="252" name="Encre 251">
                  <a:extLst>
                    <a:ext uri="{FF2B5EF4-FFF2-40B4-BE49-F238E27FC236}">
                      <a16:creationId xmlns:a16="http://schemas.microsoft.com/office/drawing/2014/main" id="{1F709456-4243-48CD-BA65-D1ADFCE165A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1175688" y="4075345"/>
                  <a:ext cx="55476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253" name="Encre 252">
                  <a:extLst>
                    <a:ext uri="{FF2B5EF4-FFF2-40B4-BE49-F238E27FC236}">
                      <a16:creationId xmlns:a16="http://schemas.microsoft.com/office/drawing/2014/main" id="{03C4555D-03CA-46BE-92F1-EF173595CD20}"/>
                    </a:ext>
                  </a:extLst>
                </p14:cNvPr>
                <p14:cNvContentPartPr/>
                <p14:nvPr/>
              </p14:nvContentPartPr>
              <p14:xfrm>
                <a:off x="11749168" y="3993625"/>
                <a:ext cx="158400" cy="470880"/>
              </p14:xfrm>
            </p:contentPart>
          </mc:Choice>
          <mc:Fallback xmlns="">
            <p:pic>
              <p:nvPicPr>
                <p:cNvPr id="253" name="Encre 252">
                  <a:extLst>
                    <a:ext uri="{FF2B5EF4-FFF2-40B4-BE49-F238E27FC236}">
                      <a16:creationId xmlns:a16="http://schemas.microsoft.com/office/drawing/2014/main" id="{03C4555D-03CA-46BE-92F1-EF173595CD2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1740168" y="3984985"/>
                  <a:ext cx="176040" cy="488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255" name="Encre 254">
                <a:extLst>
                  <a:ext uri="{FF2B5EF4-FFF2-40B4-BE49-F238E27FC236}">
                    <a16:creationId xmlns:a16="http://schemas.microsoft.com/office/drawing/2014/main" id="{1398DF8F-EC01-4659-BCCB-9D7B4ADEE958}"/>
                  </a:ext>
                </a:extLst>
              </p14:cNvPr>
              <p14:cNvContentPartPr/>
              <p14:nvPr/>
            </p14:nvContentPartPr>
            <p14:xfrm>
              <a:off x="11878408" y="3685825"/>
              <a:ext cx="136440" cy="245520"/>
            </p14:xfrm>
          </p:contentPart>
        </mc:Choice>
        <mc:Fallback xmlns="">
          <p:pic>
            <p:nvPicPr>
              <p:cNvPr id="255" name="Encre 254">
                <a:extLst>
                  <a:ext uri="{FF2B5EF4-FFF2-40B4-BE49-F238E27FC236}">
                    <a16:creationId xmlns:a16="http://schemas.microsoft.com/office/drawing/2014/main" id="{1398DF8F-EC01-4659-BCCB-9D7B4ADEE958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1869408" y="3677185"/>
                <a:ext cx="154080" cy="26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63" name="Groupe 262">
            <a:extLst>
              <a:ext uri="{FF2B5EF4-FFF2-40B4-BE49-F238E27FC236}">
                <a16:creationId xmlns:a16="http://schemas.microsoft.com/office/drawing/2014/main" id="{F25AEEBF-B99B-45D1-A152-161CE31CED19}"/>
              </a:ext>
            </a:extLst>
          </p:cNvPr>
          <p:cNvGrpSpPr/>
          <p:nvPr/>
        </p:nvGrpSpPr>
        <p:grpSpPr>
          <a:xfrm>
            <a:off x="5461408" y="2822905"/>
            <a:ext cx="1012680" cy="442080"/>
            <a:chOff x="5461408" y="2822905"/>
            <a:chExt cx="1012680" cy="44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256" name="Encre 255">
                  <a:extLst>
                    <a:ext uri="{FF2B5EF4-FFF2-40B4-BE49-F238E27FC236}">
                      <a16:creationId xmlns:a16="http://schemas.microsoft.com/office/drawing/2014/main" id="{65FD6ADF-31CD-4B20-B4B2-DDE81865FEA6}"/>
                    </a:ext>
                  </a:extLst>
                </p14:cNvPr>
                <p14:cNvContentPartPr/>
                <p14:nvPr/>
              </p14:nvContentPartPr>
              <p14:xfrm>
                <a:off x="5461408" y="2822905"/>
                <a:ext cx="253440" cy="348840"/>
              </p14:xfrm>
            </p:contentPart>
          </mc:Choice>
          <mc:Fallback xmlns="">
            <p:pic>
              <p:nvPicPr>
                <p:cNvPr id="256" name="Encre 255">
                  <a:extLst>
                    <a:ext uri="{FF2B5EF4-FFF2-40B4-BE49-F238E27FC236}">
                      <a16:creationId xmlns:a16="http://schemas.microsoft.com/office/drawing/2014/main" id="{65FD6ADF-31CD-4B20-B4B2-DDE81865FEA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452768" y="2814265"/>
                  <a:ext cx="27108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257" name="Encre 256">
                  <a:extLst>
                    <a:ext uri="{FF2B5EF4-FFF2-40B4-BE49-F238E27FC236}">
                      <a16:creationId xmlns:a16="http://schemas.microsoft.com/office/drawing/2014/main" id="{07C01063-88C7-429C-9351-7543D928F54D}"/>
                    </a:ext>
                  </a:extLst>
                </p14:cNvPr>
                <p14:cNvContentPartPr/>
                <p14:nvPr/>
              </p14:nvContentPartPr>
              <p14:xfrm>
                <a:off x="5818168" y="3023065"/>
                <a:ext cx="204480" cy="239760"/>
              </p14:xfrm>
            </p:contentPart>
          </mc:Choice>
          <mc:Fallback xmlns="">
            <p:pic>
              <p:nvPicPr>
                <p:cNvPr id="257" name="Encre 256">
                  <a:extLst>
                    <a:ext uri="{FF2B5EF4-FFF2-40B4-BE49-F238E27FC236}">
                      <a16:creationId xmlns:a16="http://schemas.microsoft.com/office/drawing/2014/main" id="{07C01063-88C7-429C-9351-7543D928F54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809528" y="3014065"/>
                  <a:ext cx="2221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258" name="Encre 257">
                  <a:extLst>
                    <a:ext uri="{FF2B5EF4-FFF2-40B4-BE49-F238E27FC236}">
                      <a16:creationId xmlns:a16="http://schemas.microsoft.com/office/drawing/2014/main" id="{589A76E5-AD9C-4D2D-94AA-DE741D3AFBD3}"/>
                    </a:ext>
                  </a:extLst>
                </p14:cNvPr>
                <p14:cNvContentPartPr/>
                <p14:nvPr/>
              </p14:nvContentPartPr>
              <p14:xfrm>
                <a:off x="5993848" y="3141145"/>
                <a:ext cx="54360" cy="123840"/>
              </p14:xfrm>
            </p:contentPart>
          </mc:Choice>
          <mc:Fallback xmlns="">
            <p:pic>
              <p:nvPicPr>
                <p:cNvPr id="258" name="Encre 257">
                  <a:extLst>
                    <a:ext uri="{FF2B5EF4-FFF2-40B4-BE49-F238E27FC236}">
                      <a16:creationId xmlns:a16="http://schemas.microsoft.com/office/drawing/2014/main" id="{589A76E5-AD9C-4D2D-94AA-DE741D3AFBD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985208" y="3132145"/>
                  <a:ext cx="720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259" name="Encre 258">
                  <a:extLst>
                    <a:ext uri="{FF2B5EF4-FFF2-40B4-BE49-F238E27FC236}">
                      <a16:creationId xmlns:a16="http://schemas.microsoft.com/office/drawing/2014/main" id="{A79501D3-4AE2-4605-B2C3-1E8D21FCB5CA}"/>
                    </a:ext>
                  </a:extLst>
                </p14:cNvPr>
                <p14:cNvContentPartPr/>
                <p14:nvPr/>
              </p14:nvContentPartPr>
              <p14:xfrm>
                <a:off x="6032008" y="3054025"/>
                <a:ext cx="25560" cy="19440"/>
              </p14:xfrm>
            </p:contentPart>
          </mc:Choice>
          <mc:Fallback xmlns="">
            <p:pic>
              <p:nvPicPr>
                <p:cNvPr id="259" name="Encre 258">
                  <a:extLst>
                    <a:ext uri="{FF2B5EF4-FFF2-40B4-BE49-F238E27FC236}">
                      <a16:creationId xmlns:a16="http://schemas.microsoft.com/office/drawing/2014/main" id="{A79501D3-4AE2-4605-B2C3-1E8D21FCB5C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023008" y="3045025"/>
                  <a:ext cx="432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260" name="Encre 259">
                  <a:extLst>
                    <a:ext uri="{FF2B5EF4-FFF2-40B4-BE49-F238E27FC236}">
                      <a16:creationId xmlns:a16="http://schemas.microsoft.com/office/drawing/2014/main" id="{A036EC5B-A258-4F92-BE5A-FB47B0978CA1}"/>
                    </a:ext>
                  </a:extLst>
                </p14:cNvPr>
                <p14:cNvContentPartPr/>
                <p14:nvPr/>
              </p14:nvContentPartPr>
              <p14:xfrm>
                <a:off x="6066208" y="3088945"/>
                <a:ext cx="149400" cy="159480"/>
              </p14:xfrm>
            </p:contentPart>
          </mc:Choice>
          <mc:Fallback xmlns="">
            <p:pic>
              <p:nvPicPr>
                <p:cNvPr id="260" name="Encre 259">
                  <a:extLst>
                    <a:ext uri="{FF2B5EF4-FFF2-40B4-BE49-F238E27FC236}">
                      <a16:creationId xmlns:a16="http://schemas.microsoft.com/office/drawing/2014/main" id="{A036EC5B-A258-4F92-BE5A-FB47B0978CA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057208" y="3080305"/>
                  <a:ext cx="16704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261" name="Encre 260">
                  <a:extLst>
                    <a:ext uri="{FF2B5EF4-FFF2-40B4-BE49-F238E27FC236}">
                      <a16:creationId xmlns:a16="http://schemas.microsoft.com/office/drawing/2014/main" id="{2C98E704-3DEC-4BD4-BDAC-022C20368AE6}"/>
                    </a:ext>
                  </a:extLst>
                </p14:cNvPr>
                <p14:cNvContentPartPr/>
                <p14:nvPr/>
              </p14:nvContentPartPr>
              <p14:xfrm>
                <a:off x="6368608" y="3007945"/>
                <a:ext cx="101160" cy="5760"/>
              </p14:xfrm>
            </p:contentPart>
          </mc:Choice>
          <mc:Fallback xmlns="">
            <p:pic>
              <p:nvPicPr>
                <p:cNvPr id="261" name="Encre 260">
                  <a:extLst>
                    <a:ext uri="{FF2B5EF4-FFF2-40B4-BE49-F238E27FC236}">
                      <a16:creationId xmlns:a16="http://schemas.microsoft.com/office/drawing/2014/main" id="{2C98E704-3DEC-4BD4-BDAC-022C20368AE6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359968" y="2998945"/>
                  <a:ext cx="1188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262" name="Encre 261">
                  <a:extLst>
                    <a:ext uri="{FF2B5EF4-FFF2-40B4-BE49-F238E27FC236}">
                      <a16:creationId xmlns:a16="http://schemas.microsoft.com/office/drawing/2014/main" id="{16E1F269-5D50-454F-82F0-FAB8073DAA3E}"/>
                    </a:ext>
                  </a:extLst>
                </p14:cNvPr>
                <p14:cNvContentPartPr/>
                <p14:nvPr/>
              </p14:nvContentPartPr>
              <p14:xfrm>
                <a:off x="6363928" y="3042145"/>
                <a:ext cx="110160" cy="27720"/>
              </p14:xfrm>
            </p:contentPart>
          </mc:Choice>
          <mc:Fallback xmlns="">
            <p:pic>
              <p:nvPicPr>
                <p:cNvPr id="262" name="Encre 261">
                  <a:extLst>
                    <a:ext uri="{FF2B5EF4-FFF2-40B4-BE49-F238E27FC236}">
                      <a16:creationId xmlns:a16="http://schemas.microsoft.com/office/drawing/2014/main" id="{16E1F269-5D50-454F-82F0-FAB8073DAA3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354928" y="3033145"/>
                  <a:ext cx="127800" cy="4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4" name="Groupe 273">
            <a:extLst>
              <a:ext uri="{FF2B5EF4-FFF2-40B4-BE49-F238E27FC236}">
                <a16:creationId xmlns:a16="http://schemas.microsoft.com/office/drawing/2014/main" id="{5B44FEFF-16A5-4FFF-8870-8BDD350067A0}"/>
              </a:ext>
            </a:extLst>
          </p:cNvPr>
          <p:cNvGrpSpPr/>
          <p:nvPr/>
        </p:nvGrpSpPr>
        <p:grpSpPr>
          <a:xfrm>
            <a:off x="6735088" y="2870065"/>
            <a:ext cx="1265400" cy="429480"/>
            <a:chOff x="6735088" y="2870065"/>
            <a:chExt cx="1265400" cy="42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264" name="Encre 263">
                  <a:extLst>
                    <a:ext uri="{FF2B5EF4-FFF2-40B4-BE49-F238E27FC236}">
                      <a16:creationId xmlns:a16="http://schemas.microsoft.com/office/drawing/2014/main" id="{F4A52D1B-4CB4-4F6B-B0D5-B973DD2946F7}"/>
                    </a:ext>
                  </a:extLst>
                </p14:cNvPr>
                <p14:cNvContentPartPr/>
                <p14:nvPr/>
              </p14:nvContentPartPr>
              <p14:xfrm>
                <a:off x="6736528" y="2873665"/>
                <a:ext cx="153000" cy="315000"/>
              </p14:xfrm>
            </p:contentPart>
          </mc:Choice>
          <mc:Fallback xmlns="">
            <p:pic>
              <p:nvPicPr>
                <p:cNvPr id="264" name="Encre 263">
                  <a:extLst>
                    <a:ext uri="{FF2B5EF4-FFF2-40B4-BE49-F238E27FC236}">
                      <a16:creationId xmlns:a16="http://schemas.microsoft.com/office/drawing/2014/main" id="{F4A52D1B-4CB4-4F6B-B0D5-B973DD2946F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727888" y="2864665"/>
                  <a:ext cx="17064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265" name="Encre 264">
                  <a:extLst>
                    <a:ext uri="{FF2B5EF4-FFF2-40B4-BE49-F238E27FC236}">
                      <a16:creationId xmlns:a16="http://schemas.microsoft.com/office/drawing/2014/main" id="{18A26577-7AE3-486D-83C9-8FEF7D78F47F}"/>
                    </a:ext>
                  </a:extLst>
                </p14:cNvPr>
                <p14:cNvContentPartPr/>
                <p14:nvPr/>
              </p14:nvContentPartPr>
              <p14:xfrm>
                <a:off x="6735088" y="3092905"/>
                <a:ext cx="156960" cy="14040"/>
              </p14:xfrm>
            </p:contentPart>
          </mc:Choice>
          <mc:Fallback xmlns="">
            <p:pic>
              <p:nvPicPr>
                <p:cNvPr id="265" name="Encre 264">
                  <a:extLst>
                    <a:ext uri="{FF2B5EF4-FFF2-40B4-BE49-F238E27FC236}">
                      <a16:creationId xmlns:a16="http://schemas.microsoft.com/office/drawing/2014/main" id="{18A26577-7AE3-486D-83C9-8FEF7D78F47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726448" y="3084265"/>
                  <a:ext cx="1746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266" name="Encre 265">
                  <a:extLst>
                    <a:ext uri="{FF2B5EF4-FFF2-40B4-BE49-F238E27FC236}">
                      <a16:creationId xmlns:a16="http://schemas.microsoft.com/office/drawing/2014/main" id="{08CF40E2-3FCE-4505-B8A9-8094E23D7B68}"/>
                    </a:ext>
                  </a:extLst>
                </p14:cNvPr>
                <p14:cNvContentPartPr/>
                <p14:nvPr/>
              </p14:nvContentPartPr>
              <p14:xfrm>
                <a:off x="6959008" y="2923345"/>
                <a:ext cx="232560" cy="207360"/>
              </p14:xfrm>
            </p:contentPart>
          </mc:Choice>
          <mc:Fallback xmlns="">
            <p:pic>
              <p:nvPicPr>
                <p:cNvPr id="266" name="Encre 265">
                  <a:extLst>
                    <a:ext uri="{FF2B5EF4-FFF2-40B4-BE49-F238E27FC236}">
                      <a16:creationId xmlns:a16="http://schemas.microsoft.com/office/drawing/2014/main" id="{08CF40E2-3FCE-4505-B8A9-8094E23D7B6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950008" y="2914345"/>
                  <a:ext cx="2502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267" name="Encre 266">
                  <a:extLst>
                    <a:ext uri="{FF2B5EF4-FFF2-40B4-BE49-F238E27FC236}">
                      <a16:creationId xmlns:a16="http://schemas.microsoft.com/office/drawing/2014/main" id="{8A61BA37-8E45-4B47-AE39-96FA882EC5EA}"/>
                    </a:ext>
                  </a:extLst>
                </p14:cNvPr>
                <p14:cNvContentPartPr/>
                <p14:nvPr/>
              </p14:nvContentPartPr>
              <p14:xfrm>
                <a:off x="7158448" y="2873305"/>
                <a:ext cx="144360" cy="259560"/>
              </p14:xfrm>
            </p:contentPart>
          </mc:Choice>
          <mc:Fallback xmlns="">
            <p:pic>
              <p:nvPicPr>
                <p:cNvPr id="267" name="Encre 266">
                  <a:extLst>
                    <a:ext uri="{FF2B5EF4-FFF2-40B4-BE49-F238E27FC236}">
                      <a16:creationId xmlns:a16="http://schemas.microsoft.com/office/drawing/2014/main" id="{8A61BA37-8E45-4B47-AE39-96FA882EC5E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149448" y="2864665"/>
                  <a:ext cx="16200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268" name="Encre 267">
                  <a:extLst>
                    <a:ext uri="{FF2B5EF4-FFF2-40B4-BE49-F238E27FC236}">
                      <a16:creationId xmlns:a16="http://schemas.microsoft.com/office/drawing/2014/main" id="{3CA71318-6D02-4E1E-B311-263F9738AB8C}"/>
                    </a:ext>
                  </a:extLst>
                </p14:cNvPr>
                <p14:cNvContentPartPr/>
                <p14:nvPr/>
              </p14:nvContentPartPr>
              <p14:xfrm>
                <a:off x="7311088" y="2870065"/>
                <a:ext cx="173880" cy="251280"/>
              </p14:xfrm>
            </p:contentPart>
          </mc:Choice>
          <mc:Fallback xmlns="">
            <p:pic>
              <p:nvPicPr>
                <p:cNvPr id="268" name="Encre 267">
                  <a:extLst>
                    <a:ext uri="{FF2B5EF4-FFF2-40B4-BE49-F238E27FC236}">
                      <a16:creationId xmlns:a16="http://schemas.microsoft.com/office/drawing/2014/main" id="{3CA71318-6D02-4E1E-B311-263F9738AB8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302448" y="2861065"/>
                  <a:ext cx="19152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269" name="Encre 268">
                  <a:extLst>
                    <a:ext uri="{FF2B5EF4-FFF2-40B4-BE49-F238E27FC236}">
                      <a16:creationId xmlns:a16="http://schemas.microsoft.com/office/drawing/2014/main" id="{09DBBF20-DB2B-47F3-BF7F-BEF33CE838DF}"/>
                    </a:ext>
                  </a:extLst>
                </p14:cNvPr>
                <p14:cNvContentPartPr/>
                <p14:nvPr/>
              </p14:nvContentPartPr>
              <p14:xfrm>
                <a:off x="7432408" y="3091105"/>
                <a:ext cx="147960" cy="176760"/>
              </p14:xfrm>
            </p:contentPart>
          </mc:Choice>
          <mc:Fallback xmlns="">
            <p:pic>
              <p:nvPicPr>
                <p:cNvPr id="269" name="Encre 268">
                  <a:extLst>
                    <a:ext uri="{FF2B5EF4-FFF2-40B4-BE49-F238E27FC236}">
                      <a16:creationId xmlns:a16="http://schemas.microsoft.com/office/drawing/2014/main" id="{09DBBF20-DB2B-47F3-BF7F-BEF33CE838D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423768" y="3082465"/>
                  <a:ext cx="16560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270" name="Encre 269">
                  <a:extLst>
                    <a:ext uri="{FF2B5EF4-FFF2-40B4-BE49-F238E27FC236}">
                      <a16:creationId xmlns:a16="http://schemas.microsoft.com/office/drawing/2014/main" id="{0D9965E5-C8B2-4A75-B586-1AD841957444}"/>
                    </a:ext>
                  </a:extLst>
                </p14:cNvPr>
                <p14:cNvContentPartPr/>
                <p14:nvPr/>
              </p14:nvContentPartPr>
              <p14:xfrm>
                <a:off x="7622128" y="3110545"/>
                <a:ext cx="125640" cy="174960"/>
              </p14:xfrm>
            </p:contentPart>
          </mc:Choice>
          <mc:Fallback xmlns="">
            <p:pic>
              <p:nvPicPr>
                <p:cNvPr id="270" name="Encre 269">
                  <a:extLst>
                    <a:ext uri="{FF2B5EF4-FFF2-40B4-BE49-F238E27FC236}">
                      <a16:creationId xmlns:a16="http://schemas.microsoft.com/office/drawing/2014/main" id="{0D9965E5-C8B2-4A75-B586-1AD84195744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613488" y="3101545"/>
                  <a:ext cx="1432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271" name="Encre 270">
                  <a:extLst>
                    <a:ext uri="{FF2B5EF4-FFF2-40B4-BE49-F238E27FC236}">
                      <a16:creationId xmlns:a16="http://schemas.microsoft.com/office/drawing/2014/main" id="{B0CD0061-E600-417C-80B0-E8D6226470E3}"/>
                    </a:ext>
                  </a:extLst>
                </p14:cNvPr>
                <p14:cNvContentPartPr/>
                <p14:nvPr/>
              </p14:nvContentPartPr>
              <p14:xfrm>
                <a:off x="7597648" y="3151585"/>
                <a:ext cx="333000" cy="147960"/>
              </p14:xfrm>
            </p:contentPart>
          </mc:Choice>
          <mc:Fallback xmlns="">
            <p:pic>
              <p:nvPicPr>
                <p:cNvPr id="271" name="Encre 270">
                  <a:extLst>
                    <a:ext uri="{FF2B5EF4-FFF2-40B4-BE49-F238E27FC236}">
                      <a16:creationId xmlns:a16="http://schemas.microsoft.com/office/drawing/2014/main" id="{B0CD0061-E600-417C-80B0-E8D6226470E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589008" y="3142945"/>
                  <a:ext cx="35064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272" name="Encre 271">
                  <a:extLst>
                    <a:ext uri="{FF2B5EF4-FFF2-40B4-BE49-F238E27FC236}">
                      <a16:creationId xmlns:a16="http://schemas.microsoft.com/office/drawing/2014/main" id="{43A5A266-AC41-4AC1-A062-1BE1B82687CA}"/>
                    </a:ext>
                  </a:extLst>
                </p14:cNvPr>
                <p14:cNvContentPartPr/>
                <p14:nvPr/>
              </p14:nvContentPartPr>
              <p14:xfrm>
                <a:off x="7809328" y="3139345"/>
                <a:ext cx="191160" cy="144720"/>
              </p14:xfrm>
            </p:contentPart>
          </mc:Choice>
          <mc:Fallback xmlns="">
            <p:pic>
              <p:nvPicPr>
                <p:cNvPr id="272" name="Encre 271">
                  <a:extLst>
                    <a:ext uri="{FF2B5EF4-FFF2-40B4-BE49-F238E27FC236}">
                      <a16:creationId xmlns:a16="http://schemas.microsoft.com/office/drawing/2014/main" id="{43A5A266-AC41-4AC1-A062-1BE1B82687C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800688" y="3130705"/>
                  <a:ext cx="2088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273" name="Encre 272">
                  <a:extLst>
                    <a:ext uri="{FF2B5EF4-FFF2-40B4-BE49-F238E27FC236}">
                      <a16:creationId xmlns:a16="http://schemas.microsoft.com/office/drawing/2014/main" id="{B0DA3FC8-30B3-46A7-996D-8D926D08938C}"/>
                    </a:ext>
                  </a:extLst>
                </p14:cNvPr>
                <p14:cNvContentPartPr/>
                <p14:nvPr/>
              </p14:nvContentPartPr>
              <p14:xfrm>
                <a:off x="7984288" y="3069145"/>
                <a:ext cx="2880" cy="7560"/>
              </p14:xfrm>
            </p:contentPart>
          </mc:Choice>
          <mc:Fallback xmlns="">
            <p:pic>
              <p:nvPicPr>
                <p:cNvPr id="273" name="Encre 272">
                  <a:extLst>
                    <a:ext uri="{FF2B5EF4-FFF2-40B4-BE49-F238E27FC236}">
                      <a16:creationId xmlns:a16="http://schemas.microsoft.com/office/drawing/2014/main" id="{B0DA3FC8-30B3-46A7-996D-8D926D08938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975288" y="3060145"/>
                  <a:ext cx="20520" cy="2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9" name="Groupe 278">
            <a:extLst>
              <a:ext uri="{FF2B5EF4-FFF2-40B4-BE49-F238E27FC236}">
                <a16:creationId xmlns:a16="http://schemas.microsoft.com/office/drawing/2014/main" id="{10034319-5F32-4B9B-856C-B82D3F9E111B}"/>
              </a:ext>
            </a:extLst>
          </p:cNvPr>
          <p:cNvGrpSpPr/>
          <p:nvPr/>
        </p:nvGrpSpPr>
        <p:grpSpPr>
          <a:xfrm>
            <a:off x="8248888" y="2956465"/>
            <a:ext cx="1160280" cy="162360"/>
            <a:chOff x="8248888" y="2956465"/>
            <a:chExt cx="1160280" cy="16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275" name="Encre 274">
                  <a:extLst>
                    <a:ext uri="{FF2B5EF4-FFF2-40B4-BE49-F238E27FC236}">
                      <a16:creationId xmlns:a16="http://schemas.microsoft.com/office/drawing/2014/main" id="{642947A2-95F3-4EFC-B941-14EDFE472722}"/>
                    </a:ext>
                  </a:extLst>
                </p14:cNvPr>
                <p14:cNvContentPartPr/>
                <p14:nvPr/>
              </p14:nvContentPartPr>
              <p14:xfrm>
                <a:off x="8265448" y="2956465"/>
                <a:ext cx="69120" cy="146160"/>
              </p14:xfrm>
            </p:contentPart>
          </mc:Choice>
          <mc:Fallback xmlns="">
            <p:pic>
              <p:nvPicPr>
                <p:cNvPr id="275" name="Encre 274">
                  <a:extLst>
                    <a:ext uri="{FF2B5EF4-FFF2-40B4-BE49-F238E27FC236}">
                      <a16:creationId xmlns:a16="http://schemas.microsoft.com/office/drawing/2014/main" id="{642947A2-95F3-4EFC-B941-14EDFE47272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256808" y="2947825"/>
                  <a:ext cx="867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276" name="Encre 275">
                  <a:extLst>
                    <a:ext uri="{FF2B5EF4-FFF2-40B4-BE49-F238E27FC236}">
                      <a16:creationId xmlns:a16="http://schemas.microsoft.com/office/drawing/2014/main" id="{AD7873C7-09F6-4036-8FA4-F8A6F6A6B4A0}"/>
                    </a:ext>
                  </a:extLst>
                </p14:cNvPr>
                <p14:cNvContentPartPr/>
                <p14:nvPr/>
              </p14:nvContentPartPr>
              <p14:xfrm>
                <a:off x="8248888" y="3004345"/>
                <a:ext cx="167040" cy="114480"/>
              </p14:xfrm>
            </p:contentPart>
          </mc:Choice>
          <mc:Fallback xmlns="">
            <p:pic>
              <p:nvPicPr>
                <p:cNvPr id="276" name="Encre 275">
                  <a:extLst>
                    <a:ext uri="{FF2B5EF4-FFF2-40B4-BE49-F238E27FC236}">
                      <a16:creationId xmlns:a16="http://schemas.microsoft.com/office/drawing/2014/main" id="{AD7873C7-09F6-4036-8FA4-F8A6F6A6B4A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240248" y="2995345"/>
                  <a:ext cx="1846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278" name="Encre 277">
                  <a:extLst>
                    <a:ext uri="{FF2B5EF4-FFF2-40B4-BE49-F238E27FC236}">
                      <a16:creationId xmlns:a16="http://schemas.microsoft.com/office/drawing/2014/main" id="{D8BCA8BA-E333-44E6-A95B-1E8A19D81F39}"/>
                    </a:ext>
                  </a:extLst>
                </p14:cNvPr>
                <p14:cNvContentPartPr/>
                <p14:nvPr/>
              </p14:nvContentPartPr>
              <p14:xfrm>
                <a:off x="8565688" y="2982025"/>
                <a:ext cx="843480" cy="125640"/>
              </p14:xfrm>
            </p:contentPart>
          </mc:Choice>
          <mc:Fallback xmlns="">
            <p:pic>
              <p:nvPicPr>
                <p:cNvPr id="278" name="Encre 277">
                  <a:extLst>
                    <a:ext uri="{FF2B5EF4-FFF2-40B4-BE49-F238E27FC236}">
                      <a16:creationId xmlns:a16="http://schemas.microsoft.com/office/drawing/2014/main" id="{D8BCA8BA-E333-44E6-A95B-1E8A19D81F3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556688" y="2973025"/>
                  <a:ext cx="861120" cy="14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" name="Groupe 286">
            <a:extLst>
              <a:ext uri="{FF2B5EF4-FFF2-40B4-BE49-F238E27FC236}">
                <a16:creationId xmlns:a16="http://schemas.microsoft.com/office/drawing/2014/main" id="{A6DA3F16-9A75-431F-93D1-0BE9544BC4F0}"/>
              </a:ext>
            </a:extLst>
          </p:cNvPr>
          <p:cNvGrpSpPr/>
          <p:nvPr/>
        </p:nvGrpSpPr>
        <p:grpSpPr>
          <a:xfrm>
            <a:off x="8471728" y="3307465"/>
            <a:ext cx="800640" cy="338400"/>
            <a:chOff x="8471728" y="3307465"/>
            <a:chExt cx="800640" cy="33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281" name="Encre 280">
                  <a:extLst>
                    <a:ext uri="{FF2B5EF4-FFF2-40B4-BE49-F238E27FC236}">
                      <a16:creationId xmlns:a16="http://schemas.microsoft.com/office/drawing/2014/main" id="{62E9E417-FA30-4BC2-90DA-EBC94AFA704A}"/>
                    </a:ext>
                  </a:extLst>
                </p14:cNvPr>
                <p14:cNvContentPartPr/>
                <p14:nvPr/>
              </p14:nvContentPartPr>
              <p14:xfrm>
                <a:off x="8471728" y="3307465"/>
                <a:ext cx="198000" cy="327600"/>
              </p14:xfrm>
            </p:contentPart>
          </mc:Choice>
          <mc:Fallback xmlns="">
            <p:pic>
              <p:nvPicPr>
                <p:cNvPr id="281" name="Encre 280">
                  <a:extLst>
                    <a:ext uri="{FF2B5EF4-FFF2-40B4-BE49-F238E27FC236}">
                      <a16:creationId xmlns:a16="http://schemas.microsoft.com/office/drawing/2014/main" id="{62E9E417-FA30-4BC2-90DA-EBC94AFA704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462728" y="3298825"/>
                  <a:ext cx="21564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282" name="Encre 281">
                  <a:extLst>
                    <a:ext uri="{FF2B5EF4-FFF2-40B4-BE49-F238E27FC236}">
                      <a16:creationId xmlns:a16="http://schemas.microsoft.com/office/drawing/2014/main" id="{206104E8-521A-4396-9414-D4AF33BA033A}"/>
                    </a:ext>
                  </a:extLst>
                </p14:cNvPr>
                <p14:cNvContentPartPr/>
                <p14:nvPr/>
              </p14:nvContentPartPr>
              <p14:xfrm>
                <a:off x="8712568" y="3457225"/>
                <a:ext cx="181080" cy="158760"/>
              </p14:xfrm>
            </p:contentPart>
          </mc:Choice>
          <mc:Fallback xmlns="">
            <p:pic>
              <p:nvPicPr>
                <p:cNvPr id="282" name="Encre 281">
                  <a:extLst>
                    <a:ext uri="{FF2B5EF4-FFF2-40B4-BE49-F238E27FC236}">
                      <a16:creationId xmlns:a16="http://schemas.microsoft.com/office/drawing/2014/main" id="{206104E8-521A-4396-9414-D4AF33BA033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703928" y="3448585"/>
                  <a:ext cx="1987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283" name="Encre 282">
                  <a:extLst>
                    <a:ext uri="{FF2B5EF4-FFF2-40B4-BE49-F238E27FC236}">
                      <a16:creationId xmlns:a16="http://schemas.microsoft.com/office/drawing/2014/main" id="{B825BED1-14ED-40A6-ACC4-3205EF34D9D4}"/>
                    </a:ext>
                  </a:extLst>
                </p14:cNvPr>
                <p14:cNvContentPartPr/>
                <p14:nvPr/>
              </p14:nvContentPartPr>
              <p14:xfrm>
                <a:off x="8941168" y="3432385"/>
                <a:ext cx="124200" cy="213480"/>
              </p14:xfrm>
            </p:contentPart>
          </mc:Choice>
          <mc:Fallback xmlns="">
            <p:pic>
              <p:nvPicPr>
                <p:cNvPr id="283" name="Encre 282">
                  <a:extLst>
                    <a:ext uri="{FF2B5EF4-FFF2-40B4-BE49-F238E27FC236}">
                      <a16:creationId xmlns:a16="http://schemas.microsoft.com/office/drawing/2014/main" id="{B825BED1-14ED-40A6-ACC4-3205EF34D9D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932528" y="3423745"/>
                  <a:ext cx="14184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284" name="Encre 283">
                  <a:extLst>
                    <a:ext uri="{FF2B5EF4-FFF2-40B4-BE49-F238E27FC236}">
                      <a16:creationId xmlns:a16="http://schemas.microsoft.com/office/drawing/2014/main" id="{3D60E4E9-BF2B-43A2-8245-DBBE00909DEF}"/>
                    </a:ext>
                  </a:extLst>
                </p14:cNvPr>
                <p14:cNvContentPartPr/>
                <p14:nvPr/>
              </p14:nvContentPartPr>
              <p14:xfrm>
                <a:off x="8854048" y="3568825"/>
                <a:ext cx="163080" cy="8640"/>
              </p14:xfrm>
            </p:contentPart>
          </mc:Choice>
          <mc:Fallback xmlns="">
            <p:pic>
              <p:nvPicPr>
                <p:cNvPr id="284" name="Encre 283">
                  <a:extLst>
                    <a:ext uri="{FF2B5EF4-FFF2-40B4-BE49-F238E27FC236}">
                      <a16:creationId xmlns:a16="http://schemas.microsoft.com/office/drawing/2014/main" id="{3D60E4E9-BF2B-43A2-8245-DBBE00909DE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845408" y="3560185"/>
                  <a:ext cx="1807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285" name="Encre 284">
                  <a:extLst>
                    <a:ext uri="{FF2B5EF4-FFF2-40B4-BE49-F238E27FC236}">
                      <a16:creationId xmlns:a16="http://schemas.microsoft.com/office/drawing/2014/main" id="{EA349F0C-8DFD-4D0F-8B13-A7BE266F1C7C}"/>
                    </a:ext>
                  </a:extLst>
                </p14:cNvPr>
                <p14:cNvContentPartPr/>
                <p14:nvPr/>
              </p14:nvContentPartPr>
              <p14:xfrm>
                <a:off x="9050968" y="3497905"/>
                <a:ext cx="141480" cy="144360"/>
              </p14:xfrm>
            </p:contentPart>
          </mc:Choice>
          <mc:Fallback xmlns="">
            <p:pic>
              <p:nvPicPr>
                <p:cNvPr id="285" name="Encre 284">
                  <a:extLst>
                    <a:ext uri="{FF2B5EF4-FFF2-40B4-BE49-F238E27FC236}">
                      <a16:creationId xmlns:a16="http://schemas.microsoft.com/office/drawing/2014/main" id="{EA349F0C-8DFD-4D0F-8B13-A7BE266F1C7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042328" y="3489265"/>
                  <a:ext cx="15912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286" name="Encre 285">
                  <a:extLst>
                    <a:ext uri="{FF2B5EF4-FFF2-40B4-BE49-F238E27FC236}">
                      <a16:creationId xmlns:a16="http://schemas.microsoft.com/office/drawing/2014/main" id="{BD181A28-D1FE-4D5A-AAD4-E1D530111B9B}"/>
                    </a:ext>
                  </a:extLst>
                </p14:cNvPr>
                <p14:cNvContentPartPr/>
                <p14:nvPr/>
              </p14:nvContentPartPr>
              <p14:xfrm>
                <a:off x="9204328" y="3395305"/>
                <a:ext cx="68040" cy="225360"/>
              </p14:xfrm>
            </p:contentPart>
          </mc:Choice>
          <mc:Fallback xmlns="">
            <p:pic>
              <p:nvPicPr>
                <p:cNvPr id="286" name="Encre 285">
                  <a:extLst>
                    <a:ext uri="{FF2B5EF4-FFF2-40B4-BE49-F238E27FC236}">
                      <a16:creationId xmlns:a16="http://schemas.microsoft.com/office/drawing/2014/main" id="{BD181A28-D1FE-4D5A-AAD4-E1D530111B9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195328" y="3386665"/>
                  <a:ext cx="85680" cy="24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3" name="Groupe 292">
            <a:extLst>
              <a:ext uri="{FF2B5EF4-FFF2-40B4-BE49-F238E27FC236}">
                <a16:creationId xmlns:a16="http://schemas.microsoft.com/office/drawing/2014/main" id="{12BAB783-4AC3-456B-A579-DC17A421A375}"/>
              </a:ext>
            </a:extLst>
          </p:cNvPr>
          <p:cNvGrpSpPr/>
          <p:nvPr/>
        </p:nvGrpSpPr>
        <p:grpSpPr>
          <a:xfrm>
            <a:off x="8472808" y="2586025"/>
            <a:ext cx="681120" cy="366840"/>
            <a:chOff x="8472808" y="2586025"/>
            <a:chExt cx="681120" cy="36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288" name="Encre 287">
                  <a:extLst>
                    <a:ext uri="{FF2B5EF4-FFF2-40B4-BE49-F238E27FC236}">
                      <a16:creationId xmlns:a16="http://schemas.microsoft.com/office/drawing/2014/main" id="{99CC71E9-A1C3-4AD6-BB1A-18924D6F2B25}"/>
                    </a:ext>
                  </a:extLst>
                </p14:cNvPr>
                <p14:cNvContentPartPr/>
                <p14:nvPr/>
              </p14:nvContentPartPr>
              <p14:xfrm>
                <a:off x="8472808" y="2586025"/>
                <a:ext cx="264600" cy="366840"/>
              </p14:xfrm>
            </p:contentPart>
          </mc:Choice>
          <mc:Fallback xmlns="">
            <p:pic>
              <p:nvPicPr>
                <p:cNvPr id="288" name="Encre 287">
                  <a:extLst>
                    <a:ext uri="{FF2B5EF4-FFF2-40B4-BE49-F238E27FC236}">
                      <a16:creationId xmlns:a16="http://schemas.microsoft.com/office/drawing/2014/main" id="{99CC71E9-A1C3-4AD6-BB1A-18924D6F2B25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463808" y="2577385"/>
                  <a:ext cx="28224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289" name="Encre 288">
                  <a:extLst>
                    <a:ext uri="{FF2B5EF4-FFF2-40B4-BE49-F238E27FC236}">
                      <a16:creationId xmlns:a16="http://schemas.microsoft.com/office/drawing/2014/main" id="{BF3D688B-7F2E-4A40-A6AC-A0D64A411A8A}"/>
                    </a:ext>
                  </a:extLst>
                </p14:cNvPr>
                <p14:cNvContentPartPr/>
                <p14:nvPr/>
              </p14:nvContentPartPr>
              <p14:xfrm>
                <a:off x="8779168" y="2775745"/>
                <a:ext cx="136440" cy="136800"/>
              </p14:xfrm>
            </p:contentPart>
          </mc:Choice>
          <mc:Fallback xmlns="">
            <p:pic>
              <p:nvPicPr>
                <p:cNvPr id="289" name="Encre 288">
                  <a:extLst>
                    <a:ext uri="{FF2B5EF4-FFF2-40B4-BE49-F238E27FC236}">
                      <a16:creationId xmlns:a16="http://schemas.microsoft.com/office/drawing/2014/main" id="{BF3D688B-7F2E-4A40-A6AC-A0D64A411A8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770168" y="2767105"/>
                  <a:ext cx="15408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290" name="Encre 289">
                  <a:extLst>
                    <a:ext uri="{FF2B5EF4-FFF2-40B4-BE49-F238E27FC236}">
                      <a16:creationId xmlns:a16="http://schemas.microsoft.com/office/drawing/2014/main" id="{EFE85021-A698-4097-AFC2-0CFC6EE7B936}"/>
                    </a:ext>
                  </a:extLst>
                </p14:cNvPr>
                <p14:cNvContentPartPr/>
                <p14:nvPr/>
              </p14:nvContentPartPr>
              <p14:xfrm>
                <a:off x="8918128" y="2799145"/>
                <a:ext cx="105480" cy="116640"/>
              </p14:xfrm>
            </p:contentPart>
          </mc:Choice>
          <mc:Fallback xmlns="">
            <p:pic>
              <p:nvPicPr>
                <p:cNvPr id="290" name="Encre 289">
                  <a:extLst>
                    <a:ext uri="{FF2B5EF4-FFF2-40B4-BE49-F238E27FC236}">
                      <a16:creationId xmlns:a16="http://schemas.microsoft.com/office/drawing/2014/main" id="{EFE85021-A698-4097-AFC2-0CFC6EE7B936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909128" y="2790505"/>
                  <a:ext cx="1231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291" name="Encre 290">
                  <a:extLst>
                    <a:ext uri="{FF2B5EF4-FFF2-40B4-BE49-F238E27FC236}">
                      <a16:creationId xmlns:a16="http://schemas.microsoft.com/office/drawing/2014/main" id="{33735B61-D9E2-4B24-86A7-DCCF7328A028}"/>
                    </a:ext>
                  </a:extLst>
                </p14:cNvPr>
                <p14:cNvContentPartPr/>
                <p14:nvPr/>
              </p14:nvContentPartPr>
              <p14:xfrm>
                <a:off x="9132688" y="2778985"/>
                <a:ext cx="21240" cy="140040"/>
              </p14:xfrm>
            </p:contentPart>
          </mc:Choice>
          <mc:Fallback xmlns="">
            <p:pic>
              <p:nvPicPr>
                <p:cNvPr id="291" name="Encre 290">
                  <a:extLst>
                    <a:ext uri="{FF2B5EF4-FFF2-40B4-BE49-F238E27FC236}">
                      <a16:creationId xmlns:a16="http://schemas.microsoft.com/office/drawing/2014/main" id="{33735B61-D9E2-4B24-86A7-DCCF7328A02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124048" y="2770345"/>
                  <a:ext cx="3888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292" name="Encre 291">
                  <a:extLst>
                    <a:ext uri="{FF2B5EF4-FFF2-40B4-BE49-F238E27FC236}">
                      <a16:creationId xmlns:a16="http://schemas.microsoft.com/office/drawing/2014/main" id="{DC005441-E584-41AE-8D55-699592A187FE}"/>
                    </a:ext>
                  </a:extLst>
                </p14:cNvPr>
                <p14:cNvContentPartPr/>
                <p14:nvPr/>
              </p14:nvContentPartPr>
              <p14:xfrm>
                <a:off x="8985088" y="2777905"/>
                <a:ext cx="152280" cy="28440"/>
              </p14:xfrm>
            </p:contentPart>
          </mc:Choice>
          <mc:Fallback xmlns="">
            <p:pic>
              <p:nvPicPr>
                <p:cNvPr id="292" name="Encre 291">
                  <a:extLst>
                    <a:ext uri="{FF2B5EF4-FFF2-40B4-BE49-F238E27FC236}">
                      <a16:creationId xmlns:a16="http://schemas.microsoft.com/office/drawing/2014/main" id="{DC005441-E584-41AE-8D55-699592A187FE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976448" y="2769265"/>
                  <a:ext cx="169920" cy="4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6" name="Groupe 295">
            <a:extLst>
              <a:ext uri="{FF2B5EF4-FFF2-40B4-BE49-F238E27FC236}">
                <a16:creationId xmlns:a16="http://schemas.microsoft.com/office/drawing/2014/main" id="{85C6CBE8-1963-424F-BCAC-961CFD3E0ABA}"/>
              </a:ext>
            </a:extLst>
          </p:cNvPr>
          <p:cNvGrpSpPr/>
          <p:nvPr/>
        </p:nvGrpSpPr>
        <p:grpSpPr>
          <a:xfrm>
            <a:off x="9778528" y="3015505"/>
            <a:ext cx="141840" cy="99360"/>
            <a:chOff x="9778528" y="3015505"/>
            <a:chExt cx="141840" cy="9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294" name="Encre 293">
                  <a:extLst>
                    <a:ext uri="{FF2B5EF4-FFF2-40B4-BE49-F238E27FC236}">
                      <a16:creationId xmlns:a16="http://schemas.microsoft.com/office/drawing/2014/main" id="{97058D2C-0EA8-491D-8B33-632E50A61937}"/>
                    </a:ext>
                  </a:extLst>
                </p14:cNvPr>
                <p14:cNvContentPartPr/>
                <p14:nvPr/>
              </p14:nvContentPartPr>
              <p14:xfrm>
                <a:off x="9790408" y="3015505"/>
                <a:ext cx="96480" cy="98280"/>
              </p14:xfrm>
            </p:contentPart>
          </mc:Choice>
          <mc:Fallback xmlns="">
            <p:pic>
              <p:nvPicPr>
                <p:cNvPr id="294" name="Encre 293">
                  <a:extLst>
                    <a:ext uri="{FF2B5EF4-FFF2-40B4-BE49-F238E27FC236}">
                      <a16:creationId xmlns:a16="http://schemas.microsoft.com/office/drawing/2014/main" id="{97058D2C-0EA8-491D-8B33-632E50A6193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781768" y="3006505"/>
                  <a:ext cx="1141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295" name="Encre 294">
                  <a:extLst>
                    <a:ext uri="{FF2B5EF4-FFF2-40B4-BE49-F238E27FC236}">
                      <a16:creationId xmlns:a16="http://schemas.microsoft.com/office/drawing/2014/main" id="{2293CF2E-37AE-4B6A-A83D-375ACEDD81FD}"/>
                    </a:ext>
                  </a:extLst>
                </p14:cNvPr>
                <p14:cNvContentPartPr/>
                <p14:nvPr/>
              </p14:nvContentPartPr>
              <p14:xfrm>
                <a:off x="9778528" y="3032065"/>
                <a:ext cx="141840" cy="82800"/>
              </p14:xfrm>
            </p:contentPart>
          </mc:Choice>
          <mc:Fallback xmlns="">
            <p:pic>
              <p:nvPicPr>
                <p:cNvPr id="295" name="Encre 294">
                  <a:extLst>
                    <a:ext uri="{FF2B5EF4-FFF2-40B4-BE49-F238E27FC236}">
                      <a16:creationId xmlns:a16="http://schemas.microsoft.com/office/drawing/2014/main" id="{2293CF2E-37AE-4B6A-A83D-375ACEDD81F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769528" y="3023425"/>
                  <a:ext cx="159480" cy="100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297" name="Encre 296">
                <a:extLst>
                  <a:ext uri="{FF2B5EF4-FFF2-40B4-BE49-F238E27FC236}">
                    <a16:creationId xmlns:a16="http://schemas.microsoft.com/office/drawing/2014/main" id="{E8FEF8A0-667C-4C07-AA58-BFCC4A2423F0}"/>
                  </a:ext>
                </a:extLst>
              </p14:cNvPr>
              <p14:cNvContentPartPr/>
              <p14:nvPr/>
            </p14:nvContentPartPr>
            <p14:xfrm>
              <a:off x="10216648" y="2959345"/>
              <a:ext cx="1533600" cy="141840"/>
            </p14:xfrm>
          </p:contentPart>
        </mc:Choice>
        <mc:Fallback xmlns="">
          <p:pic>
            <p:nvPicPr>
              <p:cNvPr id="297" name="Encre 296">
                <a:extLst>
                  <a:ext uri="{FF2B5EF4-FFF2-40B4-BE49-F238E27FC236}">
                    <a16:creationId xmlns:a16="http://schemas.microsoft.com/office/drawing/2014/main" id="{E8FEF8A0-667C-4C07-AA58-BFCC4A2423F0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10207648" y="2950345"/>
                <a:ext cx="1551240" cy="159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05" name="Groupe 304">
            <a:extLst>
              <a:ext uri="{FF2B5EF4-FFF2-40B4-BE49-F238E27FC236}">
                <a16:creationId xmlns:a16="http://schemas.microsoft.com/office/drawing/2014/main" id="{8D2EEC48-F9A6-4A7F-AD82-2B0D3B864545}"/>
              </a:ext>
            </a:extLst>
          </p:cNvPr>
          <p:cNvGrpSpPr/>
          <p:nvPr/>
        </p:nvGrpSpPr>
        <p:grpSpPr>
          <a:xfrm>
            <a:off x="10204048" y="2536705"/>
            <a:ext cx="417960" cy="320760"/>
            <a:chOff x="10204048" y="2536705"/>
            <a:chExt cx="417960" cy="32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298" name="Encre 297">
                  <a:extLst>
                    <a:ext uri="{FF2B5EF4-FFF2-40B4-BE49-F238E27FC236}">
                      <a16:creationId xmlns:a16="http://schemas.microsoft.com/office/drawing/2014/main" id="{517587CF-8B77-404C-AFB8-B1DD27EDAFE0}"/>
                    </a:ext>
                  </a:extLst>
                </p14:cNvPr>
                <p14:cNvContentPartPr/>
                <p14:nvPr/>
              </p14:nvContentPartPr>
              <p14:xfrm>
                <a:off x="10204048" y="2536705"/>
                <a:ext cx="219240" cy="312480"/>
              </p14:xfrm>
            </p:contentPart>
          </mc:Choice>
          <mc:Fallback xmlns="">
            <p:pic>
              <p:nvPicPr>
                <p:cNvPr id="298" name="Encre 297">
                  <a:extLst>
                    <a:ext uri="{FF2B5EF4-FFF2-40B4-BE49-F238E27FC236}">
                      <a16:creationId xmlns:a16="http://schemas.microsoft.com/office/drawing/2014/main" id="{517587CF-8B77-404C-AFB8-B1DD27EDAFE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195408" y="2528065"/>
                  <a:ext cx="23688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299" name="Encre 298">
                  <a:extLst>
                    <a:ext uri="{FF2B5EF4-FFF2-40B4-BE49-F238E27FC236}">
                      <a16:creationId xmlns:a16="http://schemas.microsoft.com/office/drawing/2014/main" id="{244565F3-6DA0-4822-A902-FE9E84777267}"/>
                    </a:ext>
                  </a:extLst>
                </p14:cNvPr>
                <p14:cNvContentPartPr/>
                <p14:nvPr/>
              </p14:nvContentPartPr>
              <p14:xfrm>
                <a:off x="10519048" y="2695105"/>
                <a:ext cx="102960" cy="159480"/>
              </p14:xfrm>
            </p:contentPart>
          </mc:Choice>
          <mc:Fallback xmlns="">
            <p:pic>
              <p:nvPicPr>
                <p:cNvPr id="299" name="Encre 298">
                  <a:extLst>
                    <a:ext uri="{FF2B5EF4-FFF2-40B4-BE49-F238E27FC236}">
                      <a16:creationId xmlns:a16="http://schemas.microsoft.com/office/drawing/2014/main" id="{244565F3-6DA0-4822-A902-FE9E84777267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510048" y="2686105"/>
                  <a:ext cx="1206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300" name="Encre 299">
                  <a:extLst>
                    <a:ext uri="{FF2B5EF4-FFF2-40B4-BE49-F238E27FC236}">
                      <a16:creationId xmlns:a16="http://schemas.microsoft.com/office/drawing/2014/main" id="{00BA2624-42DC-4769-BCC0-8657834C6CE4}"/>
                    </a:ext>
                  </a:extLst>
                </p14:cNvPr>
                <p14:cNvContentPartPr/>
                <p14:nvPr/>
              </p14:nvContentPartPr>
              <p14:xfrm>
                <a:off x="10534528" y="2726065"/>
                <a:ext cx="79560" cy="131400"/>
              </p14:xfrm>
            </p:contentPart>
          </mc:Choice>
          <mc:Fallback xmlns="">
            <p:pic>
              <p:nvPicPr>
                <p:cNvPr id="300" name="Encre 299">
                  <a:extLst>
                    <a:ext uri="{FF2B5EF4-FFF2-40B4-BE49-F238E27FC236}">
                      <a16:creationId xmlns:a16="http://schemas.microsoft.com/office/drawing/2014/main" id="{00BA2624-42DC-4769-BCC0-8657834C6CE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525888" y="2717065"/>
                  <a:ext cx="97200" cy="14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4" name="Groupe 303">
            <a:extLst>
              <a:ext uri="{FF2B5EF4-FFF2-40B4-BE49-F238E27FC236}">
                <a16:creationId xmlns:a16="http://schemas.microsoft.com/office/drawing/2014/main" id="{FD1F8CC8-B6C7-418E-9893-B4744E90A034}"/>
              </a:ext>
            </a:extLst>
          </p:cNvPr>
          <p:cNvGrpSpPr/>
          <p:nvPr/>
        </p:nvGrpSpPr>
        <p:grpSpPr>
          <a:xfrm>
            <a:off x="10212328" y="3258865"/>
            <a:ext cx="377640" cy="213120"/>
            <a:chOff x="10212328" y="3258865"/>
            <a:chExt cx="377640" cy="21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301" name="Encre 300">
                  <a:extLst>
                    <a:ext uri="{FF2B5EF4-FFF2-40B4-BE49-F238E27FC236}">
                      <a16:creationId xmlns:a16="http://schemas.microsoft.com/office/drawing/2014/main" id="{67BA4993-C513-4646-BBA4-36A5D9378380}"/>
                    </a:ext>
                  </a:extLst>
                </p14:cNvPr>
                <p14:cNvContentPartPr/>
                <p14:nvPr/>
              </p14:nvContentPartPr>
              <p14:xfrm>
                <a:off x="10212328" y="3258865"/>
                <a:ext cx="171360" cy="213120"/>
              </p14:xfrm>
            </p:contentPart>
          </mc:Choice>
          <mc:Fallback xmlns="">
            <p:pic>
              <p:nvPicPr>
                <p:cNvPr id="301" name="Encre 300">
                  <a:extLst>
                    <a:ext uri="{FF2B5EF4-FFF2-40B4-BE49-F238E27FC236}">
                      <a16:creationId xmlns:a16="http://schemas.microsoft.com/office/drawing/2014/main" id="{67BA4993-C513-4646-BBA4-36A5D9378380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203688" y="3250225"/>
                  <a:ext cx="18900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302" name="Encre 301">
                  <a:extLst>
                    <a:ext uri="{FF2B5EF4-FFF2-40B4-BE49-F238E27FC236}">
                      <a16:creationId xmlns:a16="http://schemas.microsoft.com/office/drawing/2014/main" id="{658B5D4D-9B23-42E1-A90B-FD4EC864858D}"/>
                    </a:ext>
                  </a:extLst>
                </p14:cNvPr>
                <p14:cNvContentPartPr/>
                <p14:nvPr/>
              </p14:nvContentPartPr>
              <p14:xfrm>
                <a:off x="10482328" y="3367945"/>
                <a:ext cx="107640" cy="24480"/>
              </p14:xfrm>
            </p:contentPart>
          </mc:Choice>
          <mc:Fallback xmlns="">
            <p:pic>
              <p:nvPicPr>
                <p:cNvPr id="302" name="Encre 301">
                  <a:extLst>
                    <a:ext uri="{FF2B5EF4-FFF2-40B4-BE49-F238E27FC236}">
                      <a16:creationId xmlns:a16="http://schemas.microsoft.com/office/drawing/2014/main" id="{658B5D4D-9B23-42E1-A90B-FD4EC864858D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473688" y="3358945"/>
                  <a:ext cx="1252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303" name="Encre 302">
                  <a:extLst>
                    <a:ext uri="{FF2B5EF4-FFF2-40B4-BE49-F238E27FC236}">
                      <a16:creationId xmlns:a16="http://schemas.microsoft.com/office/drawing/2014/main" id="{D7698F26-C292-46D6-A4E4-C5AFB8FA5B88}"/>
                    </a:ext>
                  </a:extLst>
                </p14:cNvPr>
                <p14:cNvContentPartPr/>
                <p14:nvPr/>
              </p14:nvContentPartPr>
              <p14:xfrm>
                <a:off x="10514728" y="3343825"/>
                <a:ext cx="18000" cy="121680"/>
              </p14:xfrm>
            </p:contentPart>
          </mc:Choice>
          <mc:Fallback xmlns="">
            <p:pic>
              <p:nvPicPr>
                <p:cNvPr id="303" name="Encre 302">
                  <a:extLst>
                    <a:ext uri="{FF2B5EF4-FFF2-40B4-BE49-F238E27FC236}">
                      <a16:creationId xmlns:a16="http://schemas.microsoft.com/office/drawing/2014/main" id="{D7698F26-C292-46D6-A4E4-C5AFB8FA5B8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505728" y="3334825"/>
                  <a:ext cx="35640" cy="13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1" name="Groupe 320">
            <a:extLst>
              <a:ext uri="{FF2B5EF4-FFF2-40B4-BE49-F238E27FC236}">
                <a16:creationId xmlns:a16="http://schemas.microsoft.com/office/drawing/2014/main" id="{12A93FA6-085C-4BC7-8473-E92B5A58B71E}"/>
              </a:ext>
            </a:extLst>
          </p:cNvPr>
          <p:cNvGrpSpPr/>
          <p:nvPr/>
        </p:nvGrpSpPr>
        <p:grpSpPr>
          <a:xfrm>
            <a:off x="10743688" y="2502505"/>
            <a:ext cx="945720" cy="415080"/>
            <a:chOff x="10743688" y="2502505"/>
            <a:chExt cx="945720" cy="41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306" name="Encre 305">
                  <a:extLst>
                    <a:ext uri="{FF2B5EF4-FFF2-40B4-BE49-F238E27FC236}">
                      <a16:creationId xmlns:a16="http://schemas.microsoft.com/office/drawing/2014/main" id="{964D440C-9AB5-4EBF-99A5-205E0E49E939}"/>
                    </a:ext>
                  </a:extLst>
                </p14:cNvPr>
                <p14:cNvContentPartPr/>
                <p14:nvPr/>
              </p14:nvContentPartPr>
              <p14:xfrm>
                <a:off x="10743688" y="2502505"/>
                <a:ext cx="231120" cy="311760"/>
              </p14:xfrm>
            </p:contentPart>
          </mc:Choice>
          <mc:Fallback xmlns="">
            <p:pic>
              <p:nvPicPr>
                <p:cNvPr id="306" name="Encre 305">
                  <a:extLst>
                    <a:ext uri="{FF2B5EF4-FFF2-40B4-BE49-F238E27FC236}">
                      <a16:creationId xmlns:a16="http://schemas.microsoft.com/office/drawing/2014/main" id="{964D440C-9AB5-4EBF-99A5-205E0E49E939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735048" y="2493865"/>
                  <a:ext cx="24876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307" name="Encre 306">
                  <a:extLst>
                    <a:ext uri="{FF2B5EF4-FFF2-40B4-BE49-F238E27FC236}">
                      <a16:creationId xmlns:a16="http://schemas.microsoft.com/office/drawing/2014/main" id="{C2197742-0D3D-483E-8162-E168798C8A97}"/>
                    </a:ext>
                  </a:extLst>
                </p14:cNvPr>
                <p14:cNvContentPartPr/>
                <p14:nvPr/>
              </p14:nvContentPartPr>
              <p14:xfrm>
                <a:off x="11021248" y="2581705"/>
                <a:ext cx="27720" cy="335880"/>
              </p14:xfrm>
            </p:contentPart>
          </mc:Choice>
          <mc:Fallback xmlns="">
            <p:pic>
              <p:nvPicPr>
                <p:cNvPr id="307" name="Encre 306">
                  <a:extLst>
                    <a:ext uri="{FF2B5EF4-FFF2-40B4-BE49-F238E27FC236}">
                      <a16:creationId xmlns:a16="http://schemas.microsoft.com/office/drawing/2014/main" id="{C2197742-0D3D-483E-8162-E168798C8A97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1012608" y="2573065"/>
                  <a:ext cx="4536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308" name="Encre 307">
                  <a:extLst>
                    <a:ext uri="{FF2B5EF4-FFF2-40B4-BE49-F238E27FC236}">
                      <a16:creationId xmlns:a16="http://schemas.microsoft.com/office/drawing/2014/main" id="{4E10D04E-BEFD-4048-9716-6BCCFBC5EFF8}"/>
                    </a:ext>
                  </a:extLst>
                </p14:cNvPr>
                <p14:cNvContentPartPr/>
                <p14:nvPr/>
              </p14:nvContentPartPr>
              <p14:xfrm>
                <a:off x="11102248" y="2628145"/>
                <a:ext cx="190800" cy="271440"/>
              </p14:xfrm>
            </p:contentPart>
          </mc:Choice>
          <mc:Fallback xmlns="">
            <p:pic>
              <p:nvPicPr>
                <p:cNvPr id="308" name="Encre 307">
                  <a:extLst>
                    <a:ext uri="{FF2B5EF4-FFF2-40B4-BE49-F238E27FC236}">
                      <a16:creationId xmlns:a16="http://schemas.microsoft.com/office/drawing/2014/main" id="{4E10D04E-BEFD-4048-9716-6BCCFBC5EFF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1093608" y="2619505"/>
                  <a:ext cx="20844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309" name="Encre 308">
                  <a:extLst>
                    <a:ext uri="{FF2B5EF4-FFF2-40B4-BE49-F238E27FC236}">
                      <a16:creationId xmlns:a16="http://schemas.microsoft.com/office/drawing/2014/main" id="{8F474EDE-8E16-4241-9CE0-C7E50B5CF7B4}"/>
                    </a:ext>
                  </a:extLst>
                </p14:cNvPr>
                <p14:cNvContentPartPr/>
                <p14:nvPr/>
              </p14:nvContentPartPr>
              <p14:xfrm>
                <a:off x="11326888" y="2755585"/>
                <a:ext cx="153000" cy="154080"/>
              </p14:xfrm>
            </p:contentPart>
          </mc:Choice>
          <mc:Fallback xmlns="">
            <p:pic>
              <p:nvPicPr>
                <p:cNvPr id="309" name="Encre 308">
                  <a:extLst>
                    <a:ext uri="{FF2B5EF4-FFF2-40B4-BE49-F238E27FC236}">
                      <a16:creationId xmlns:a16="http://schemas.microsoft.com/office/drawing/2014/main" id="{8F474EDE-8E16-4241-9CE0-C7E50B5CF7B4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1317888" y="2746585"/>
                  <a:ext cx="1706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310" name="Encre 309">
                  <a:extLst>
                    <a:ext uri="{FF2B5EF4-FFF2-40B4-BE49-F238E27FC236}">
                      <a16:creationId xmlns:a16="http://schemas.microsoft.com/office/drawing/2014/main" id="{8249C2F2-C28C-4D02-B7B0-A66BDB78AD0F}"/>
                    </a:ext>
                  </a:extLst>
                </p14:cNvPr>
                <p14:cNvContentPartPr/>
                <p14:nvPr/>
              </p14:nvContentPartPr>
              <p14:xfrm>
                <a:off x="11440288" y="2791585"/>
                <a:ext cx="133920" cy="124200"/>
              </p14:xfrm>
            </p:contentPart>
          </mc:Choice>
          <mc:Fallback xmlns="">
            <p:pic>
              <p:nvPicPr>
                <p:cNvPr id="310" name="Encre 309">
                  <a:extLst>
                    <a:ext uri="{FF2B5EF4-FFF2-40B4-BE49-F238E27FC236}">
                      <a16:creationId xmlns:a16="http://schemas.microsoft.com/office/drawing/2014/main" id="{8249C2F2-C28C-4D02-B7B0-A66BDB78AD0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1431648" y="2782945"/>
                  <a:ext cx="1515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311" name="Encre 310">
                  <a:extLst>
                    <a:ext uri="{FF2B5EF4-FFF2-40B4-BE49-F238E27FC236}">
                      <a16:creationId xmlns:a16="http://schemas.microsoft.com/office/drawing/2014/main" id="{0993C3EB-EA74-4145-9935-46D90DDB7EC6}"/>
                    </a:ext>
                  </a:extLst>
                </p14:cNvPr>
                <p14:cNvContentPartPr/>
                <p14:nvPr/>
              </p14:nvContentPartPr>
              <p14:xfrm>
                <a:off x="11603008" y="2785465"/>
                <a:ext cx="33120" cy="114120"/>
              </p14:xfrm>
            </p:contentPart>
          </mc:Choice>
          <mc:Fallback xmlns="">
            <p:pic>
              <p:nvPicPr>
                <p:cNvPr id="311" name="Encre 310">
                  <a:extLst>
                    <a:ext uri="{FF2B5EF4-FFF2-40B4-BE49-F238E27FC236}">
                      <a16:creationId xmlns:a16="http://schemas.microsoft.com/office/drawing/2014/main" id="{0993C3EB-EA74-4145-9935-46D90DDB7EC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1594368" y="2776465"/>
                  <a:ext cx="507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312" name="Encre 311">
                  <a:extLst>
                    <a:ext uri="{FF2B5EF4-FFF2-40B4-BE49-F238E27FC236}">
                      <a16:creationId xmlns:a16="http://schemas.microsoft.com/office/drawing/2014/main" id="{F04B7E3C-8408-4E22-B67D-FCEF91D16863}"/>
                    </a:ext>
                  </a:extLst>
                </p14:cNvPr>
                <p14:cNvContentPartPr/>
                <p14:nvPr/>
              </p14:nvContentPartPr>
              <p14:xfrm>
                <a:off x="11560528" y="2784025"/>
                <a:ext cx="128880" cy="9360"/>
              </p14:xfrm>
            </p:contentPart>
          </mc:Choice>
          <mc:Fallback xmlns="">
            <p:pic>
              <p:nvPicPr>
                <p:cNvPr id="312" name="Encre 311">
                  <a:extLst>
                    <a:ext uri="{FF2B5EF4-FFF2-40B4-BE49-F238E27FC236}">
                      <a16:creationId xmlns:a16="http://schemas.microsoft.com/office/drawing/2014/main" id="{F04B7E3C-8408-4E22-B67D-FCEF91D16863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1551888" y="2775025"/>
                  <a:ext cx="146520" cy="2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0" name="Groupe 319">
            <a:extLst>
              <a:ext uri="{FF2B5EF4-FFF2-40B4-BE49-F238E27FC236}">
                <a16:creationId xmlns:a16="http://schemas.microsoft.com/office/drawing/2014/main" id="{71EFA036-8C1C-4C92-9918-AF64101FCA91}"/>
              </a:ext>
            </a:extLst>
          </p:cNvPr>
          <p:cNvGrpSpPr/>
          <p:nvPr/>
        </p:nvGrpSpPr>
        <p:grpSpPr>
          <a:xfrm>
            <a:off x="10724248" y="3172105"/>
            <a:ext cx="1076400" cy="331560"/>
            <a:chOff x="10724248" y="3172105"/>
            <a:chExt cx="1076400" cy="33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313" name="Encre 312">
                  <a:extLst>
                    <a:ext uri="{FF2B5EF4-FFF2-40B4-BE49-F238E27FC236}">
                      <a16:creationId xmlns:a16="http://schemas.microsoft.com/office/drawing/2014/main" id="{95149A5E-D918-4E25-BAA0-E5CC36FB6DD3}"/>
                    </a:ext>
                  </a:extLst>
                </p14:cNvPr>
                <p14:cNvContentPartPr/>
                <p14:nvPr/>
              </p14:nvContentPartPr>
              <p14:xfrm>
                <a:off x="10724248" y="3172105"/>
                <a:ext cx="239400" cy="272160"/>
              </p14:xfrm>
            </p:contentPart>
          </mc:Choice>
          <mc:Fallback xmlns="">
            <p:pic>
              <p:nvPicPr>
                <p:cNvPr id="313" name="Encre 312">
                  <a:extLst>
                    <a:ext uri="{FF2B5EF4-FFF2-40B4-BE49-F238E27FC236}">
                      <a16:creationId xmlns:a16="http://schemas.microsoft.com/office/drawing/2014/main" id="{95149A5E-D918-4E25-BAA0-E5CC36FB6DD3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715248" y="3163465"/>
                  <a:ext cx="25704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314" name="Encre 313">
                  <a:extLst>
                    <a:ext uri="{FF2B5EF4-FFF2-40B4-BE49-F238E27FC236}">
                      <a16:creationId xmlns:a16="http://schemas.microsoft.com/office/drawing/2014/main" id="{D8AA88C8-A48E-4EA4-B3FC-02A00CC5642A}"/>
                    </a:ext>
                  </a:extLst>
                </p14:cNvPr>
                <p14:cNvContentPartPr/>
                <p14:nvPr/>
              </p14:nvContentPartPr>
              <p14:xfrm>
                <a:off x="11052928" y="3241225"/>
                <a:ext cx="16560" cy="262440"/>
              </p14:xfrm>
            </p:contentPart>
          </mc:Choice>
          <mc:Fallback xmlns="">
            <p:pic>
              <p:nvPicPr>
                <p:cNvPr id="314" name="Encre 313">
                  <a:extLst>
                    <a:ext uri="{FF2B5EF4-FFF2-40B4-BE49-F238E27FC236}">
                      <a16:creationId xmlns:a16="http://schemas.microsoft.com/office/drawing/2014/main" id="{D8AA88C8-A48E-4EA4-B3FC-02A00CC5642A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1044288" y="3232225"/>
                  <a:ext cx="3420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315" name="Encre 314">
                  <a:extLst>
                    <a:ext uri="{FF2B5EF4-FFF2-40B4-BE49-F238E27FC236}">
                      <a16:creationId xmlns:a16="http://schemas.microsoft.com/office/drawing/2014/main" id="{E83C43C7-BEED-48C2-9AA0-A629601F4DD6}"/>
                    </a:ext>
                  </a:extLst>
                </p14:cNvPr>
                <p14:cNvContentPartPr/>
                <p14:nvPr/>
              </p14:nvContentPartPr>
              <p14:xfrm>
                <a:off x="11140768" y="3254905"/>
                <a:ext cx="204480" cy="214920"/>
              </p14:xfrm>
            </p:contentPart>
          </mc:Choice>
          <mc:Fallback xmlns="">
            <p:pic>
              <p:nvPicPr>
                <p:cNvPr id="315" name="Encre 314">
                  <a:extLst>
                    <a:ext uri="{FF2B5EF4-FFF2-40B4-BE49-F238E27FC236}">
                      <a16:creationId xmlns:a16="http://schemas.microsoft.com/office/drawing/2014/main" id="{E83C43C7-BEED-48C2-9AA0-A629601F4DD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1131768" y="3245905"/>
                  <a:ext cx="22212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316" name="Encre 315">
                  <a:extLst>
                    <a:ext uri="{FF2B5EF4-FFF2-40B4-BE49-F238E27FC236}">
                      <a16:creationId xmlns:a16="http://schemas.microsoft.com/office/drawing/2014/main" id="{746C6F45-7796-4695-A3A6-0CDFF8158809}"/>
                    </a:ext>
                  </a:extLst>
                </p14:cNvPr>
                <p14:cNvContentPartPr/>
                <p14:nvPr/>
              </p14:nvContentPartPr>
              <p14:xfrm>
                <a:off x="11429848" y="3326545"/>
                <a:ext cx="117360" cy="150840"/>
              </p14:xfrm>
            </p:contentPart>
          </mc:Choice>
          <mc:Fallback xmlns="">
            <p:pic>
              <p:nvPicPr>
                <p:cNvPr id="316" name="Encre 315">
                  <a:extLst>
                    <a:ext uri="{FF2B5EF4-FFF2-40B4-BE49-F238E27FC236}">
                      <a16:creationId xmlns:a16="http://schemas.microsoft.com/office/drawing/2014/main" id="{746C6F45-7796-4695-A3A6-0CDFF8158809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1421208" y="3317905"/>
                  <a:ext cx="13500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317" name="Encre 316">
                  <a:extLst>
                    <a:ext uri="{FF2B5EF4-FFF2-40B4-BE49-F238E27FC236}">
                      <a16:creationId xmlns:a16="http://schemas.microsoft.com/office/drawing/2014/main" id="{9EE624E3-2932-42B8-A821-965B1FBBD287}"/>
                    </a:ext>
                  </a:extLst>
                </p14:cNvPr>
                <p14:cNvContentPartPr/>
                <p14:nvPr/>
              </p14:nvContentPartPr>
              <p14:xfrm>
                <a:off x="11500768" y="3349225"/>
                <a:ext cx="210960" cy="138960"/>
              </p14:xfrm>
            </p:contentPart>
          </mc:Choice>
          <mc:Fallback xmlns="">
            <p:pic>
              <p:nvPicPr>
                <p:cNvPr id="317" name="Encre 316">
                  <a:extLst>
                    <a:ext uri="{FF2B5EF4-FFF2-40B4-BE49-F238E27FC236}">
                      <a16:creationId xmlns:a16="http://schemas.microsoft.com/office/drawing/2014/main" id="{9EE624E3-2932-42B8-A821-965B1FBBD287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492128" y="3340225"/>
                  <a:ext cx="2286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318" name="Encre 317">
                  <a:extLst>
                    <a:ext uri="{FF2B5EF4-FFF2-40B4-BE49-F238E27FC236}">
                      <a16:creationId xmlns:a16="http://schemas.microsoft.com/office/drawing/2014/main" id="{D3B167F7-5CC0-44F7-AD50-2EFF03E1E3EC}"/>
                    </a:ext>
                  </a:extLst>
                </p14:cNvPr>
                <p14:cNvContentPartPr/>
                <p14:nvPr/>
              </p14:nvContentPartPr>
              <p14:xfrm>
                <a:off x="11720368" y="3359305"/>
                <a:ext cx="32040" cy="131760"/>
              </p14:xfrm>
            </p:contentPart>
          </mc:Choice>
          <mc:Fallback xmlns="">
            <p:pic>
              <p:nvPicPr>
                <p:cNvPr id="318" name="Encre 317">
                  <a:extLst>
                    <a:ext uri="{FF2B5EF4-FFF2-40B4-BE49-F238E27FC236}">
                      <a16:creationId xmlns:a16="http://schemas.microsoft.com/office/drawing/2014/main" id="{D3B167F7-5CC0-44F7-AD50-2EFF03E1E3EC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1711728" y="3350665"/>
                  <a:ext cx="4968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319" name="Encre 318">
                  <a:extLst>
                    <a:ext uri="{FF2B5EF4-FFF2-40B4-BE49-F238E27FC236}">
                      <a16:creationId xmlns:a16="http://schemas.microsoft.com/office/drawing/2014/main" id="{37B64D31-8112-4D7A-9569-24AE2381C1F4}"/>
                    </a:ext>
                  </a:extLst>
                </p14:cNvPr>
                <p14:cNvContentPartPr/>
                <p14:nvPr/>
              </p14:nvContentPartPr>
              <p14:xfrm>
                <a:off x="11625688" y="3342025"/>
                <a:ext cx="174960" cy="21240"/>
              </p14:xfrm>
            </p:contentPart>
          </mc:Choice>
          <mc:Fallback xmlns="">
            <p:pic>
              <p:nvPicPr>
                <p:cNvPr id="319" name="Encre 318">
                  <a:extLst>
                    <a:ext uri="{FF2B5EF4-FFF2-40B4-BE49-F238E27FC236}">
                      <a16:creationId xmlns:a16="http://schemas.microsoft.com/office/drawing/2014/main" id="{37B64D31-8112-4D7A-9569-24AE2381C1F4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1616688" y="3333025"/>
                  <a:ext cx="192600" cy="38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322" name="Encre 321">
                <a:extLst>
                  <a:ext uri="{FF2B5EF4-FFF2-40B4-BE49-F238E27FC236}">
                    <a16:creationId xmlns:a16="http://schemas.microsoft.com/office/drawing/2014/main" id="{FC6835E3-6177-43DD-A460-A38FBDEC9538}"/>
                  </a:ext>
                </a:extLst>
              </p14:cNvPr>
              <p14:cNvContentPartPr/>
              <p14:nvPr/>
            </p14:nvContentPartPr>
            <p14:xfrm>
              <a:off x="9931888" y="2102185"/>
              <a:ext cx="1842480" cy="171720"/>
            </p14:xfrm>
          </p:contentPart>
        </mc:Choice>
        <mc:Fallback xmlns="">
          <p:pic>
            <p:nvPicPr>
              <p:cNvPr id="322" name="Encre 321">
                <a:extLst>
                  <a:ext uri="{FF2B5EF4-FFF2-40B4-BE49-F238E27FC236}">
                    <a16:creationId xmlns:a16="http://schemas.microsoft.com/office/drawing/2014/main" id="{FC6835E3-6177-43DD-A460-A38FBDEC9538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9922888" y="2093545"/>
                <a:ext cx="1860120" cy="189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36" name="Groupe 335">
            <a:extLst>
              <a:ext uri="{FF2B5EF4-FFF2-40B4-BE49-F238E27FC236}">
                <a16:creationId xmlns:a16="http://schemas.microsoft.com/office/drawing/2014/main" id="{860D34D7-F377-43E7-9934-7471F06207BC}"/>
              </a:ext>
            </a:extLst>
          </p:cNvPr>
          <p:cNvGrpSpPr/>
          <p:nvPr/>
        </p:nvGrpSpPr>
        <p:grpSpPr>
          <a:xfrm>
            <a:off x="9877888" y="1483705"/>
            <a:ext cx="1577520" cy="295920"/>
            <a:chOff x="9877888" y="1483705"/>
            <a:chExt cx="1577520" cy="29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323" name="Encre 322">
                  <a:extLst>
                    <a:ext uri="{FF2B5EF4-FFF2-40B4-BE49-F238E27FC236}">
                      <a16:creationId xmlns:a16="http://schemas.microsoft.com/office/drawing/2014/main" id="{148E802C-8C12-4AF5-A361-12D23148610A}"/>
                    </a:ext>
                  </a:extLst>
                </p14:cNvPr>
                <p14:cNvContentPartPr/>
                <p14:nvPr/>
              </p14:nvContentPartPr>
              <p14:xfrm>
                <a:off x="9877888" y="1483705"/>
                <a:ext cx="315360" cy="232560"/>
              </p14:xfrm>
            </p:contentPart>
          </mc:Choice>
          <mc:Fallback xmlns="">
            <p:pic>
              <p:nvPicPr>
                <p:cNvPr id="323" name="Encre 322">
                  <a:extLst>
                    <a:ext uri="{FF2B5EF4-FFF2-40B4-BE49-F238E27FC236}">
                      <a16:creationId xmlns:a16="http://schemas.microsoft.com/office/drawing/2014/main" id="{148E802C-8C12-4AF5-A361-12D23148610A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868888" y="1474705"/>
                  <a:ext cx="33300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324" name="Encre 323">
                  <a:extLst>
                    <a:ext uri="{FF2B5EF4-FFF2-40B4-BE49-F238E27FC236}">
                      <a16:creationId xmlns:a16="http://schemas.microsoft.com/office/drawing/2014/main" id="{473FB8FF-498D-425B-92F3-D4C31D6CE7C1}"/>
                    </a:ext>
                  </a:extLst>
                </p14:cNvPr>
                <p14:cNvContentPartPr/>
                <p14:nvPr/>
              </p14:nvContentPartPr>
              <p14:xfrm>
                <a:off x="10097848" y="1536625"/>
                <a:ext cx="168480" cy="243000"/>
              </p14:xfrm>
            </p:contentPart>
          </mc:Choice>
          <mc:Fallback xmlns="">
            <p:pic>
              <p:nvPicPr>
                <p:cNvPr id="324" name="Encre 323">
                  <a:extLst>
                    <a:ext uri="{FF2B5EF4-FFF2-40B4-BE49-F238E27FC236}">
                      <a16:creationId xmlns:a16="http://schemas.microsoft.com/office/drawing/2014/main" id="{473FB8FF-498D-425B-92F3-D4C31D6CE7C1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088848" y="1527985"/>
                  <a:ext cx="18612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325" name="Encre 324">
                  <a:extLst>
                    <a:ext uri="{FF2B5EF4-FFF2-40B4-BE49-F238E27FC236}">
                      <a16:creationId xmlns:a16="http://schemas.microsoft.com/office/drawing/2014/main" id="{9135EB51-22F9-4A48-8505-04662EF7279F}"/>
                    </a:ext>
                  </a:extLst>
                </p14:cNvPr>
                <p14:cNvContentPartPr/>
                <p14:nvPr/>
              </p14:nvContentPartPr>
              <p14:xfrm>
                <a:off x="10247248" y="1569025"/>
                <a:ext cx="229320" cy="187920"/>
              </p14:xfrm>
            </p:contentPart>
          </mc:Choice>
          <mc:Fallback xmlns="">
            <p:pic>
              <p:nvPicPr>
                <p:cNvPr id="325" name="Encre 324">
                  <a:extLst>
                    <a:ext uri="{FF2B5EF4-FFF2-40B4-BE49-F238E27FC236}">
                      <a16:creationId xmlns:a16="http://schemas.microsoft.com/office/drawing/2014/main" id="{9135EB51-22F9-4A48-8505-04662EF7279F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238608" y="1560025"/>
                  <a:ext cx="24696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327" name="Encre 326">
                  <a:extLst>
                    <a:ext uri="{FF2B5EF4-FFF2-40B4-BE49-F238E27FC236}">
                      <a16:creationId xmlns:a16="http://schemas.microsoft.com/office/drawing/2014/main" id="{C6D86F65-2517-49CF-82C4-9073722A5419}"/>
                    </a:ext>
                  </a:extLst>
                </p14:cNvPr>
                <p14:cNvContentPartPr/>
                <p14:nvPr/>
              </p14:nvContentPartPr>
              <p14:xfrm>
                <a:off x="10505368" y="1583065"/>
                <a:ext cx="69480" cy="180720"/>
              </p14:xfrm>
            </p:contentPart>
          </mc:Choice>
          <mc:Fallback xmlns="">
            <p:pic>
              <p:nvPicPr>
                <p:cNvPr id="327" name="Encre 326">
                  <a:extLst>
                    <a:ext uri="{FF2B5EF4-FFF2-40B4-BE49-F238E27FC236}">
                      <a16:creationId xmlns:a16="http://schemas.microsoft.com/office/drawing/2014/main" id="{C6D86F65-2517-49CF-82C4-9073722A5419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496728" y="1574425"/>
                  <a:ext cx="8712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328" name="Encre 327">
                  <a:extLst>
                    <a:ext uri="{FF2B5EF4-FFF2-40B4-BE49-F238E27FC236}">
                      <a16:creationId xmlns:a16="http://schemas.microsoft.com/office/drawing/2014/main" id="{C24EFFBB-35AA-4C0D-85FC-F42C41BC7C6D}"/>
                    </a:ext>
                  </a:extLst>
                </p14:cNvPr>
                <p14:cNvContentPartPr/>
                <p14:nvPr/>
              </p14:nvContentPartPr>
              <p14:xfrm>
                <a:off x="10577728" y="1626265"/>
                <a:ext cx="122400" cy="146160"/>
              </p14:xfrm>
            </p:contentPart>
          </mc:Choice>
          <mc:Fallback xmlns="">
            <p:pic>
              <p:nvPicPr>
                <p:cNvPr id="328" name="Encre 327">
                  <a:extLst>
                    <a:ext uri="{FF2B5EF4-FFF2-40B4-BE49-F238E27FC236}">
                      <a16:creationId xmlns:a16="http://schemas.microsoft.com/office/drawing/2014/main" id="{C24EFFBB-35AA-4C0D-85FC-F42C41BC7C6D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569088" y="1617265"/>
                  <a:ext cx="14004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329" name="Encre 328">
                  <a:extLst>
                    <a:ext uri="{FF2B5EF4-FFF2-40B4-BE49-F238E27FC236}">
                      <a16:creationId xmlns:a16="http://schemas.microsoft.com/office/drawing/2014/main" id="{06837554-90CA-4D6D-9FEE-15099649E511}"/>
                    </a:ext>
                  </a:extLst>
                </p14:cNvPr>
                <p14:cNvContentPartPr/>
                <p14:nvPr/>
              </p14:nvContentPartPr>
              <p14:xfrm>
                <a:off x="10719208" y="1633825"/>
                <a:ext cx="30240" cy="142560"/>
              </p14:xfrm>
            </p:contentPart>
          </mc:Choice>
          <mc:Fallback xmlns="">
            <p:pic>
              <p:nvPicPr>
                <p:cNvPr id="329" name="Encre 328">
                  <a:extLst>
                    <a:ext uri="{FF2B5EF4-FFF2-40B4-BE49-F238E27FC236}">
                      <a16:creationId xmlns:a16="http://schemas.microsoft.com/office/drawing/2014/main" id="{06837554-90CA-4D6D-9FEE-15099649E511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710568" y="1624825"/>
                  <a:ext cx="478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330" name="Encre 329">
                  <a:extLst>
                    <a:ext uri="{FF2B5EF4-FFF2-40B4-BE49-F238E27FC236}">
                      <a16:creationId xmlns:a16="http://schemas.microsoft.com/office/drawing/2014/main" id="{929E2BC4-45E6-483E-84BA-6E460FFE7CCD}"/>
                    </a:ext>
                  </a:extLst>
                </p14:cNvPr>
                <p14:cNvContentPartPr/>
                <p14:nvPr/>
              </p14:nvContentPartPr>
              <p14:xfrm>
                <a:off x="10685368" y="1597105"/>
                <a:ext cx="113760" cy="8280"/>
              </p14:xfrm>
            </p:contentPart>
          </mc:Choice>
          <mc:Fallback xmlns="">
            <p:pic>
              <p:nvPicPr>
                <p:cNvPr id="330" name="Encre 329">
                  <a:extLst>
                    <a:ext uri="{FF2B5EF4-FFF2-40B4-BE49-F238E27FC236}">
                      <a16:creationId xmlns:a16="http://schemas.microsoft.com/office/drawing/2014/main" id="{929E2BC4-45E6-483E-84BA-6E460FFE7CCD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676368" y="1588105"/>
                  <a:ext cx="1314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332" name="Encre 331">
                  <a:extLst>
                    <a:ext uri="{FF2B5EF4-FFF2-40B4-BE49-F238E27FC236}">
                      <a16:creationId xmlns:a16="http://schemas.microsoft.com/office/drawing/2014/main" id="{7F636CF1-6629-49C7-84CD-9073399F8B73}"/>
                    </a:ext>
                  </a:extLst>
                </p14:cNvPr>
                <p14:cNvContentPartPr/>
                <p14:nvPr/>
              </p14:nvContentPartPr>
              <p14:xfrm>
                <a:off x="10881928" y="1560745"/>
                <a:ext cx="175680" cy="172800"/>
              </p14:xfrm>
            </p:contentPart>
          </mc:Choice>
          <mc:Fallback xmlns="">
            <p:pic>
              <p:nvPicPr>
                <p:cNvPr id="332" name="Encre 331">
                  <a:extLst>
                    <a:ext uri="{FF2B5EF4-FFF2-40B4-BE49-F238E27FC236}">
                      <a16:creationId xmlns:a16="http://schemas.microsoft.com/office/drawing/2014/main" id="{7F636CF1-6629-49C7-84CD-9073399F8B73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873288" y="1552105"/>
                  <a:ext cx="1933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333" name="Encre 332">
                  <a:extLst>
                    <a:ext uri="{FF2B5EF4-FFF2-40B4-BE49-F238E27FC236}">
                      <a16:creationId xmlns:a16="http://schemas.microsoft.com/office/drawing/2014/main" id="{1ED9CD80-0C15-4111-AF49-78F1E7955F36}"/>
                    </a:ext>
                  </a:extLst>
                </p14:cNvPr>
                <p14:cNvContentPartPr/>
                <p14:nvPr/>
              </p14:nvContentPartPr>
              <p14:xfrm>
                <a:off x="11183248" y="1528705"/>
                <a:ext cx="272160" cy="237240"/>
              </p14:xfrm>
            </p:contentPart>
          </mc:Choice>
          <mc:Fallback xmlns="">
            <p:pic>
              <p:nvPicPr>
                <p:cNvPr id="333" name="Encre 332">
                  <a:extLst>
                    <a:ext uri="{FF2B5EF4-FFF2-40B4-BE49-F238E27FC236}">
                      <a16:creationId xmlns:a16="http://schemas.microsoft.com/office/drawing/2014/main" id="{1ED9CD80-0C15-4111-AF49-78F1E7955F36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1174608" y="1519705"/>
                  <a:ext cx="28980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335" name="Encre 334">
                  <a:extLst>
                    <a:ext uri="{FF2B5EF4-FFF2-40B4-BE49-F238E27FC236}">
                      <a16:creationId xmlns:a16="http://schemas.microsoft.com/office/drawing/2014/main" id="{B7B8C1EB-9450-4ED1-B08E-D162D6437C06}"/>
                    </a:ext>
                  </a:extLst>
                </p14:cNvPr>
                <p14:cNvContentPartPr/>
                <p14:nvPr/>
              </p14:nvContentPartPr>
              <p14:xfrm>
                <a:off x="10880128" y="1535185"/>
                <a:ext cx="183600" cy="224640"/>
              </p14:xfrm>
            </p:contentPart>
          </mc:Choice>
          <mc:Fallback xmlns="">
            <p:pic>
              <p:nvPicPr>
                <p:cNvPr id="335" name="Encre 334">
                  <a:extLst>
                    <a:ext uri="{FF2B5EF4-FFF2-40B4-BE49-F238E27FC236}">
                      <a16:creationId xmlns:a16="http://schemas.microsoft.com/office/drawing/2014/main" id="{B7B8C1EB-9450-4ED1-B08E-D162D6437C06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871128" y="1526185"/>
                  <a:ext cx="201240" cy="242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6875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293407-FC1C-443B-8B58-0C28BA107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PneT</a:t>
            </a:r>
            <a:r>
              <a:rPr lang="en-US" dirty="0"/>
              <a:t> succession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FB1E4E-AD11-499B-BD6D-CE0E3B2330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528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2F3B7F-251D-4326-A165-AEDB068A9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between succession extension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7956A1B-50DF-4C01-9BAE-A824E3979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374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CB5BE2-603B-4506-A799-29E60A91C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Harvest extension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89ACA68-7879-4CF1-9649-D5BA87561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General functioning</a:t>
            </a:r>
          </a:p>
          <a:p>
            <a:pPr lvl="1"/>
            <a:r>
              <a:rPr lang="en-US" dirty="0"/>
              <a:t>Prescription</a:t>
            </a:r>
          </a:p>
          <a:p>
            <a:pPr lvl="1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Stand ranking</a:t>
            </a:r>
          </a:p>
          <a:p>
            <a:pPr lvl="1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Actions</a:t>
            </a:r>
          </a:p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Example</a:t>
            </a:r>
          </a:p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Parameters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BD4FCE9-1120-4D90-BFC9-F7B2200C3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8387" y="1825625"/>
            <a:ext cx="6637354" cy="1325563"/>
          </a:xfrm>
          <a:prstGeom prst="rect">
            <a:avLst/>
          </a:prstGeo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8" name="Zoom de diapositive 7">
                <a:extLst>
                  <a:ext uri="{FF2B5EF4-FFF2-40B4-BE49-F238E27FC236}">
                    <a16:creationId xmlns:a16="http://schemas.microsoft.com/office/drawing/2014/main" id="{783E9F5A-153B-4101-A666-BB1C5AFB6AB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43333453"/>
                  </p:ext>
                </p:extLst>
              </p:nvPr>
            </p:nvGraphicFramePr>
            <p:xfrm>
              <a:off x="6494528" y="3553906"/>
              <a:ext cx="5037159" cy="2833402"/>
            </p:xfrm>
            <a:graphic>
              <a:graphicData uri="http://schemas.microsoft.com/office/powerpoint/2016/slidezoom">
                <pslz:sldZm>
                  <pslz:sldZmObj sldId="257" cId="2623730267">
                    <pslz:zmPr id="{6BF1061D-4C1D-48B2-A6FC-9D7036CDD14D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5037159" cy="283340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8" name="Zoom de diapositive 7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783E9F5A-153B-4101-A666-BB1C5AFB6AB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94528" y="3553906"/>
                <a:ext cx="5037159" cy="283340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grpSp>
        <p:nvGrpSpPr>
          <p:cNvPr id="11" name="Groupe 10">
            <a:extLst>
              <a:ext uri="{FF2B5EF4-FFF2-40B4-BE49-F238E27FC236}">
                <a16:creationId xmlns:a16="http://schemas.microsoft.com/office/drawing/2014/main" id="{60D3E336-AFD1-45E3-BE92-A29496220248}"/>
              </a:ext>
            </a:extLst>
          </p:cNvPr>
          <p:cNvGrpSpPr/>
          <p:nvPr/>
        </p:nvGrpSpPr>
        <p:grpSpPr>
          <a:xfrm>
            <a:off x="8067088" y="2298025"/>
            <a:ext cx="433080" cy="197640"/>
            <a:chOff x="8067088" y="2298025"/>
            <a:chExt cx="433080" cy="19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9" name="Encre 8">
                  <a:extLst>
                    <a:ext uri="{FF2B5EF4-FFF2-40B4-BE49-F238E27FC236}">
                      <a16:creationId xmlns:a16="http://schemas.microsoft.com/office/drawing/2014/main" id="{9E858DFA-7927-4977-BF23-6984CDF69882}"/>
                    </a:ext>
                  </a:extLst>
                </p14:cNvPr>
                <p14:cNvContentPartPr/>
                <p14:nvPr/>
              </p14:nvContentPartPr>
              <p14:xfrm>
                <a:off x="8067088" y="2298025"/>
                <a:ext cx="433080" cy="145800"/>
              </p14:xfrm>
            </p:contentPart>
          </mc:Choice>
          <mc:Fallback xmlns="">
            <p:pic>
              <p:nvPicPr>
                <p:cNvPr id="9" name="Encre 8">
                  <a:extLst>
                    <a:ext uri="{FF2B5EF4-FFF2-40B4-BE49-F238E27FC236}">
                      <a16:creationId xmlns:a16="http://schemas.microsoft.com/office/drawing/2014/main" id="{9E858DFA-7927-4977-BF23-6984CDF6988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049088" y="2280385"/>
                  <a:ext cx="46872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" name="Encre 9">
                  <a:extLst>
                    <a:ext uri="{FF2B5EF4-FFF2-40B4-BE49-F238E27FC236}">
                      <a16:creationId xmlns:a16="http://schemas.microsoft.com/office/drawing/2014/main" id="{7A38AEF1-E148-4926-9E3C-9A75C18C2032}"/>
                    </a:ext>
                  </a:extLst>
                </p14:cNvPr>
                <p14:cNvContentPartPr/>
                <p14:nvPr/>
              </p14:nvContentPartPr>
              <p14:xfrm>
                <a:off x="8098768" y="2469385"/>
                <a:ext cx="361080" cy="26280"/>
              </p14:xfrm>
            </p:contentPart>
          </mc:Choice>
          <mc:Fallback xmlns="">
            <p:pic>
              <p:nvPicPr>
                <p:cNvPr id="10" name="Encre 9">
                  <a:extLst>
                    <a:ext uri="{FF2B5EF4-FFF2-40B4-BE49-F238E27FC236}">
                      <a16:creationId xmlns:a16="http://schemas.microsoft.com/office/drawing/2014/main" id="{7A38AEF1-E148-4926-9E3C-9A75C18C203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080768" y="2451745"/>
                  <a:ext cx="396720" cy="61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510351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CB5BE2-603B-4506-A799-29E60A91C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Harvest extension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89ACA68-7879-4CF1-9649-D5BA875617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452601" cy="4351338"/>
          </a:xfrm>
        </p:spPr>
        <p:txBody>
          <a:bodyPr/>
          <a:lstStyle/>
          <a:p>
            <a:r>
              <a:rPr lang="en-US" dirty="0"/>
              <a:t>General functioning</a:t>
            </a:r>
          </a:p>
          <a:p>
            <a:pPr lvl="1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Prescription</a:t>
            </a:r>
          </a:p>
          <a:p>
            <a:pPr lvl="1"/>
            <a:r>
              <a:rPr lang="en-US" dirty="0"/>
              <a:t>Stand ranking</a:t>
            </a:r>
          </a:p>
          <a:p>
            <a:pPr lvl="1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Actions</a:t>
            </a:r>
          </a:p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Example</a:t>
            </a:r>
          </a:p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Parameters</a:t>
            </a:r>
          </a:p>
        </p:txBody>
      </p: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19432150-42CC-4F45-8D30-1D6FA5604DC1}"/>
              </a:ext>
            </a:extLst>
          </p:cNvPr>
          <p:cNvGrpSpPr/>
          <p:nvPr/>
        </p:nvGrpSpPr>
        <p:grpSpPr>
          <a:xfrm>
            <a:off x="4553146" y="1690688"/>
            <a:ext cx="4528794" cy="4236616"/>
            <a:chOff x="5304408" y="544885"/>
            <a:chExt cx="6334293" cy="6145301"/>
          </a:xfrm>
        </p:grpSpPr>
        <p:pic>
          <p:nvPicPr>
            <p:cNvPr id="4" name="Image 3">
              <a:extLst>
                <a:ext uri="{FF2B5EF4-FFF2-40B4-BE49-F238E27FC236}">
                  <a16:creationId xmlns:a16="http://schemas.microsoft.com/office/drawing/2014/main" id="{2A7565D3-CEA2-48F4-A80A-EF7097F5F4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04408" y="544885"/>
              <a:ext cx="6334293" cy="6145301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1" name="Encre 10">
                  <a:extLst>
                    <a:ext uri="{FF2B5EF4-FFF2-40B4-BE49-F238E27FC236}">
                      <a16:creationId xmlns:a16="http://schemas.microsoft.com/office/drawing/2014/main" id="{704A77AE-3CC0-4FA3-BD60-DA2BDCD3027C}"/>
                    </a:ext>
                  </a:extLst>
                </p14:cNvPr>
                <p14:cNvContentPartPr/>
                <p14:nvPr/>
              </p14:nvContentPartPr>
              <p14:xfrm>
                <a:off x="5819968" y="1973665"/>
                <a:ext cx="5446440" cy="1586160"/>
              </p14:xfrm>
            </p:contentPart>
          </mc:Choice>
          <mc:Fallback xmlns="">
            <p:pic>
              <p:nvPicPr>
                <p:cNvPr id="11" name="Encre 10">
                  <a:extLst>
                    <a:ext uri="{FF2B5EF4-FFF2-40B4-BE49-F238E27FC236}">
                      <a16:creationId xmlns:a16="http://schemas.microsoft.com/office/drawing/2014/main" id="{704A77AE-3CC0-4FA3-BD60-DA2BDCD3027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731854" y="1882296"/>
                  <a:ext cx="5622164" cy="17683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2" name="Encre 11">
                  <a:extLst>
                    <a:ext uri="{FF2B5EF4-FFF2-40B4-BE49-F238E27FC236}">
                      <a16:creationId xmlns:a16="http://schemas.microsoft.com/office/drawing/2014/main" id="{B0448CDE-FED1-488B-BD56-E94316FB26B2}"/>
                    </a:ext>
                  </a:extLst>
                </p14:cNvPr>
                <p14:cNvContentPartPr/>
                <p14:nvPr/>
              </p14:nvContentPartPr>
              <p14:xfrm>
                <a:off x="7849288" y="4834585"/>
                <a:ext cx="910080" cy="1032480"/>
              </p14:xfrm>
            </p:contentPart>
          </mc:Choice>
          <mc:Fallback xmlns="">
            <p:pic>
              <p:nvPicPr>
                <p:cNvPr id="12" name="Encre 11">
                  <a:extLst>
                    <a:ext uri="{FF2B5EF4-FFF2-40B4-BE49-F238E27FC236}">
                      <a16:creationId xmlns:a16="http://schemas.microsoft.com/office/drawing/2014/main" id="{B0448CDE-FED1-488B-BD56-E94316FB26B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824120" y="4808486"/>
                  <a:ext cx="959913" cy="10841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3" name="Encre 12">
                  <a:extLst>
                    <a:ext uri="{FF2B5EF4-FFF2-40B4-BE49-F238E27FC236}">
                      <a16:creationId xmlns:a16="http://schemas.microsoft.com/office/drawing/2014/main" id="{310E5274-96AA-44C6-9B89-89D6D8D54C3A}"/>
                    </a:ext>
                  </a:extLst>
                </p14:cNvPr>
                <p14:cNvContentPartPr/>
                <p14:nvPr/>
              </p14:nvContentPartPr>
              <p14:xfrm>
                <a:off x="9623008" y="4383865"/>
                <a:ext cx="703440" cy="633600"/>
              </p14:xfrm>
            </p:contentPart>
          </mc:Choice>
          <mc:Fallback xmlns="">
            <p:pic>
              <p:nvPicPr>
                <p:cNvPr id="13" name="Encre 12">
                  <a:extLst>
                    <a:ext uri="{FF2B5EF4-FFF2-40B4-BE49-F238E27FC236}">
                      <a16:creationId xmlns:a16="http://schemas.microsoft.com/office/drawing/2014/main" id="{310E5274-96AA-44C6-9B89-89D6D8D54C3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597831" y="4357769"/>
                  <a:ext cx="753290" cy="6852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4" name="Encre 13">
                  <a:extLst>
                    <a:ext uri="{FF2B5EF4-FFF2-40B4-BE49-F238E27FC236}">
                      <a16:creationId xmlns:a16="http://schemas.microsoft.com/office/drawing/2014/main" id="{A27E3925-1C7E-4F6A-AC9E-782FC78A07B3}"/>
                    </a:ext>
                  </a:extLst>
                </p14:cNvPr>
                <p14:cNvContentPartPr/>
                <p14:nvPr/>
              </p14:nvContentPartPr>
              <p14:xfrm>
                <a:off x="7173208" y="3704905"/>
                <a:ext cx="909720" cy="774720"/>
              </p14:xfrm>
            </p:contentPart>
          </mc:Choice>
          <mc:Fallback xmlns="">
            <p:pic>
              <p:nvPicPr>
                <p:cNvPr id="14" name="Encre 13">
                  <a:extLst>
                    <a:ext uri="{FF2B5EF4-FFF2-40B4-BE49-F238E27FC236}">
                      <a16:creationId xmlns:a16="http://schemas.microsoft.com/office/drawing/2014/main" id="{A27E3925-1C7E-4F6A-AC9E-782FC78A07B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148036" y="3679325"/>
                  <a:ext cx="959561" cy="82640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5" name="Encre 14">
                  <a:extLst>
                    <a:ext uri="{FF2B5EF4-FFF2-40B4-BE49-F238E27FC236}">
                      <a16:creationId xmlns:a16="http://schemas.microsoft.com/office/drawing/2014/main" id="{96075246-1CAA-4AB0-AA18-A287E1868321}"/>
                    </a:ext>
                  </a:extLst>
                </p14:cNvPr>
                <p14:cNvContentPartPr/>
                <p14:nvPr/>
              </p14:nvContentPartPr>
              <p14:xfrm>
                <a:off x="8234128" y="5325625"/>
                <a:ext cx="123120" cy="161280"/>
              </p14:xfrm>
            </p:contentPart>
          </mc:Choice>
          <mc:Fallback xmlns="">
            <p:pic>
              <p:nvPicPr>
                <p:cNvPr id="15" name="Encre 14">
                  <a:extLst>
                    <a:ext uri="{FF2B5EF4-FFF2-40B4-BE49-F238E27FC236}">
                      <a16:creationId xmlns:a16="http://schemas.microsoft.com/office/drawing/2014/main" id="{96075246-1CAA-4AB0-AA18-A287E186832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209001" y="5300050"/>
                  <a:ext cx="172871" cy="2129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6" name="Encre 15">
                  <a:extLst>
                    <a:ext uri="{FF2B5EF4-FFF2-40B4-BE49-F238E27FC236}">
                      <a16:creationId xmlns:a16="http://schemas.microsoft.com/office/drawing/2014/main" id="{89C1B1FC-8162-465D-874B-1CE37F1D6388}"/>
                    </a:ext>
                  </a:extLst>
                </p14:cNvPr>
                <p14:cNvContentPartPr/>
                <p14:nvPr/>
              </p14:nvContentPartPr>
              <p14:xfrm>
                <a:off x="7509448" y="3974905"/>
                <a:ext cx="104760" cy="198360"/>
              </p14:xfrm>
            </p:contentPart>
          </mc:Choice>
          <mc:Fallback xmlns="">
            <p:pic>
              <p:nvPicPr>
                <p:cNvPr id="16" name="Encre 15">
                  <a:extLst>
                    <a:ext uri="{FF2B5EF4-FFF2-40B4-BE49-F238E27FC236}">
                      <a16:creationId xmlns:a16="http://schemas.microsoft.com/office/drawing/2014/main" id="{89C1B1FC-8162-465D-874B-1CE37F1D638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484769" y="3948805"/>
                  <a:ext cx="154622" cy="2500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7" name="Encre 16">
                  <a:extLst>
                    <a:ext uri="{FF2B5EF4-FFF2-40B4-BE49-F238E27FC236}">
                      <a16:creationId xmlns:a16="http://schemas.microsoft.com/office/drawing/2014/main" id="{CF105D5C-99DD-46F6-81DC-2AAE6EAFC9EB}"/>
                    </a:ext>
                  </a:extLst>
                </p14:cNvPr>
                <p14:cNvContentPartPr/>
                <p14:nvPr/>
              </p14:nvContentPartPr>
              <p14:xfrm>
                <a:off x="9908488" y="4663225"/>
                <a:ext cx="137160" cy="186480"/>
              </p14:xfrm>
            </p:contentPart>
          </mc:Choice>
          <mc:Fallback xmlns="">
            <p:pic>
              <p:nvPicPr>
                <p:cNvPr id="17" name="Encre 16">
                  <a:extLst>
                    <a:ext uri="{FF2B5EF4-FFF2-40B4-BE49-F238E27FC236}">
                      <a16:creationId xmlns:a16="http://schemas.microsoft.com/office/drawing/2014/main" id="{CF105D5C-99DD-46F6-81DC-2AAE6EAFC9E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883367" y="4637180"/>
                  <a:ext cx="186899" cy="238048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20" name="Groupe 19">
              <a:extLst>
                <a:ext uri="{FF2B5EF4-FFF2-40B4-BE49-F238E27FC236}">
                  <a16:creationId xmlns:a16="http://schemas.microsoft.com/office/drawing/2014/main" id="{4167E24C-1CBE-4409-AEE7-7559EDA9FC75}"/>
                </a:ext>
              </a:extLst>
            </p:cNvPr>
            <p:cNvGrpSpPr/>
            <p:nvPr/>
          </p:nvGrpSpPr>
          <p:grpSpPr>
            <a:xfrm>
              <a:off x="10393408" y="5406985"/>
              <a:ext cx="612000" cy="411840"/>
              <a:chOff x="10393408" y="5406985"/>
              <a:chExt cx="612000" cy="4118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7">
                <p14:nvContentPartPr>
                  <p14:cNvPr id="18" name="Encre 17">
                    <a:extLst>
                      <a:ext uri="{FF2B5EF4-FFF2-40B4-BE49-F238E27FC236}">
                        <a16:creationId xmlns:a16="http://schemas.microsoft.com/office/drawing/2014/main" id="{1AC3A8B4-5C39-421D-B27C-9F33EE854CD4}"/>
                      </a:ext>
                    </a:extLst>
                  </p14:cNvPr>
                  <p14:cNvContentPartPr/>
                  <p14:nvPr/>
                </p14:nvContentPartPr>
                <p14:xfrm>
                  <a:off x="10393408" y="5406985"/>
                  <a:ext cx="612000" cy="411840"/>
                </p14:xfrm>
              </p:contentPart>
            </mc:Choice>
            <mc:Fallback xmlns="">
              <p:pic>
                <p:nvPicPr>
                  <p:cNvPr id="18" name="Encre 17">
                    <a:extLst>
                      <a:ext uri="{FF2B5EF4-FFF2-40B4-BE49-F238E27FC236}">
                        <a16:creationId xmlns:a16="http://schemas.microsoft.com/office/drawing/2014/main" id="{1AC3A8B4-5C39-421D-B27C-9F33EE854CD4}"/>
                      </a:ext>
                    </a:extLst>
                  </p:cNvPr>
                  <p:cNvPicPr/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10368244" y="5381408"/>
                    <a:ext cx="661826" cy="46351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9">
                <p14:nvContentPartPr>
                  <p14:cNvPr id="19" name="Encre 18">
                    <a:extLst>
                      <a:ext uri="{FF2B5EF4-FFF2-40B4-BE49-F238E27FC236}">
                        <a16:creationId xmlns:a16="http://schemas.microsoft.com/office/drawing/2014/main" id="{FE61E898-CC63-4C8A-BDA6-B52AD668995C}"/>
                      </a:ext>
                    </a:extLst>
                  </p14:cNvPr>
                  <p14:cNvContentPartPr/>
                  <p14:nvPr/>
                </p14:nvContentPartPr>
                <p14:xfrm>
                  <a:off x="10596808" y="5539465"/>
                  <a:ext cx="86760" cy="138600"/>
                </p14:xfrm>
              </p:contentPart>
            </mc:Choice>
            <mc:Fallback xmlns="">
              <p:pic>
                <p:nvPicPr>
                  <p:cNvPr id="19" name="Encre 18">
                    <a:extLst>
                      <a:ext uri="{FF2B5EF4-FFF2-40B4-BE49-F238E27FC236}">
                        <a16:creationId xmlns:a16="http://schemas.microsoft.com/office/drawing/2014/main" id="{FE61E898-CC63-4C8A-BDA6-B52AD668995C}"/>
                      </a:ext>
                    </a:extLst>
                  </p:cNvPr>
                  <p:cNvPicPr/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10572234" y="5513412"/>
                    <a:ext cx="136409" cy="190184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grpSp>
        <p:nvGrpSpPr>
          <p:cNvPr id="62" name="Groupe 61">
            <a:extLst>
              <a:ext uri="{FF2B5EF4-FFF2-40B4-BE49-F238E27FC236}">
                <a16:creationId xmlns:a16="http://schemas.microsoft.com/office/drawing/2014/main" id="{8AB915D1-EF52-462C-9363-DF2EEBEFF65F}"/>
              </a:ext>
            </a:extLst>
          </p:cNvPr>
          <p:cNvGrpSpPr/>
          <p:nvPr/>
        </p:nvGrpSpPr>
        <p:grpSpPr>
          <a:xfrm>
            <a:off x="9146008" y="978265"/>
            <a:ext cx="1119960" cy="445320"/>
            <a:chOff x="9146008" y="978265"/>
            <a:chExt cx="1119960" cy="44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58" name="Encre 57">
                  <a:extLst>
                    <a:ext uri="{FF2B5EF4-FFF2-40B4-BE49-F238E27FC236}">
                      <a16:creationId xmlns:a16="http://schemas.microsoft.com/office/drawing/2014/main" id="{B5778098-029F-4E83-A427-D27FBCDFC797}"/>
                    </a:ext>
                  </a:extLst>
                </p14:cNvPr>
                <p14:cNvContentPartPr/>
                <p14:nvPr/>
              </p14:nvContentPartPr>
              <p14:xfrm>
                <a:off x="9146008" y="1102105"/>
                <a:ext cx="335880" cy="259200"/>
              </p14:xfrm>
            </p:contentPart>
          </mc:Choice>
          <mc:Fallback xmlns="">
            <p:pic>
              <p:nvPicPr>
                <p:cNvPr id="58" name="Encre 57">
                  <a:extLst>
                    <a:ext uri="{FF2B5EF4-FFF2-40B4-BE49-F238E27FC236}">
                      <a16:creationId xmlns:a16="http://schemas.microsoft.com/office/drawing/2014/main" id="{B5778098-029F-4E83-A427-D27FBCDFC79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137008" y="1093105"/>
                  <a:ext cx="35352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59" name="Encre 58">
                  <a:extLst>
                    <a:ext uri="{FF2B5EF4-FFF2-40B4-BE49-F238E27FC236}">
                      <a16:creationId xmlns:a16="http://schemas.microsoft.com/office/drawing/2014/main" id="{3237D974-25CB-45EE-A48D-1217FEDF1CA4}"/>
                    </a:ext>
                  </a:extLst>
                </p14:cNvPr>
                <p14:cNvContentPartPr/>
                <p14:nvPr/>
              </p14:nvContentPartPr>
              <p14:xfrm>
                <a:off x="9496288" y="1062505"/>
                <a:ext cx="515880" cy="250920"/>
              </p14:xfrm>
            </p:contentPart>
          </mc:Choice>
          <mc:Fallback xmlns="">
            <p:pic>
              <p:nvPicPr>
                <p:cNvPr id="59" name="Encre 58">
                  <a:extLst>
                    <a:ext uri="{FF2B5EF4-FFF2-40B4-BE49-F238E27FC236}">
                      <a16:creationId xmlns:a16="http://schemas.microsoft.com/office/drawing/2014/main" id="{3237D974-25CB-45EE-A48D-1217FEDF1CA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487648" y="1053505"/>
                  <a:ext cx="53352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60" name="Encre 59">
                  <a:extLst>
                    <a:ext uri="{FF2B5EF4-FFF2-40B4-BE49-F238E27FC236}">
                      <a16:creationId xmlns:a16="http://schemas.microsoft.com/office/drawing/2014/main" id="{5B5ADD87-43EE-4F4D-9161-D98EE8AE0465}"/>
                    </a:ext>
                  </a:extLst>
                </p14:cNvPr>
                <p14:cNvContentPartPr/>
                <p14:nvPr/>
              </p14:nvContentPartPr>
              <p14:xfrm>
                <a:off x="9984448" y="1145305"/>
                <a:ext cx="281520" cy="278280"/>
              </p14:xfrm>
            </p:contentPart>
          </mc:Choice>
          <mc:Fallback xmlns="">
            <p:pic>
              <p:nvPicPr>
                <p:cNvPr id="60" name="Encre 59">
                  <a:extLst>
                    <a:ext uri="{FF2B5EF4-FFF2-40B4-BE49-F238E27FC236}">
                      <a16:creationId xmlns:a16="http://schemas.microsoft.com/office/drawing/2014/main" id="{5B5ADD87-43EE-4F4D-9161-D98EE8AE046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975448" y="1136665"/>
                  <a:ext cx="29916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61" name="Encre 60">
                  <a:extLst>
                    <a:ext uri="{FF2B5EF4-FFF2-40B4-BE49-F238E27FC236}">
                      <a16:creationId xmlns:a16="http://schemas.microsoft.com/office/drawing/2014/main" id="{D5802FFA-6A36-4959-B972-CBB78C288B14}"/>
                    </a:ext>
                  </a:extLst>
                </p14:cNvPr>
                <p14:cNvContentPartPr/>
                <p14:nvPr/>
              </p14:nvContentPartPr>
              <p14:xfrm>
                <a:off x="9900208" y="978265"/>
                <a:ext cx="1080" cy="9360"/>
              </p14:xfrm>
            </p:contentPart>
          </mc:Choice>
          <mc:Fallback xmlns="">
            <p:pic>
              <p:nvPicPr>
                <p:cNvPr id="61" name="Encre 60">
                  <a:extLst>
                    <a:ext uri="{FF2B5EF4-FFF2-40B4-BE49-F238E27FC236}">
                      <a16:creationId xmlns:a16="http://schemas.microsoft.com/office/drawing/2014/main" id="{D5802FFA-6A36-4959-B972-CBB78C288B1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891568" y="969625"/>
                  <a:ext cx="18720" cy="2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e 69">
            <a:extLst>
              <a:ext uri="{FF2B5EF4-FFF2-40B4-BE49-F238E27FC236}">
                <a16:creationId xmlns:a16="http://schemas.microsoft.com/office/drawing/2014/main" id="{EB9EDDF5-B6CE-456B-8474-0AEC19F323CA}"/>
              </a:ext>
            </a:extLst>
          </p:cNvPr>
          <p:cNvGrpSpPr/>
          <p:nvPr/>
        </p:nvGrpSpPr>
        <p:grpSpPr>
          <a:xfrm>
            <a:off x="9617968" y="1686745"/>
            <a:ext cx="1120680" cy="285840"/>
            <a:chOff x="9617968" y="1686745"/>
            <a:chExt cx="1120680" cy="28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63" name="Encre 62">
                  <a:extLst>
                    <a:ext uri="{FF2B5EF4-FFF2-40B4-BE49-F238E27FC236}">
                      <a16:creationId xmlns:a16="http://schemas.microsoft.com/office/drawing/2014/main" id="{1705F720-842F-46A4-93B3-F14D302A9768}"/>
                    </a:ext>
                  </a:extLst>
                </p14:cNvPr>
                <p14:cNvContentPartPr/>
                <p14:nvPr/>
              </p14:nvContentPartPr>
              <p14:xfrm>
                <a:off x="9617968" y="1686745"/>
                <a:ext cx="506160" cy="262080"/>
              </p14:xfrm>
            </p:contentPart>
          </mc:Choice>
          <mc:Fallback xmlns="">
            <p:pic>
              <p:nvPicPr>
                <p:cNvPr id="63" name="Encre 62">
                  <a:extLst>
                    <a:ext uri="{FF2B5EF4-FFF2-40B4-BE49-F238E27FC236}">
                      <a16:creationId xmlns:a16="http://schemas.microsoft.com/office/drawing/2014/main" id="{1705F720-842F-46A4-93B3-F14D302A976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608968" y="1677745"/>
                  <a:ext cx="52380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64" name="Encre 63">
                  <a:extLst>
                    <a:ext uri="{FF2B5EF4-FFF2-40B4-BE49-F238E27FC236}">
                      <a16:creationId xmlns:a16="http://schemas.microsoft.com/office/drawing/2014/main" id="{B59A54B0-0C3A-4407-9EDE-824ABE9749B3}"/>
                    </a:ext>
                  </a:extLst>
                </p14:cNvPr>
                <p14:cNvContentPartPr/>
                <p14:nvPr/>
              </p14:nvContentPartPr>
              <p14:xfrm>
                <a:off x="10186408" y="1698985"/>
                <a:ext cx="172440" cy="228960"/>
              </p14:xfrm>
            </p:contentPart>
          </mc:Choice>
          <mc:Fallback xmlns="">
            <p:pic>
              <p:nvPicPr>
                <p:cNvPr id="64" name="Encre 63">
                  <a:extLst>
                    <a:ext uri="{FF2B5EF4-FFF2-40B4-BE49-F238E27FC236}">
                      <a16:creationId xmlns:a16="http://schemas.microsoft.com/office/drawing/2014/main" id="{B59A54B0-0C3A-4407-9EDE-824ABE9749B3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177768" y="1690345"/>
                  <a:ext cx="19008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65" name="Encre 64">
                  <a:extLst>
                    <a:ext uri="{FF2B5EF4-FFF2-40B4-BE49-F238E27FC236}">
                      <a16:creationId xmlns:a16="http://schemas.microsoft.com/office/drawing/2014/main" id="{BCA0AA2D-6D12-4A68-A209-3D3C7D5C4C22}"/>
                    </a:ext>
                  </a:extLst>
                </p14:cNvPr>
                <p14:cNvContentPartPr/>
                <p14:nvPr/>
              </p14:nvContentPartPr>
              <p14:xfrm>
                <a:off x="10234648" y="1832545"/>
                <a:ext cx="244080" cy="16200"/>
              </p14:xfrm>
            </p:contentPart>
          </mc:Choice>
          <mc:Fallback xmlns="">
            <p:pic>
              <p:nvPicPr>
                <p:cNvPr id="65" name="Encre 64">
                  <a:extLst>
                    <a:ext uri="{FF2B5EF4-FFF2-40B4-BE49-F238E27FC236}">
                      <a16:creationId xmlns:a16="http://schemas.microsoft.com/office/drawing/2014/main" id="{BCA0AA2D-6D12-4A68-A209-3D3C7D5C4C2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225648" y="1823905"/>
                  <a:ext cx="2617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66" name="Encre 65">
                  <a:extLst>
                    <a:ext uri="{FF2B5EF4-FFF2-40B4-BE49-F238E27FC236}">
                      <a16:creationId xmlns:a16="http://schemas.microsoft.com/office/drawing/2014/main" id="{9D3F5262-C10D-4851-865D-A4C47E020FB0}"/>
                    </a:ext>
                  </a:extLst>
                </p14:cNvPr>
                <p14:cNvContentPartPr/>
                <p14:nvPr/>
              </p14:nvContentPartPr>
              <p14:xfrm>
                <a:off x="10401688" y="1770985"/>
                <a:ext cx="336960" cy="201600"/>
              </p14:xfrm>
            </p:contentPart>
          </mc:Choice>
          <mc:Fallback xmlns="">
            <p:pic>
              <p:nvPicPr>
                <p:cNvPr id="66" name="Encre 65">
                  <a:extLst>
                    <a:ext uri="{FF2B5EF4-FFF2-40B4-BE49-F238E27FC236}">
                      <a16:creationId xmlns:a16="http://schemas.microsoft.com/office/drawing/2014/main" id="{9D3F5262-C10D-4851-865D-A4C47E020FB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392688" y="1761985"/>
                  <a:ext cx="354600" cy="21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e 68">
            <a:extLst>
              <a:ext uri="{FF2B5EF4-FFF2-40B4-BE49-F238E27FC236}">
                <a16:creationId xmlns:a16="http://schemas.microsoft.com/office/drawing/2014/main" id="{BC4678FE-BAC4-4C11-83E7-16DF8FAC53DA}"/>
              </a:ext>
            </a:extLst>
          </p:cNvPr>
          <p:cNvGrpSpPr/>
          <p:nvPr/>
        </p:nvGrpSpPr>
        <p:grpSpPr>
          <a:xfrm>
            <a:off x="9745768" y="2151505"/>
            <a:ext cx="1139040" cy="232560"/>
            <a:chOff x="9745768" y="2151505"/>
            <a:chExt cx="1139040" cy="23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67" name="Encre 66">
                  <a:extLst>
                    <a:ext uri="{FF2B5EF4-FFF2-40B4-BE49-F238E27FC236}">
                      <a16:creationId xmlns:a16="http://schemas.microsoft.com/office/drawing/2014/main" id="{062D507D-49EB-4196-B56D-A069561448BF}"/>
                    </a:ext>
                  </a:extLst>
                </p14:cNvPr>
                <p14:cNvContentPartPr/>
                <p14:nvPr/>
              </p14:nvContentPartPr>
              <p14:xfrm>
                <a:off x="9745768" y="2151505"/>
                <a:ext cx="370800" cy="232560"/>
              </p14:xfrm>
            </p:contentPart>
          </mc:Choice>
          <mc:Fallback xmlns="">
            <p:pic>
              <p:nvPicPr>
                <p:cNvPr id="67" name="Encre 66">
                  <a:extLst>
                    <a:ext uri="{FF2B5EF4-FFF2-40B4-BE49-F238E27FC236}">
                      <a16:creationId xmlns:a16="http://schemas.microsoft.com/office/drawing/2014/main" id="{062D507D-49EB-4196-B56D-A069561448B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737128" y="2142865"/>
                  <a:ext cx="38844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68" name="Encre 67">
                  <a:extLst>
                    <a:ext uri="{FF2B5EF4-FFF2-40B4-BE49-F238E27FC236}">
                      <a16:creationId xmlns:a16="http://schemas.microsoft.com/office/drawing/2014/main" id="{E52B4ACC-0862-44BC-9E17-D9FBE61C617C}"/>
                    </a:ext>
                  </a:extLst>
                </p14:cNvPr>
                <p14:cNvContentPartPr/>
                <p14:nvPr/>
              </p14:nvContentPartPr>
              <p14:xfrm>
                <a:off x="10104328" y="2152225"/>
                <a:ext cx="780480" cy="215280"/>
              </p14:xfrm>
            </p:contentPart>
          </mc:Choice>
          <mc:Fallback xmlns="">
            <p:pic>
              <p:nvPicPr>
                <p:cNvPr id="68" name="Encre 67">
                  <a:extLst>
                    <a:ext uri="{FF2B5EF4-FFF2-40B4-BE49-F238E27FC236}">
                      <a16:creationId xmlns:a16="http://schemas.microsoft.com/office/drawing/2014/main" id="{E52B4ACC-0862-44BC-9E17-D9FBE61C617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095328" y="2143225"/>
                  <a:ext cx="798120" cy="23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e 81">
            <a:extLst>
              <a:ext uri="{FF2B5EF4-FFF2-40B4-BE49-F238E27FC236}">
                <a16:creationId xmlns:a16="http://schemas.microsoft.com/office/drawing/2014/main" id="{D4B94B33-24F4-4387-9D7B-8BB1CE1E5FB6}"/>
              </a:ext>
            </a:extLst>
          </p:cNvPr>
          <p:cNvGrpSpPr/>
          <p:nvPr/>
        </p:nvGrpSpPr>
        <p:grpSpPr>
          <a:xfrm>
            <a:off x="9705448" y="2590705"/>
            <a:ext cx="1223280" cy="243720"/>
            <a:chOff x="9705448" y="2590705"/>
            <a:chExt cx="1223280" cy="24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71" name="Encre 70">
                  <a:extLst>
                    <a:ext uri="{FF2B5EF4-FFF2-40B4-BE49-F238E27FC236}">
                      <a16:creationId xmlns:a16="http://schemas.microsoft.com/office/drawing/2014/main" id="{BCAD9C90-9E39-4ACB-B794-28ABD07DD3F6}"/>
                    </a:ext>
                  </a:extLst>
                </p14:cNvPr>
                <p14:cNvContentPartPr/>
                <p14:nvPr/>
              </p14:nvContentPartPr>
              <p14:xfrm>
                <a:off x="9705448" y="2597185"/>
                <a:ext cx="142920" cy="237240"/>
              </p14:xfrm>
            </p:contentPart>
          </mc:Choice>
          <mc:Fallback xmlns="">
            <p:pic>
              <p:nvPicPr>
                <p:cNvPr id="71" name="Encre 70">
                  <a:extLst>
                    <a:ext uri="{FF2B5EF4-FFF2-40B4-BE49-F238E27FC236}">
                      <a16:creationId xmlns:a16="http://schemas.microsoft.com/office/drawing/2014/main" id="{BCAD9C90-9E39-4ACB-B794-28ABD07DD3F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696448" y="2588545"/>
                  <a:ext cx="16056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72" name="Encre 71">
                  <a:extLst>
                    <a:ext uri="{FF2B5EF4-FFF2-40B4-BE49-F238E27FC236}">
                      <a16:creationId xmlns:a16="http://schemas.microsoft.com/office/drawing/2014/main" id="{00F4EC61-FCF7-4146-A9E9-70EF3B7F95B6}"/>
                    </a:ext>
                  </a:extLst>
                </p14:cNvPr>
                <p14:cNvContentPartPr/>
                <p14:nvPr/>
              </p14:nvContentPartPr>
              <p14:xfrm>
                <a:off x="9722008" y="2614105"/>
                <a:ext cx="153360" cy="108360"/>
              </p14:xfrm>
            </p:contentPart>
          </mc:Choice>
          <mc:Fallback xmlns="">
            <p:pic>
              <p:nvPicPr>
                <p:cNvPr id="72" name="Encre 71">
                  <a:extLst>
                    <a:ext uri="{FF2B5EF4-FFF2-40B4-BE49-F238E27FC236}">
                      <a16:creationId xmlns:a16="http://schemas.microsoft.com/office/drawing/2014/main" id="{00F4EC61-FCF7-4146-A9E9-70EF3B7F95B6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713368" y="2605105"/>
                  <a:ext cx="171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73" name="Encre 72">
                  <a:extLst>
                    <a:ext uri="{FF2B5EF4-FFF2-40B4-BE49-F238E27FC236}">
                      <a16:creationId xmlns:a16="http://schemas.microsoft.com/office/drawing/2014/main" id="{79337A36-E58F-4888-934D-6F560F72DC6E}"/>
                    </a:ext>
                  </a:extLst>
                </p14:cNvPr>
                <p14:cNvContentPartPr/>
                <p14:nvPr/>
              </p14:nvContentPartPr>
              <p14:xfrm>
                <a:off x="9889048" y="2668825"/>
                <a:ext cx="165960" cy="157680"/>
              </p14:xfrm>
            </p:contentPart>
          </mc:Choice>
          <mc:Fallback xmlns="">
            <p:pic>
              <p:nvPicPr>
                <p:cNvPr id="73" name="Encre 72">
                  <a:extLst>
                    <a:ext uri="{FF2B5EF4-FFF2-40B4-BE49-F238E27FC236}">
                      <a16:creationId xmlns:a16="http://schemas.microsoft.com/office/drawing/2014/main" id="{79337A36-E58F-4888-934D-6F560F72DC6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880048" y="2659825"/>
                  <a:ext cx="18360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74" name="Encre 73">
                  <a:extLst>
                    <a:ext uri="{FF2B5EF4-FFF2-40B4-BE49-F238E27FC236}">
                      <a16:creationId xmlns:a16="http://schemas.microsoft.com/office/drawing/2014/main" id="{E06D21C3-25B8-473A-A3E7-0B93D29D3F4E}"/>
                    </a:ext>
                  </a:extLst>
                </p14:cNvPr>
                <p14:cNvContentPartPr/>
                <p14:nvPr/>
              </p14:nvContentPartPr>
              <p14:xfrm>
                <a:off x="10048528" y="2669545"/>
                <a:ext cx="253440" cy="137160"/>
              </p14:xfrm>
            </p:contentPart>
          </mc:Choice>
          <mc:Fallback xmlns="">
            <p:pic>
              <p:nvPicPr>
                <p:cNvPr id="74" name="Encre 73">
                  <a:extLst>
                    <a:ext uri="{FF2B5EF4-FFF2-40B4-BE49-F238E27FC236}">
                      <a16:creationId xmlns:a16="http://schemas.microsoft.com/office/drawing/2014/main" id="{E06D21C3-25B8-473A-A3E7-0B93D29D3F4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039888" y="2660545"/>
                  <a:ext cx="2710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75" name="Encre 74">
                  <a:extLst>
                    <a:ext uri="{FF2B5EF4-FFF2-40B4-BE49-F238E27FC236}">
                      <a16:creationId xmlns:a16="http://schemas.microsoft.com/office/drawing/2014/main" id="{79BA310C-79B3-4FFE-BAA2-18F6197A4F77}"/>
                    </a:ext>
                  </a:extLst>
                </p14:cNvPr>
                <p14:cNvContentPartPr/>
                <p14:nvPr/>
              </p14:nvContentPartPr>
              <p14:xfrm>
                <a:off x="10314928" y="2656945"/>
                <a:ext cx="462600" cy="133200"/>
              </p14:xfrm>
            </p:contentPart>
          </mc:Choice>
          <mc:Fallback xmlns="">
            <p:pic>
              <p:nvPicPr>
                <p:cNvPr id="75" name="Encre 74">
                  <a:extLst>
                    <a:ext uri="{FF2B5EF4-FFF2-40B4-BE49-F238E27FC236}">
                      <a16:creationId xmlns:a16="http://schemas.microsoft.com/office/drawing/2014/main" id="{79BA310C-79B3-4FFE-BAA2-18F6197A4F77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306288" y="2648305"/>
                  <a:ext cx="4802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76" name="Encre 75">
                  <a:extLst>
                    <a:ext uri="{FF2B5EF4-FFF2-40B4-BE49-F238E27FC236}">
                      <a16:creationId xmlns:a16="http://schemas.microsoft.com/office/drawing/2014/main" id="{F6F3E971-F71C-4FDB-815B-2107D00932B2}"/>
                    </a:ext>
                  </a:extLst>
                </p14:cNvPr>
                <p14:cNvContentPartPr/>
                <p14:nvPr/>
              </p14:nvContentPartPr>
              <p14:xfrm>
                <a:off x="10761328" y="2590705"/>
                <a:ext cx="20880" cy="13680"/>
              </p14:xfrm>
            </p:contentPart>
          </mc:Choice>
          <mc:Fallback xmlns="">
            <p:pic>
              <p:nvPicPr>
                <p:cNvPr id="76" name="Encre 75">
                  <a:extLst>
                    <a:ext uri="{FF2B5EF4-FFF2-40B4-BE49-F238E27FC236}">
                      <a16:creationId xmlns:a16="http://schemas.microsoft.com/office/drawing/2014/main" id="{F6F3E971-F71C-4FDB-815B-2107D00932B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752688" y="2582065"/>
                  <a:ext cx="385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77" name="Encre 76">
                  <a:extLst>
                    <a:ext uri="{FF2B5EF4-FFF2-40B4-BE49-F238E27FC236}">
                      <a16:creationId xmlns:a16="http://schemas.microsoft.com/office/drawing/2014/main" id="{0CC08010-F6DC-44E7-97F1-49B03F76EAA4}"/>
                    </a:ext>
                  </a:extLst>
                </p14:cNvPr>
                <p14:cNvContentPartPr/>
                <p14:nvPr/>
              </p14:nvContentPartPr>
              <p14:xfrm>
                <a:off x="10793728" y="2649385"/>
                <a:ext cx="135000" cy="154080"/>
              </p14:xfrm>
            </p:contentPart>
          </mc:Choice>
          <mc:Fallback xmlns="">
            <p:pic>
              <p:nvPicPr>
                <p:cNvPr id="77" name="Encre 76">
                  <a:extLst>
                    <a:ext uri="{FF2B5EF4-FFF2-40B4-BE49-F238E27FC236}">
                      <a16:creationId xmlns:a16="http://schemas.microsoft.com/office/drawing/2014/main" id="{0CC08010-F6DC-44E7-97F1-49B03F76EAA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784728" y="2640745"/>
                  <a:ext cx="152640" cy="17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e 83">
            <a:extLst>
              <a:ext uri="{FF2B5EF4-FFF2-40B4-BE49-F238E27FC236}">
                <a16:creationId xmlns:a16="http://schemas.microsoft.com/office/drawing/2014/main" id="{E363BFB0-2780-4A59-B640-D1055BD51FDD}"/>
              </a:ext>
            </a:extLst>
          </p:cNvPr>
          <p:cNvGrpSpPr/>
          <p:nvPr/>
        </p:nvGrpSpPr>
        <p:grpSpPr>
          <a:xfrm>
            <a:off x="9722008" y="2998945"/>
            <a:ext cx="1882080" cy="427680"/>
            <a:chOff x="9722008" y="2998945"/>
            <a:chExt cx="1882080" cy="42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78" name="Encre 77">
                  <a:extLst>
                    <a:ext uri="{FF2B5EF4-FFF2-40B4-BE49-F238E27FC236}">
                      <a16:creationId xmlns:a16="http://schemas.microsoft.com/office/drawing/2014/main" id="{DA801C44-D3E6-4D1C-909A-FCF047E05006}"/>
                    </a:ext>
                  </a:extLst>
                </p14:cNvPr>
                <p14:cNvContentPartPr/>
                <p14:nvPr/>
              </p14:nvContentPartPr>
              <p14:xfrm>
                <a:off x="9722008" y="3023425"/>
                <a:ext cx="1151280" cy="403200"/>
              </p14:xfrm>
            </p:contentPart>
          </mc:Choice>
          <mc:Fallback xmlns="">
            <p:pic>
              <p:nvPicPr>
                <p:cNvPr id="78" name="Encre 77">
                  <a:extLst>
                    <a:ext uri="{FF2B5EF4-FFF2-40B4-BE49-F238E27FC236}">
                      <a16:creationId xmlns:a16="http://schemas.microsoft.com/office/drawing/2014/main" id="{DA801C44-D3E6-4D1C-909A-FCF047E05006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713368" y="3014425"/>
                  <a:ext cx="1168920" cy="42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79" name="Encre 78">
                  <a:extLst>
                    <a:ext uri="{FF2B5EF4-FFF2-40B4-BE49-F238E27FC236}">
                      <a16:creationId xmlns:a16="http://schemas.microsoft.com/office/drawing/2014/main" id="{3AC33B2A-5B5A-45B0-9857-B0809E83F15A}"/>
                    </a:ext>
                  </a:extLst>
                </p14:cNvPr>
                <p14:cNvContentPartPr/>
                <p14:nvPr/>
              </p14:nvContentPartPr>
              <p14:xfrm>
                <a:off x="10579528" y="3090025"/>
                <a:ext cx="126360" cy="18360"/>
              </p14:xfrm>
            </p:contentPart>
          </mc:Choice>
          <mc:Fallback xmlns="">
            <p:pic>
              <p:nvPicPr>
                <p:cNvPr id="79" name="Encre 78">
                  <a:extLst>
                    <a:ext uri="{FF2B5EF4-FFF2-40B4-BE49-F238E27FC236}">
                      <a16:creationId xmlns:a16="http://schemas.microsoft.com/office/drawing/2014/main" id="{3AC33B2A-5B5A-45B0-9857-B0809E83F15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570888" y="3081025"/>
                  <a:ext cx="144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80" name="Encre 79">
                  <a:extLst>
                    <a:ext uri="{FF2B5EF4-FFF2-40B4-BE49-F238E27FC236}">
                      <a16:creationId xmlns:a16="http://schemas.microsoft.com/office/drawing/2014/main" id="{EDB0BEF2-A70D-4CC6-9368-BF9B2C72DE69}"/>
                    </a:ext>
                  </a:extLst>
                </p14:cNvPr>
                <p14:cNvContentPartPr/>
                <p14:nvPr/>
              </p14:nvContentPartPr>
              <p14:xfrm>
                <a:off x="10991728" y="2998945"/>
                <a:ext cx="179640" cy="234360"/>
              </p14:xfrm>
            </p:contentPart>
          </mc:Choice>
          <mc:Fallback xmlns="">
            <p:pic>
              <p:nvPicPr>
                <p:cNvPr id="80" name="Encre 79">
                  <a:extLst>
                    <a:ext uri="{FF2B5EF4-FFF2-40B4-BE49-F238E27FC236}">
                      <a16:creationId xmlns:a16="http://schemas.microsoft.com/office/drawing/2014/main" id="{EDB0BEF2-A70D-4CC6-9368-BF9B2C72DE69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983088" y="2990305"/>
                  <a:ext cx="19728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83" name="Encre 82">
                  <a:extLst>
                    <a:ext uri="{FF2B5EF4-FFF2-40B4-BE49-F238E27FC236}">
                      <a16:creationId xmlns:a16="http://schemas.microsoft.com/office/drawing/2014/main" id="{0C193423-7154-4E8E-A8B1-3CD4D816F87F}"/>
                    </a:ext>
                  </a:extLst>
                </p14:cNvPr>
                <p14:cNvContentPartPr/>
                <p14:nvPr/>
              </p14:nvContentPartPr>
              <p14:xfrm>
                <a:off x="10951768" y="3093985"/>
                <a:ext cx="652320" cy="264600"/>
              </p14:xfrm>
            </p:contentPart>
          </mc:Choice>
          <mc:Fallback xmlns="">
            <p:pic>
              <p:nvPicPr>
                <p:cNvPr id="83" name="Encre 82">
                  <a:extLst>
                    <a:ext uri="{FF2B5EF4-FFF2-40B4-BE49-F238E27FC236}">
                      <a16:creationId xmlns:a16="http://schemas.microsoft.com/office/drawing/2014/main" id="{0C193423-7154-4E8E-A8B1-3CD4D816F87F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942768" y="3084985"/>
                  <a:ext cx="669960" cy="28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e 93">
            <a:extLst>
              <a:ext uri="{FF2B5EF4-FFF2-40B4-BE49-F238E27FC236}">
                <a16:creationId xmlns:a16="http://schemas.microsoft.com/office/drawing/2014/main" id="{CA4BD349-DD81-4FB2-90E8-1746E2DA60C7}"/>
              </a:ext>
            </a:extLst>
          </p:cNvPr>
          <p:cNvGrpSpPr/>
          <p:nvPr/>
        </p:nvGrpSpPr>
        <p:grpSpPr>
          <a:xfrm>
            <a:off x="9096688" y="3771145"/>
            <a:ext cx="652320" cy="313560"/>
            <a:chOff x="9096688" y="3771145"/>
            <a:chExt cx="652320" cy="31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85" name="Encre 84">
                  <a:extLst>
                    <a:ext uri="{FF2B5EF4-FFF2-40B4-BE49-F238E27FC236}">
                      <a16:creationId xmlns:a16="http://schemas.microsoft.com/office/drawing/2014/main" id="{FA5A671F-573E-4E22-93B1-4FFFBEB81ECE}"/>
                    </a:ext>
                  </a:extLst>
                </p14:cNvPr>
                <p14:cNvContentPartPr/>
                <p14:nvPr/>
              </p14:nvContentPartPr>
              <p14:xfrm>
                <a:off x="9096688" y="3906145"/>
                <a:ext cx="141480" cy="178560"/>
              </p14:xfrm>
            </p:contentPart>
          </mc:Choice>
          <mc:Fallback xmlns="">
            <p:pic>
              <p:nvPicPr>
                <p:cNvPr id="85" name="Encre 84">
                  <a:extLst>
                    <a:ext uri="{FF2B5EF4-FFF2-40B4-BE49-F238E27FC236}">
                      <a16:creationId xmlns:a16="http://schemas.microsoft.com/office/drawing/2014/main" id="{FA5A671F-573E-4E22-93B1-4FFFBEB81ECE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087688" y="3897505"/>
                  <a:ext cx="15912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86" name="Encre 85">
                  <a:extLst>
                    <a:ext uri="{FF2B5EF4-FFF2-40B4-BE49-F238E27FC236}">
                      <a16:creationId xmlns:a16="http://schemas.microsoft.com/office/drawing/2014/main" id="{0DEE83A3-35BA-4B7C-90AF-7F44385BB06E}"/>
                    </a:ext>
                  </a:extLst>
                </p14:cNvPr>
                <p14:cNvContentPartPr/>
                <p14:nvPr/>
              </p14:nvContentPartPr>
              <p14:xfrm>
                <a:off x="9283528" y="3892465"/>
                <a:ext cx="177120" cy="172080"/>
              </p14:xfrm>
            </p:contentPart>
          </mc:Choice>
          <mc:Fallback xmlns="">
            <p:pic>
              <p:nvPicPr>
                <p:cNvPr id="86" name="Encre 85">
                  <a:extLst>
                    <a:ext uri="{FF2B5EF4-FFF2-40B4-BE49-F238E27FC236}">
                      <a16:creationId xmlns:a16="http://schemas.microsoft.com/office/drawing/2014/main" id="{0DEE83A3-35BA-4B7C-90AF-7F44385BB06E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274528" y="3883465"/>
                  <a:ext cx="19476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87" name="Encre 86">
                  <a:extLst>
                    <a:ext uri="{FF2B5EF4-FFF2-40B4-BE49-F238E27FC236}">
                      <a16:creationId xmlns:a16="http://schemas.microsoft.com/office/drawing/2014/main" id="{0407FBB4-7447-45F5-BFAD-E425B60C773A}"/>
                    </a:ext>
                  </a:extLst>
                </p14:cNvPr>
                <p14:cNvContentPartPr/>
                <p14:nvPr/>
              </p14:nvContentPartPr>
              <p14:xfrm>
                <a:off x="9475408" y="3847825"/>
                <a:ext cx="137160" cy="183240"/>
              </p14:xfrm>
            </p:contentPart>
          </mc:Choice>
          <mc:Fallback xmlns="">
            <p:pic>
              <p:nvPicPr>
                <p:cNvPr id="87" name="Encre 86">
                  <a:extLst>
                    <a:ext uri="{FF2B5EF4-FFF2-40B4-BE49-F238E27FC236}">
                      <a16:creationId xmlns:a16="http://schemas.microsoft.com/office/drawing/2014/main" id="{0407FBB4-7447-45F5-BFAD-E425B60C773A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466408" y="3839185"/>
                  <a:ext cx="1548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88" name="Encre 87">
                  <a:extLst>
                    <a:ext uri="{FF2B5EF4-FFF2-40B4-BE49-F238E27FC236}">
                      <a16:creationId xmlns:a16="http://schemas.microsoft.com/office/drawing/2014/main" id="{B10EA9F9-E789-4955-96E8-FEC8C1243464}"/>
                    </a:ext>
                  </a:extLst>
                </p14:cNvPr>
                <p14:cNvContentPartPr/>
                <p14:nvPr/>
              </p14:nvContentPartPr>
              <p14:xfrm>
                <a:off x="9581608" y="3771145"/>
                <a:ext cx="167400" cy="244440"/>
              </p14:xfrm>
            </p:contentPart>
          </mc:Choice>
          <mc:Fallback xmlns="">
            <p:pic>
              <p:nvPicPr>
                <p:cNvPr id="88" name="Encre 87">
                  <a:extLst>
                    <a:ext uri="{FF2B5EF4-FFF2-40B4-BE49-F238E27FC236}">
                      <a16:creationId xmlns:a16="http://schemas.microsoft.com/office/drawing/2014/main" id="{B10EA9F9-E789-4955-96E8-FEC8C1243464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572968" y="3762505"/>
                  <a:ext cx="185040" cy="26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e 92">
            <a:extLst>
              <a:ext uri="{FF2B5EF4-FFF2-40B4-BE49-F238E27FC236}">
                <a16:creationId xmlns:a16="http://schemas.microsoft.com/office/drawing/2014/main" id="{641DF7DD-F2D2-47F6-AF00-904DA49B48CC}"/>
              </a:ext>
            </a:extLst>
          </p:cNvPr>
          <p:cNvGrpSpPr/>
          <p:nvPr/>
        </p:nvGrpSpPr>
        <p:grpSpPr>
          <a:xfrm>
            <a:off x="10084168" y="3763585"/>
            <a:ext cx="651240" cy="257040"/>
            <a:chOff x="10084168" y="3763585"/>
            <a:chExt cx="651240" cy="25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89" name="Encre 88">
                  <a:extLst>
                    <a:ext uri="{FF2B5EF4-FFF2-40B4-BE49-F238E27FC236}">
                      <a16:creationId xmlns:a16="http://schemas.microsoft.com/office/drawing/2014/main" id="{9DC7EC3E-C64E-42DA-A294-8654D81E68BE}"/>
                    </a:ext>
                  </a:extLst>
                </p14:cNvPr>
                <p14:cNvContentPartPr/>
                <p14:nvPr/>
              </p14:nvContentPartPr>
              <p14:xfrm>
                <a:off x="10084168" y="3763585"/>
                <a:ext cx="213120" cy="257040"/>
              </p14:xfrm>
            </p:contentPart>
          </mc:Choice>
          <mc:Fallback xmlns="">
            <p:pic>
              <p:nvPicPr>
                <p:cNvPr id="89" name="Encre 88">
                  <a:extLst>
                    <a:ext uri="{FF2B5EF4-FFF2-40B4-BE49-F238E27FC236}">
                      <a16:creationId xmlns:a16="http://schemas.microsoft.com/office/drawing/2014/main" id="{9DC7EC3E-C64E-42DA-A294-8654D81E68BE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075528" y="3754945"/>
                  <a:ext cx="23076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90" name="Encre 89">
                  <a:extLst>
                    <a:ext uri="{FF2B5EF4-FFF2-40B4-BE49-F238E27FC236}">
                      <a16:creationId xmlns:a16="http://schemas.microsoft.com/office/drawing/2014/main" id="{92554673-3F34-4BB1-BDF9-25B6628179BD}"/>
                    </a:ext>
                  </a:extLst>
                </p14:cNvPr>
                <p14:cNvContentPartPr/>
                <p14:nvPr/>
              </p14:nvContentPartPr>
              <p14:xfrm>
                <a:off x="10326448" y="3821545"/>
                <a:ext cx="150840" cy="187200"/>
              </p14:xfrm>
            </p:contentPart>
          </mc:Choice>
          <mc:Fallback xmlns="">
            <p:pic>
              <p:nvPicPr>
                <p:cNvPr id="90" name="Encre 89">
                  <a:extLst>
                    <a:ext uri="{FF2B5EF4-FFF2-40B4-BE49-F238E27FC236}">
                      <a16:creationId xmlns:a16="http://schemas.microsoft.com/office/drawing/2014/main" id="{92554673-3F34-4BB1-BDF9-25B6628179BD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317808" y="3812545"/>
                  <a:ext cx="16848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91" name="Encre 90">
                  <a:extLst>
                    <a:ext uri="{FF2B5EF4-FFF2-40B4-BE49-F238E27FC236}">
                      <a16:creationId xmlns:a16="http://schemas.microsoft.com/office/drawing/2014/main" id="{0918C08D-F65C-4B24-B6CC-A749172AE7EC}"/>
                    </a:ext>
                  </a:extLst>
                </p14:cNvPr>
                <p14:cNvContentPartPr/>
                <p14:nvPr/>
              </p14:nvContentPartPr>
              <p14:xfrm>
                <a:off x="10556848" y="3819385"/>
                <a:ext cx="99360" cy="182160"/>
              </p14:xfrm>
            </p:contentPart>
          </mc:Choice>
          <mc:Fallback xmlns="">
            <p:pic>
              <p:nvPicPr>
                <p:cNvPr id="91" name="Encre 90">
                  <a:extLst>
                    <a:ext uri="{FF2B5EF4-FFF2-40B4-BE49-F238E27FC236}">
                      <a16:creationId xmlns:a16="http://schemas.microsoft.com/office/drawing/2014/main" id="{0918C08D-F65C-4B24-B6CC-A749172AE7E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547848" y="3810385"/>
                  <a:ext cx="11700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92" name="Encre 91">
                  <a:extLst>
                    <a:ext uri="{FF2B5EF4-FFF2-40B4-BE49-F238E27FC236}">
                      <a16:creationId xmlns:a16="http://schemas.microsoft.com/office/drawing/2014/main" id="{780EB709-A28A-49B6-8B92-85F754AB171C}"/>
                    </a:ext>
                  </a:extLst>
                </p14:cNvPr>
                <p14:cNvContentPartPr/>
                <p14:nvPr/>
              </p14:nvContentPartPr>
              <p14:xfrm>
                <a:off x="10530928" y="3807505"/>
                <a:ext cx="204480" cy="156600"/>
              </p14:xfrm>
            </p:contentPart>
          </mc:Choice>
          <mc:Fallback xmlns="">
            <p:pic>
              <p:nvPicPr>
                <p:cNvPr id="92" name="Encre 91">
                  <a:extLst>
                    <a:ext uri="{FF2B5EF4-FFF2-40B4-BE49-F238E27FC236}">
                      <a16:creationId xmlns:a16="http://schemas.microsoft.com/office/drawing/2014/main" id="{780EB709-A28A-49B6-8B92-85F754AB171C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522288" y="3798505"/>
                  <a:ext cx="222120" cy="17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e 97">
            <a:extLst>
              <a:ext uri="{FF2B5EF4-FFF2-40B4-BE49-F238E27FC236}">
                <a16:creationId xmlns:a16="http://schemas.microsoft.com/office/drawing/2014/main" id="{4C0F7D0A-0D68-4AEE-8C60-85FEDEC2275A}"/>
              </a:ext>
            </a:extLst>
          </p:cNvPr>
          <p:cNvGrpSpPr/>
          <p:nvPr/>
        </p:nvGrpSpPr>
        <p:grpSpPr>
          <a:xfrm>
            <a:off x="9988048" y="3679345"/>
            <a:ext cx="935640" cy="483120"/>
            <a:chOff x="9988048" y="3679345"/>
            <a:chExt cx="935640" cy="48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95" name="Encre 94">
                  <a:extLst>
                    <a:ext uri="{FF2B5EF4-FFF2-40B4-BE49-F238E27FC236}">
                      <a16:creationId xmlns:a16="http://schemas.microsoft.com/office/drawing/2014/main" id="{1ACF15C2-802F-4676-A0F5-248E95889077}"/>
                    </a:ext>
                  </a:extLst>
                </p14:cNvPr>
                <p14:cNvContentPartPr/>
                <p14:nvPr/>
              </p14:nvContentPartPr>
              <p14:xfrm>
                <a:off x="10043128" y="3763225"/>
                <a:ext cx="70560" cy="286920"/>
              </p14:xfrm>
            </p:contentPart>
          </mc:Choice>
          <mc:Fallback xmlns="">
            <p:pic>
              <p:nvPicPr>
                <p:cNvPr id="95" name="Encre 94">
                  <a:extLst>
                    <a:ext uri="{FF2B5EF4-FFF2-40B4-BE49-F238E27FC236}">
                      <a16:creationId xmlns:a16="http://schemas.microsoft.com/office/drawing/2014/main" id="{1ACF15C2-802F-4676-A0F5-248E95889077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034128" y="3754225"/>
                  <a:ext cx="8820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96" name="Encre 95">
                  <a:extLst>
                    <a:ext uri="{FF2B5EF4-FFF2-40B4-BE49-F238E27FC236}">
                      <a16:creationId xmlns:a16="http://schemas.microsoft.com/office/drawing/2014/main" id="{8352B1D2-3003-4129-9E09-3CCF0D4FB96C}"/>
                    </a:ext>
                  </a:extLst>
                </p14:cNvPr>
                <p14:cNvContentPartPr/>
                <p14:nvPr/>
              </p14:nvContentPartPr>
              <p14:xfrm>
                <a:off x="9988048" y="3679345"/>
                <a:ext cx="935640" cy="459720"/>
              </p14:xfrm>
            </p:contentPart>
          </mc:Choice>
          <mc:Fallback xmlns="">
            <p:pic>
              <p:nvPicPr>
                <p:cNvPr id="96" name="Encre 95">
                  <a:extLst>
                    <a:ext uri="{FF2B5EF4-FFF2-40B4-BE49-F238E27FC236}">
                      <a16:creationId xmlns:a16="http://schemas.microsoft.com/office/drawing/2014/main" id="{8352B1D2-3003-4129-9E09-3CCF0D4FB96C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979048" y="3670345"/>
                  <a:ext cx="953280" cy="47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97" name="Encre 96">
                  <a:extLst>
                    <a:ext uri="{FF2B5EF4-FFF2-40B4-BE49-F238E27FC236}">
                      <a16:creationId xmlns:a16="http://schemas.microsoft.com/office/drawing/2014/main" id="{E2549FCF-CD26-406C-8BEE-DC617079EFE9}"/>
                    </a:ext>
                  </a:extLst>
                </p14:cNvPr>
                <p14:cNvContentPartPr/>
                <p14:nvPr/>
              </p14:nvContentPartPr>
              <p14:xfrm>
                <a:off x="10004248" y="3729745"/>
                <a:ext cx="912960" cy="432720"/>
              </p14:xfrm>
            </p:contentPart>
          </mc:Choice>
          <mc:Fallback xmlns="">
            <p:pic>
              <p:nvPicPr>
                <p:cNvPr id="97" name="Encre 96">
                  <a:extLst>
                    <a:ext uri="{FF2B5EF4-FFF2-40B4-BE49-F238E27FC236}">
                      <a16:creationId xmlns:a16="http://schemas.microsoft.com/office/drawing/2014/main" id="{E2549FCF-CD26-406C-8BEE-DC617079EFE9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995248" y="3720745"/>
                  <a:ext cx="930600" cy="45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e 108">
            <a:extLst>
              <a:ext uri="{FF2B5EF4-FFF2-40B4-BE49-F238E27FC236}">
                <a16:creationId xmlns:a16="http://schemas.microsoft.com/office/drawing/2014/main" id="{7B63AF98-F570-4636-9FC1-960856EDA26A}"/>
              </a:ext>
            </a:extLst>
          </p:cNvPr>
          <p:cNvGrpSpPr/>
          <p:nvPr/>
        </p:nvGrpSpPr>
        <p:grpSpPr>
          <a:xfrm>
            <a:off x="9144568" y="4825585"/>
            <a:ext cx="2815920" cy="660600"/>
            <a:chOff x="9144568" y="4825585"/>
            <a:chExt cx="2815920" cy="66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99" name="Encre 98">
                  <a:extLst>
                    <a:ext uri="{FF2B5EF4-FFF2-40B4-BE49-F238E27FC236}">
                      <a16:creationId xmlns:a16="http://schemas.microsoft.com/office/drawing/2014/main" id="{5345F154-F9C1-44AD-AF37-D990E9AA22A4}"/>
                    </a:ext>
                  </a:extLst>
                </p14:cNvPr>
                <p14:cNvContentPartPr/>
                <p14:nvPr/>
              </p14:nvContentPartPr>
              <p14:xfrm>
                <a:off x="9177328" y="5085145"/>
                <a:ext cx="320400" cy="91440"/>
              </p14:xfrm>
            </p:contentPart>
          </mc:Choice>
          <mc:Fallback xmlns="">
            <p:pic>
              <p:nvPicPr>
                <p:cNvPr id="99" name="Encre 98">
                  <a:extLst>
                    <a:ext uri="{FF2B5EF4-FFF2-40B4-BE49-F238E27FC236}">
                      <a16:creationId xmlns:a16="http://schemas.microsoft.com/office/drawing/2014/main" id="{5345F154-F9C1-44AD-AF37-D990E9AA22A4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168328" y="5076505"/>
                  <a:ext cx="3380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00" name="Encre 99">
                  <a:extLst>
                    <a:ext uri="{FF2B5EF4-FFF2-40B4-BE49-F238E27FC236}">
                      <a16:creationId xmlns:a16="http://schemas.microsoft.com/office/drawing/2014/main" id="{C5F3EA1D-625F-4761-8D5C-841995D65DA1}"/>
                    </a:ext>
                  </a:extLst>
                </p14:cNvPr>
                <p14:cNvContentPartPr/>
                <p14:nvPr/>
              </p14:nvContentPartPr>
              <p14:xfrm>
                <a:off x="9340408" y="5022505"/>
                <a:ext cx="12240" cy="197640"/>
              </p14:xfrm>
            </p:contentPart>
          </mc:Choice>
          <mc:Fallback xmlns="">
            <p:pic>
              <p:nvPicPr>
                <p:cNvPr id="100" name="Encre 99">
                  <a:extLst>
                    <a:ext uri="{FF2B5EF4-FFF2-40B4-BE49-F238E27FC236}">
                      <a16:creationId xmlns:a16="http://schemas.microsoft.com/office/drawing/2014/main" id="{C5F3EA1D-625F-4761-8D5C-841995D65DA1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331408" y="5013505"/>
                  <a:ext cx="298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101" name="Encre 100">
                  <a:extLst>
                    <a:ext uri="{FF2B5EF4-FFF2-40B4-BE49-F238E27FC236}">
                      <a16:creationId xmlns:a16="http://schemas.microsoft.com/office/drawing/2014/main" id="{941E285D-92D3-4D1D-A0E6-76A9994508A1}"/>
                    </a:ext>
                  </a:extLst>
                </p14:cNvPr>
                <p14:cNvContentPartPr/>
                <p14:nvPr/>
              </p14:nvContentPartPr>
              <p14:xfrm>
                <a:off x="9144568" y="4963105"/>
                <a:ext cx="415800" cy="356400"/>
              </p14:xfrm>
            </p:contentPart>
          </mc:Choice>
          <mc:Fallback xmlns="">
            <p:pic>
              <p:nvPicPr>
                <p:cNvPr id="101" name="Encre 100">
                  <a:extLst>
                    <a:ext uri="{FF2B5EF4-FFF2-40B4-BE49-F238E27FC236}">
                      <a16:creationId xmlns:a16="http://schemas.microsoft.com/office/drawing/2014/main" id="{941E285D-92D3-4D1D-A0E6-76A9994508A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135928" y="4954105"/>
                  <a:ext cx="43344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102" name="Encre 101">
                  <a:extLst>
                    <a:ext uri="{FF2B5EF4-FFF2-40B4-BE49-F238E27FC236}">
                      <a16:creationId xmlns:a16="http://schemas.microsoft.com/office/drawing/2014/main" id="{13E0615D-338B-4138-97EA-DE4A55F6C95A}"/>
                    </a:ext>
                  </a:extLst>
                </p14:cNvPr>
                <p14:cNvContentPartPr/>
                <p14:nvPr/>
              </p14:nvContentPartPr>
              <p14:xfrm>
                <a:off x="9765568" y="4921345"/>
                <a:ext cx="1007640" cy="564840"/>
              </p14:xfrm>
            </p:contentPart>
          </mc:Choice>
          <mc:Fallback xmlns="">
            <p:pic>
              <p:nvPicPr>
                <p:cNvPr id="102" name="Encre 101">
                  <a:extLst>
                    <a:ext uri="{FF2B5EF4-FFF2-40B4-BE49-F238E27FC236}">
                      <a16:creationId xmlns:a16="http://schemas.microsoft.com/office/drawing/2014/main" id="{13E0615D-338B-4138-97EA-DE4A55F6C95A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756928" y="4912705"/>
                  <a:ext cx="1025280" cy="58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103" name="Encre 102">
                  <a:extLst>
                    <a:ext uri="{FF2B5EF4-FFF2-40B4-BE49-F238E27FC236}">
                      <a16:creationId xmlns:a16="http://schemas.microsoft.com/office/drawing/2014/main" id="{E007D5B6-C7FF-4152-BBFC-B5F83FB0E41C}"/>
                    </a:ext>
                  </a:extLst>
                </p14:cNvPr>
                <p14:cNvContentPartPr/>
                <p14:nvPr/>
              </p14:nvContentPartPr>
              <p14:xfrm>
                <a:off x="10709848" y="4946545"/>
                <a:ext cx="11880" cy="11880"/>
              </p14:xfrm>
            </p:contentPart>
          </mc:Choice>
          <mc:Fallback xmlns="">
            <p:pic>
              <p:nvPicPr>
                <p:cNvPr id="103" name="Encre 102">
                  <a:extLst>
                    <a:ext uri="{FF2B5EF4-FFF2-40B4-BE49-F238E27FC236}">
                      <a16:creationId xmlns:a16="http://schemas.microsoft.com/office/drawing/2014/main" id="{E007D5B6-C7FF-4152-BBFC-B5F83FB0E41C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700848" y="4937905"/>
                  <a:ext cx="295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04" name="Encre 103">
                  <a:extLst>
                    <a:ext uri="{FF2B5EF4-FFF2-40B4-BE49-F238E27FC236}">
                      <a16:creationId xmlns:a16="http://schemas.microsoft.com/office/drawing/2014/main" id="{DA51528B-0F58-4848-B35B-A93F9912CB62}"/>
                    </a:ext>
                  </a:extLst>
                </p14:cNvPr>
                <p14:cNvContentPartPr/>
                <p14:nvPr/>
              </p14:nvContentPartPr>
              <p14:xfrm>
                <a:off x="10783648" y="4865545"/>
                <a:ext cx="170640" cy="508680"/>
              </p14:xfrm>
            </p:contentPart>
          </mc:Choice>
          <mc:Fallback xmlns="">
            <p:pic>
              <p:nvPicPr>
                <p:cNvPr id="104" name="Encre 103">
                  <a:extLst>
                    <a:ext uri="{FF2B5EF4-FFF2-40B4-BE49-F238E27FC236}">
                      <a16:creationId xmlns:a16="http://schemas.microsoft.com/office/drawing/2014/main" id="{DA51528B-0F58-4848-B35B-A93F9912CB62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0775008" y="4856905"/>
                  <a:ext cx="188280" cy="52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05" name="Encre 104">
                  <a:extLst>
                    <a:ext uri="{FF2B5EF4-FFF2-40B4-BE49-F238E27FC236}">
                      <a16:creationId xmlns:a16="http://schemas.microsoft.com/office/drawing/2014/main" id="{9FB1A85E-FA3D-430B-A8C8-64C239831C1A}"/>
                    </a:ext>
                  </a:extLst>
                </p14:cNvPr>
                <p14:cNvContentPartPr/>
                <p14:nvPr/>
              </p14:nvContentPartPr>
              <p14:xfrm>
                <a:off x="10942768" y="5029345"/>
                <a:ext cx="19080" cy="15480"/>
              </p14:xfrm>
            </p:contentPart>
          </mc:Choice>
          <mc:Fallback xmlns="">
            <p:pic>
              <p:nvPicPr>
                <p:cNvPr id="105" name="Encre 104">
                  <a:extLst>
                    <a:ext uri="{FF2B5EF4-FFF2-40B4-BE49-F238E27FC236}">
                      <a16:creationId xmlns:a16="http://schemas.microsoft.com/office/drawing/2014/main" id="{9FB1A85E-FA3D-430B-A8C8-64C239831C1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933768" y="5020705"/>
                  <a:ext cx="367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06" name="Encre 105">
                  <a:extLst>
                    <a:ext uri="{FF2B5EF4-FFF2-40B4-BE49-F238E27FC236}">
                      <a16:creationId xmlns:a16="http://schemas.microsoft.com/office/drawing/2014/main" id="{18A6542F-947C-4D8C-95A5-31F5FABBB8AC}"/>
                    </a:ext>
                  </a:extLst>
                </p14:cNvPr>
                <p14:cNvContentPartPr/>
                <p14:nvPr/>
              </p14:nvContentPartPr>
              <p14:xfrm>
                <a:off x="10996048" y="4874185"/>
                <a:ext cx="964440" cy="327240"/>
              </p14:xfrm>
            </p:contentPart>
          </mc:Choice>
          <mc:Fallback xmlns="">
            <p:pic>
              <p:nvPicPr>
                <p:cNvPr id="106" name="Encre 105">
                  <a:extLst>
                    <a:ext uri="{FF2B5EF4-FFF2-40B4-BE49-F238E27FC236}">
                      <a16:creationId xmlns:a16="http://schemas.microsoft.com/office/drawing/2014/main" id="{18A6542F-947C-4D8C-95A5-31F5FABBB8A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987048" y="4865185"/>
                  <a:ext cx="98208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07" name="Encre 106">
                  <a:extLst>
                    <a:ext uri="{FF2B5EF4-FFF2-40B4-BE49-F238E27FC236}">
                      <a16:creationId xmlns:a16="http://schemas.microsoft.com/office/drawing/2014/main" id="{F8D319AD-AE50-4F5A-A676-D853B55CF0DB}"/>
                    </a:ext>
                  </a:extLst>
                </p14:cNvPr>
                <p14:cNvContentPartPr/>
                <p14:nvPr/>
              </p14:nvContentPartPr>
              <p14:xfrm>
                <a:off x="11695168" y="4825585"/>
                <a:ext cx="6840" cy="3240"/>
              </p14:xfrm>
            </p:contentPart>
          </mc:Choice>
          <mc:Fallback xmlns="">
            <p:pic>
              <p:nvPicPr>
                <p:cNvPr id="107" name="Encre 106">
                  <a:extLst>
                    <a:ext uri="{FF2B5EF4-FFF2-40B4-BE49-F238E27FC236}">
                      <a16:creationId xmlns:a16="http://schemas.microsoft.com/office/drawing/2014/main" id="{F8D319AD-AE50-4F5A-A676-D853B55CF0D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1686528" y="4816585"/>
                  <a:ext cx="244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08" name="Encre 107">
                  <a:extLst>
                    <a:ext uri="{FF2B5EF4-FFF2-40B4-BE49-F238E27FC236}">
                      <a16:creationId xmlns:a16="http://schemas.microsoft.com/office/drawing/2014/main" id="{C65618AE-C61E-4963-A5A9-7C26DD82FF44}"/>
                    </a:ext>
                  </a:extLst>
                </p14:cNvPr>
                <p14:cNvContentPartPr/>
                <p14:nvPr/>
              </p14:nvContentPartPr>
              <p14:xfrm>
                <a:off x="11260288" y="4928185"/>
                <a:ext cx="220680" cy="20880"/>
              </p14:xfrm>
            </p:contentPart>
          </mc:Choice>
          <mc:Fallback xmlns="">
            <p:pic>
              <p:nvPicPr>
                <p:cNvPr id="108" name="Encre 107">
                  <a:extLst>
                    <a:ext uri="{FF2B5EF4-FFF2-40B4-BE49-F238E27FC236}">
                      <a16:creationId xmlns:a16="http://schemas.microsoft.com/office/drawing/2014/main" id="{C65618AE-C61E-4963-A5A9-7C26DD82FF4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251288" y="4919185"/>
                  <a:ext cx="238320" cy="38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144181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CB5BE2-603B-4506-A799-29E60A91C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Harvest extension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89ACA68-7879-4CF1-9649-D5BA87561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General functioning</a:t>
            </a:r>
          </a:p>
          <a:p>
            <a:pPr lvl="1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Prescription</a:t>
            </a:r>
          </a:p>
          <a:p>
            <a:pPr lvl="1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Stand ranking</a:t>
            </a:r>
          </a:p>
          <a:p>
            <a:pPr lvl="1"/>
            <a:r>
              <a:rPr lang="en-US" dirty="0"/>
              <a:t>Actions</a:t>
            </a:r>
          </a:p>
          <a:p>
            <a:pPr lvl="2"/>
            <a:r>
              <a:rPr lang="en-US" dirty="0"/>
              <a:t>Site selection</a:t>
            </a:r>
          </a:p>
          <a:p>
            <a:pPr lvl="2"/>
            <a:r>
              <a:rPr lang="en-US" dirty="0"/>
              <a:t>Cohorts Removed</a:t>
            </a:r>
          </a:p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Example</a:t>
            </a:r>
          </a:p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Parameters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C67EFDE-3062-479F-B8F1-E451E7367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761" y="4166647"/>
            <a:ext cx="5945039" cy="2010316"/>
          </a:xfrm>
          <a:prstGeom prst="rect">
            <a:avLst/>
          </a:prstGeom>
        </p:spPr>
      </p:pic>
      <p:grpSp>
        <p:nvGrpSpPr>
          <p:cNvPr id="43" name="Groupe 42">
            <a:extLst>
              <a:ext uri="{FF2B5EF4-FFF2-40B4-BE49-F238E27FC236}">
                <a16:creationId xmlns:a16="http://schemas.microsoft.com/office/drawing/2014/main" id="{25357FA5-3DD1-4F12-9922-6DED6ACD8F76}"/>
              </a:ext>
            </a:extLst>
          </p:cNvPr>
          <p:cNvGrpSpPr/>
          <p:nvPr/>
        </p:nvGrpSpPr>
        <p:grpSpPr>
          <a:xfrm>
            <a:off x="5698648" y="1787905"/>
            <a:ext cx="2265480" cy="381240"/>
            <a:chOff x="5698648" y="1787905"/>
            <a:chExt cx="2265480" cy="38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5" name="Encre 34">
                  <a:extLst>
                    <a:ext uri="{FF2B5EF4-FFF2-40B4-BE49-F238E27FC236}">
                      <a16:creationId xmlns:a16="http://schemas.microsoft.com/office/drawing/2014/main" id="{14956199-8204-4D22-BE77-5F9578C70595}"/>
                    </a:ext>
                  </a:extLst>
                </p14:cNvPr>
                <p14:cNvContentPartPr/>
                <p14:nvPr/>
              </p14:nvContentPartPr>
              <p14:xfrm>
                <a:off x="5698648" y="1815625"/>
                <a:ext cx="193680" cy="345240"/>
              </p14:xfrm>
            </p:contentPart>
          </mc:Choice>
          <mc:Fallback xmlns="">
            <p:pic>
              <p:nvPicPr>
                <p:cNvPr id="35" name="Encre 34">
                  <a:extLst>
                    <a:ext uri="{FF2B5EF4-FFF2-40B4-BE49-F238E27FC236}">
                      <a16:creationId xmlns:a16="http://schemas.microsoft.com/office/drawing/2014/main" id="{14956199-8204-4D22-BE77-5F9578C7059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689648" y="1806985"/>
                  <a:ext cx="21132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6" name="Encre 35">
                  <a:extLst>
                    <a:ext uri="{FF2B5EF4-FFF2-40B4-BE49-F238E27FC236}">
                      <a16:creationId xmlns:a16="http://schemas.microsoft.com/office/drawing/2014/main" id="{FCDA6533-BA6F-4783-9B6E-EECFF7B7C806}"/>
                    </a:ext>
                  </a:extLst>
                </p14:cNvPr>
                <p14:cNvContentPartPr/>
                <p14:nvPr/>
              </p14:nvContentPartPr>
              <p14:xfrm>
                <a:off x="5821048" y="1908865"/>
                <a:ext cx="327240" cy="249120"/>
              </p14:xfrm>
            </p:contentPart>
          </mc:Choice>
          <mc:Fallback xmlns="">
            <p:pic>
              <p:nvPicPr>
                <p:cNvPr id="36" name="Encre 35">
                  <a:extLst>
                    <a:ext uri="{FF2B5EF4-FFF2-40B4-BE49-F238E27FC236}">
                      <a16:creationId xmlns:a16="http://schemas.microsoft.com/office/drawing/2014/main" id="{FCDA6533-BA6F-4783-9B6E-EECFF7B7C80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812048" y="1900225"/>
                  <a:ext cx="34488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7" name="Encre 36">
                  <a:extLst>
                    <a:ext uri="{FF2B5EF4-FFF2-40B4-BE49-F238E27FC236}">
                      <a16:creationId xmlns:a16="http://schemas.microsoft.com/office/drawing/2014/main" id="{1A459BD7-D219-444F-9799-DA40FBCB2974}"/>
                    </a:ext>
                  </a:extLst>
                </p14:cNvPr>
                <p14:cNvContentPartPr/>
                <p14:nvPr/>
              </p14:nvContentPartPr>
              <p14:xfrm>
                <a:off x="6045688" y="2011105"/>
                <a:ext cx="123840" cy="30240"/>
              </p14:xfrm>
            </p:contentPart>
          </mc:Choice>
          <mc:Fallback xmlns="">
            <p:pic>
              <p:nvPicPr>
                <p:cNvPr id="37" name="Encre 36">
                  <a:extLst>
                    <a:ext uri="{FF2B5EF4-FFF2-40B4-BE49-F238E27FC236}">
                      <a16:creationId xmlns:a16="http://schemas.microsoft.com/office/drawing/2014/main" id="{1A459BD7-D219-444F-9799-DA40FBCB297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037048" y="2002105"/>
                  <a:ext cx="14148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8" name="Encre 37">
                  <a:extLst>
                    <a:ext uri="{FF2B5EF4-FFF2-40B4-BE49-F238E27FC236}">
                      <a16:creationId xmlns:a16="http://schemas.microsoft.com/office/drawing/2014/main" id="{6918EB67-328A-4244-A8D5-7AE25B921D21}"/>
                    </a:ext>
                  </a:extLst>
                </p14:cNvPr>
                <p14:cNvContentPartPr/>
                <p14:nvPr/>
              </p14:nvContentPartPr>
              <p14:xfrm>
                <a:off x="6192208" y="1886185"/>
                <a:ext cx="343800" cy="220320"/>
              </p14:xfrm>
            </p:contentPart>
          </mc:Choice>
          <mc:Fallback xmlns="">
            <p:pic>
              <p:nvPicPr>
                <p:cNvPr id="38" name="Encre 37">
                  <a:extLst>
                    <a:ext uri="{FF2B5EF4-FFF2-40B4-BE49-F238E27FC236}">
                      <a16:creationId xmlns:a16="http://schemas.microsoft.com/office/drawing/2014/main" id="{6918EB67-328A-4244-A8D5-7AE25B921D2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183208" y="1877185"/>
                  <a:ext cx="36144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9" name="Encre 38">
                  <a:extLst>
                    <a:ext uri="{FF2B5EF4-FFF2-40B4-BE49-F238E27FC236}">
                      <a16:creationId xmlns:a16="http://schemas.microsoft.com/office/drawing/2014/main" id="{5BFC4E01-240D-406C-8A45-8AE09C83F945}"/>
                    </a:ext>
                  </a:extLst>
                </p14:cNvPr>
                <p14:cNvContentPartPr/>
                <p14:nvPr/>
              </p14:nvContentPartPr>
              <p14:xfrm>
                <a:off x="6746608" y="1847305"/>
                <a:ext cx="481680" cy="321840"/>
              </p14:xfrm>
            </p:contentPart>
          </mc:Choice>
          <mc:Fallback xmlns="">
            <p:pic>
              <p:nvPicPr>
                <p:cNvPr id="39" name="Encre 38">
                  <a:extLst>
                    <a:ext uri="{FF2B5EF4-FFF2-40B4-BE49-F238E27FC236}">
                      <a16:creationId xmlns:a16="http://schemas.microsoft.com/office/drawing/2014/main" id="{5BFC4E01-240D-406C-8A45-8AE09C83F94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737968" y="1838665"/>
                  <a:ext cx="49932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40" name="Encre 39">
                  <a:extLst>
                    <a:ext uri="{FF2B5EF4-FFF2-40B4-BE49-F238E27FC236}">
                      <a16:creationId xmlns:a16="http://schemas.microsoft.com/office/drawing/2014/main" id="{F527F51B-F070-450A-8D17-EE550534274B}"/>
                    </a:ext>
                  </a:extLst>
                </p14:cNvPr>
                <p14:cNvContentPartPr/>
                <p14:nvPr/>
              </p14:nvContentPartPr>
              <p14:xfrm>
                <a:off x="7241608" y="1835065"/>
                <a:ext cx="722520" cy="275400"/>
              </p14:xfrm>
            </p:contentPart>
          </mc:Choice>
          <mc:Fallback xmlns="">
            <p:pic>
              <p:nvPicPr>
                <p:cNvPr id="40" name="Encre 39">
                  <a:extLst>
                    <a:ext uri="{FF2B5EF4-FFF2-40B4-BE49-F238E27FC236}">
                      <a16:creationId xmlns:a16="http://schemas.microsoft.com/office/drawing/2014/main" id="{F527F51B-F070-450A-8D17-EE550534274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232608" y="1826425"/>
                  <a:ext cx="74016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41" name="Encre 40">
                  <a:extLst>
                    <a:ext uri="{FF2B5EF4-FFF2-40B4-BE49-F238E27FC236}">
                      <a16:creationId xmlns:a16="http://schemas.microsoft.com/office/drawing/2014/main" id="{3FB2FF8F-50D3-4799-A66A-07442AAA5C11}"/>
                    </a:ext>
                  </a:extLst>
                </p14:cNvPr>
                <p14:cNvContentPartPr/>
                <p14:nvPr/>
              </p14:nvContentPartPr>
              <p14:xfrm>
                <a:off x="7783768" y="1787905"/>
                <a:ext cx="3240" cy="10440"/>
              </p14:xfrm>
            </p:contentPart>
          </mc:Choice>
          <mc:Fallback xmlns="">
            <p:pic>
              <p:nvPicPr>
                <p:cNvPr id="41" name="Encre 40">
                  <a:extLst>
                    <a:ext uri="{FF2B5EF4-FFF2-40B4-BE49-F238E27FC236}">
                      <a16:creationId xmlns:a16="http://schemas.microsoft.com/office/drawing/2014/main" id="{3FB2FF8F-50D3-4799-A66A-07442AAA5C1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774768" y="1778905"/>
                  <a:ext cx="208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42" name="Encre 41">
                  <a:extLst>
                    <a:ext uri="{FF2B5EF4-FFF2-40B4-BE49-F238E27FC236}">
                      <a16:creationId xmlns:a16="http://schemas.microsoft.com/office/drawing/2014/main" id="{B6A11B4C-2096-4059-A551-44C4BCF59294}"/>
                    </a:ext>
                  </a:extLst>
                </p14:cNvPr>
                <p14:cNvContentPartPr/>
                <p14:nvPr/>
              </p14:nvContentPartPr>
              <p14:xfrm>
                <a:off x="7385248" y="1869265"/>
                <a:ext cx="150840" cy="18360"/>
              </p14:xfrm>
            </p:contentPart>
          </mc:Choice>
          <mc:Fallback xmlns="">
            <p:pic>
              <p:nvPicPr>
                <p:cNvPr id="42" name="Encre 41">
                  <a:extLst>
                    <a:ext uri="{FF2B5EF4-FFF2-40B4-BE49-F238E27FC236}">
                      <a16:creationId xmlns:a16="http://schemas.microsoft.com/office/drawing/2014/main" id="{B6A11B4C-2096-4059-A551-44C4BCF5929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376248" y="1860625"/>
                  <a:ext cx="16848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e 47">
            <a:extLst>
              <a:ext uri="{FF2B5EF4-FFF2-40B4-BE49-F238E27FC236}">
                <a16:creationId xmlns:a16="http://schemas.microsoft.com/office/drawing/2014/main" id="{B9DD8BC1-0A25-4ED7-A1E4-5B4E6DEB45A2}"/>
              </a:ext>
            </a:extLst>
          </p:cNvPr>
          <p:cNvGrpSpPr/>
          <p:nvPr/>
        </p:nvGrpSpPr>
        <p:grpSpPr>
          <a:xfrm>
            <a:off x="8618608" y="1786465"/>
            <a:ext cx="1328760" cy="443160"/>
            <a:chOff x="8618608" y="1786465"/>
            <a:chExt cx="1328760" cy="44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44" name="Encre 43">
                  <a:extLst>
                    <a:ext uri="{FF2B5EF4-FFF2-40B4-BE49-F238E27FC236}">
                      <a16:creationId xmlns:a16="http://schemas.microsoft.com/office/drawing/2014/main" id="{E37B32C9-9172-4A54-ACE0-CFD9014E85F6}"/>
                    </a:ext>
                  </a:extLst>
                </p14:cNvPr>
                <p14:cNvContentPartPr/>
                <p14:nvPr/>
              </p14:nvContentPartPr>
              <p14:xfrm>
                <a:off x="8618608" y="1811665"/>
                <a:ext cx="287280" cy="279000"/>
              </p14:xfrm>
            </p:contentPart>
          </mc:Choice>
          <mc:Fallback xmlns="">
            <p:pic>
              <p:nvPicPr>
                <p:cNvPr id="44" name="Encre 43">
                  <a:extLst>
                    <a:ext uri="{FF2B5EF4-FFF2-40B4-BE49-F238E27FC236}">
                      <a16:creationId xmlns:a16="http://schemas.microsoft.com/office/drawing/2014/main" id="{E37B32C9-9172-4A54-ACE0-CFD9014E85F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609608" y="1802665"/>
                  <a:ext cx="30492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45" name="Encre 44">
                  <a:extLst>
                    <a:ext uri="{FF2B5EF4-FFF2-40B4-BE49-F238E27FC236}">
                      <a16:creationId xmlns:a16="http://schemas.microsoft.com/office/drawing/2014/main" id="{AD37F16B-A97E-412E-83B1-602117A72CC2}"/>
                    </a:ext>
                  </a:extLst>
                </p14:cNvPr>
                <p14:cNvContentPartPr/>
                <p14:nvPr/>
              </p14:nvContentPartPr>
              <p14:xfrm>
                <a:off x="8903008" y="1920385"/>
                <a:ext cx="453240" cy="309240"/>
              </p14:xfrm>
            </p:contentPart>
          </mc:Choice>
          <mc:Fallback xmlns="">
            <p:pic>
              <p:nvPicPr>
                <p:cNvPr id="45" name="Encre 44">
                  <a:extLst>
                    <a:ext uri="{FF2B5EF4-FFF2-40B4-BE49-F238E27FC236}">
                      <a16:creationId xmlns:a16="http://schemas.microsoft.com/office/drawing/2014/main" id="{AD37F16B-A97E-412E-83B1-602117A72CC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894008" y="1911745"/>
                  <a:ext cx="47088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46" name="Encre 45">
                  <a:extLst>
                    <a:ext uri="{FF2B5EF4-FFF2-40B4-BE49-F238E27FC236}">
                      <a16:creationId xmlns:a16="http://schemas.microsoft.com/office/drawing/2014/main" id="{861A29AF-1FCE-443D-8544-9827C301A327}"/>
                    </a:ext>
                  </a:extLst>
                </p14:cNvPr>
                <p14:cNvContentPartPr/>
                <p14:nvPr/>
              </p14:nvContentPartPr>
              <p14:xfrm>
                <a:off x="9353008" y="1786465"/>
                <a:ext cx="594360" cy="273240"/>
              </p14:xfrm>
            </p:contentPart>
          </mc:Choice>
          <mc:Fallback xmlns="">
            <p:pic>
              <p:nvPicPr>
                <p:cNvPr id="46" name="Encre 45">
                  <a:extLst>
                    <a:ext uri="{FF2B5EF4-FFF2-40B4-BE49-F238E27FC236}">
                      <a16:creationId xmlns:a16="http://schemas.microsoft.com/office/drawing/2014/main" id="{861A29AF-1FCE-443D-8544-9827C301A32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344008" y="1777825"/>
                  <a:ext cx="61200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47" name="Encre 46">
                  <a:extLst>
                    <a:ext uri="{FF2B5EF4-FFF2-40B4-BE49-F238E27FC236}">
                      <a16:creationId xmlns:a16="http://schemas.microsoft.com/office/drawing/2014/main" id="{27908D9F-7691-41A2-A8B7-8DFC94E43832}"/>
                    </a:ext>
                  </a:extLst>
                </p14:cNvPr>
                <p14:cNvContentPartPr/>
                <p14:nvPr/>
              </p14:nvContentPartPr>
              <p14:xfrm>
                <a:off x="9592768" y="1852705"/>
                <a:ext cx="190800" cy="3960"/>
              </p14:xfrm>
            </p:contentPart>
          </mc:Choice>
          <mc:Fallback xmlns="">
            <p:pic>
              <p:nvPicPr>
                <p:cNvPr id="47" name="Encre 46">
                  <a:extLst>
                    <a:ext uri="{FF2B5EF4-FFF2-40B4-BE49-F238E27FC236}">
                      <a16:creationId xmlns:a16="http://schemas.microsoft.com/office/drawing/2014/main" id="{27908D9F-7691-41A2-A8B7-8DFC94E4383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583768" y="1844065"/>
                  <a:ext cx="208440" cy="2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e 55">
            <a:extLst>
              <a:ext uri="{FF2B5EF4-FFF2-40B4-BE49-F238E27FC236}">
                <a16:creationId xmlns:a16="http://schemas.microsoft.com/office/drawing/2014/main" id="{FA74CEA7-8593-4F60-AEF6-FE8C5D7E1AF7}"/>
              </a:ext>
            </a:extLst>
          </p:cNvPr>
          <p:cNvGrpSpPr/>
          <p:nvPr/>
        </p:nvGrpSpPr>
        <p:grpSpPr>
          <a:xfrm>
            <a:off x="8607088" y="2463625"/>
            <a:ext cx="2234880" cy="404280"/>
            <a:chOff x="8607088" y="2463625"/>
            <a:chExt cx="2234880" cy="40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49" name="Encre 48">
                  <a:extLst>
                    <a:ext uri="{FF2B5EF4-FFF2-40B4-BE49-F238E27FC236}">
                      <a16:creationId xmlns:a16="http://schemas.microsoft.com/office/drawing/2014/main" id="{F7C234CD-F294-49AA-A0C0-A001718C4D59}"/>
                    </a:ext>
                  </a:extLst>
                </p14:cNvPr>
                <p14:cNvContentPartPr/>
                <p14:nvPr/>
              </p14:nvContentPartPr>
              <p14:xfrm>
                <a:off x="8715808" y="2502865"/>
                <a:ext cx="68040" cy="225720"/>
              </p14:xfrm>
            </p:contentPart>
          </mc:Choice>
          <mc:Fallback xmlns="">
            <p:pic>
              <p:nvPicPr>
                <p:cNvPr id="49" name="Encre 48">
                  <a:extLst>
                    <a:ext uri="{FF2B5EF4-FFF2-40B4-BE49-F238E27FC236}">
                      <a16:creationId xmlns:a16="http://schemas.microsoft.com/office/drawing/2014/main" id="{F7C234CD-F294-49AA-A0C0-A001718C4D5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706808" y="2493865"/>
                  <a:ext cx="8568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50" name="Encre 49">
                  <a:extLst>
                    <a:ext uri="{FF2B5EF4-FFF2-40B4-BE49-F238E27FC236}">
                      <a16:creationId xmlns:a16="http://schemas.microsoft.com/office/drawing/2014/main" id="{4823AC16-ADA4-4CF4-97FE-3B0BF0117330}"/>
                    </a:ext>
                  </a:extLst>
                </p14:cNvPr>
                <p14:cNvContentPartPr/>
                <p14:nvPr/>
              </p14:nvContentPartPr>
              <p14:xfrm>
                <a:off x="8607088" y="2463625"/>
                <a:ext cx="256320" cy="167400"/>
              </p14:xfrm>
            </p:contentPart>
          </mc:Choice>
          <mc:Fallback xmlns="">
            <p:pic>
              <p:nvPicPr>
                <p:cNvPr id="50" name="Encre 49">
                  <a:extLst>
                    <a:ext uri="{FF2B5EF4-FFF2-40B4-BE49-F238E27FC236}">
                      <a16:creationId xmlns:a16="http://schemas.microsoft.com/office/drawing/2014/main" id="{4823AC16-ADA4-4CF4-97FE-3B0BF011733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598448" y="2454985"/>
                  <a:ext cx="2739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51" name="Encre 50">
                  <a:extLst>
                    <a:ext uri="{FF2B5EF4-FFF2-40B4-BE49-F238E27FC236}">
                      <a16:creationId xmlns:a16="http://schemas.microsoft.com/office/drawing/2014/main" id="{A93BA0DF-F547-4737-9108-E2E5226A35EF}"/>
                    </a:ext>
                  </a:extLst>
                </p14:cNvPr>
                <p14:cNvContentPartPr/>
                <p14:nvPr/>
              </p14:nvContentPartPr>
              <p14:xfrm>
                <a:off x="8822008" y="2478025"/>
                <a:ext cx="349200" cy="228960"/>
              </p14:xfrm>
            </p:contentPart>
          </mc:Choice>
          <mc:Fallback xmlns="">
            <p:pic>
              <p:nvPicPr>
                <p:cNvPr id="51" name="Encre 50">
                  <a:extLst>
                    <a:ext uri="{FF2B5EF4-FFF2-40B4-BE49-F238E27FC236}">
                      <a16:creationId xmlns:a16="http://schemas.microsoft.com/office/drawing/2014/main" id="{A93BA0DF-F547-4737-9108-E2E5226A35E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813368" y="2469025"/>
                  <a:ext cx="36684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52" name="Encre 51">
                  <a:extLst>
                    <a:ext uri="{FF2B5EF4-FFF2-40B4-BE49-F238E27FC236}">
                      <a16:creationId xmlns:a16="http://schemas.microsoft.com/office/drawing/2014/main" id="{140F0F2D-F239-419B-9DFF-1FB282BE920B}"/>
                    </a:ext>
                  </a:extLst>
                </p14:cNvPr>
                <p14:cNvContentPartPr/>
                <p14:nvPr/>
              </p14:nvContentPartPr>
              <p14:xfrm>
                <a:off x="9029008" y="2575225"/>
                <a:ext cx="116280" cy="13680"/>
              </p14:xfrm>
            </p:contentPart>
          </mc:Choice>
          <mc:Fallback xmlns="">
            <p:pic>
              <p:nvPicPr>
                <p:cNvPr id="52" name="Encre 51">
                  <a:extLst>
                    <a:ext uri="{FF2B5EF4-FFF2-40B4-BE49-F238E27FC236}">
                      <a16:creationId xmlns:a16="http://schemas.microsoft.com/office/drawing/2014/main" id="{140F0F2D-F239-419B-9DFF-1FB282BE920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020008" y="2566225"/>
                  <a:ext cx="1339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53" name="Encre 52">
                  <a:extLst>
                    <a:ext uri="{FF2B5EF4-FFF2-40B4-BE49-F238E27FC236}">
                      <a16:creationId xmlns:a16="http://schemas.microsoft.com/office/drawing/2014/main" id="{995C96FE-59EB-4F57-9DBA-602649638873}"/>
                    </a:ext>
                  </a:extLst>
                </p14:cNvPr>
                <p14:cNvContentPartPr/>
                <p14:nvPr/>
              </p14:nvContentPartPr>
              <p14:xfrm>
                <a:off x="9192088" y="2474065"/>
                <a:ext cx="412200" cy="218520"/>
              </p14:xfrm>
            </p:contentPart>
          </mc:Choice>
          <mc:Fallback xmlns="">
            <p:pic>
              <p:nvPicPr>
                <p:cNvPr id="53" name="Encre 52">
                  <a:extLst>
                    <a:ext uri="{FF2B5EF4-FFF2-40B4-BE49-F238E27FC236}">
                      <a16:creationId xmlns:a16="http://schemas.microsoft.com/office/drawing/2014/main" id="{995C96FE-59EB-4F57-9DBA-60264963887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183088" y="2465425"/>
                  <a:ext cx="42984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54" name="Encre 53">
                  <a:extLst>
                    <a:ext uri="{FF2B5EF4-FFF2-40B4-BE49-F238E27FC236}">
                      <a16:creationId xmlns:a16="http://schemas.microsoft.com/office/drawing/2014/main" id="{ECBB36FB-DDA5-4F07-BB26-5EEF0FA520A0}"/>
                    </a:ext>
                  </a:extLst>
                </p14:cNvPr>
                <p14:cNvContentPartPr/>
                <p14:nvPr/>
              </p14:nvContentPartPr>
              <p14:xfrm>
                <a:off x="9840808" y="2476945"/>
                <a:ext cx="1001160" cy="390960"/>
              </p14:xfrm>
            </p:contentPart>
          </mc:Choice>
          <mc:Fallback xmlns="">
            <p:pic>
              <p:nvPicPr>
                <p:cNvPr id="54" name="Encre 53">
                  <a:extLst>
                    <a:ext uri="{FF2B5EF4-FFF2-40B4-BE49-F238E27FC236}">
                      <a16:creationId xmlns:a16="http://schemas.microsoft.com/office/drawing/2014/main" id="{ECBB36FB-DDA5-4F07-BB26-5EEF0FA520A0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832168" y="2468305"/>
                  <a:ext cx="101880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55" name="Encre 54">
                  <a:extLst>
                    <a:ext uri="{FF2B5EF4-FFF2-40B4-BE49-F238E27FC236}">
                      <a16:creationId xmlns:a16="http://schemas.microsoft.com/office/drawing/2014/main" id="{1672FF97-111D-401E-B269-C328591AB628}"/>
                    </a:ext>
                  </a:extLst>
                </p14:cNvPr>
                <p14:cNvContentPartPr/>
                <p14:nvPr/>
              </p14:nvContentPartPr>
              <p14:xfrm>
                <a:off x="10280008" y="2505385"/>
                <a:ext cx="295560" cy="5760"/>
              </p14:xfrm>
            </p:contentPart>
          </mc:Choice>
          <mc:Fallback xmlns="">
            <p:pic>
              <p:nvPicPr>
                <p:cNvPr id="55" name="Encre 54">
                  <a:extLst>
                    <a:ext uri="{FF2B5EF4-FFF2-40B4-BE49-F238E27FC236}">
                      <a16:creationId xmlns:a16="http://schemas.microsoft.com/office/drawing/2014/main" id="{1672FF97-111D-401E-B269-C328591AB62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271368" y="2496745"/>
                  <a:ext cx="313200" cy="2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e 61">
            <a:extLst>
              <a:ext uri="{FF2B5EF4-FFF2-40B4-BE49-F238E27FC236}">
                <a16:creationId xmlns:a16="http://schemas.microsoft.com/office/drawing/2014/main" id="{D309B47D-DB6D-4146-8BFF-D33E6494AB67}"/>
              </a:ext>
            </a:extLst>
          </p:cNvPr>
          <p:cNvGrpSpPr/>
          <p:nvPr/>
        </p:nvGrpSpPr>
        <p:grpSpPr>
          <a:xfrm>
            <a:off x="8729128" y="3070945"/>
            <a:ext cx="2172600" cy="342360"/>
            <a:chOff x="8729128" y="3070945"/>
            <a:chExt cx="2172600" cy="34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57" name="Encre 56">
                  <a:extLst>
                    <a:ext uri="{FF2B5EF4-FFF2-40B4-BE49-F238E27FC236}">
                      <a16:creationId xmlns:a16="http://schemas.microsoft.com/office/drawing/2014/main" id="{6E63BA24-12A5-421E-9E5B-CD0D9BD16869}"/>
                    </a:ext>
                  </a:extLst>
                </p14:cNvPr>
                <p14:cNvContentPartPr/>
                <p14:nvPr/>
              </p14:nvContentPartPr>
              <p14:xfrm>
                <a:off x="8729128" y="3113065"/>
                <a:ext cx="186480" cy="283680"/>
              </p14:xfrm>
            </p:contentPart>
          </mc:Choice>
          <mc:Fallback xmlns="">
            <p:pic>
              <p:nvPicPr>
                <p:cNvPr id="57" name="Encre 56">
                  <a:extLst>
                    <a:ext uri="{FF2B5EF4-FFF2-40B4-BE49-F238E27FC236}">
                      <a16:creationId xmlns:a16="http://schemas.microsoft.com/office/drawing/2014/main" id="{6E63BA24-12A5-421E-9E5B-CD0D9BD1686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720488" y="3104425"/>
                  <a:ext cx="20412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58" name="Encre 57">
                  <a:extLst>
                    <a:ext uri="{FF2B5EF4-FFF2-40B4-BE49-F238E27FC236}">
                      <a16:creationId xmlns:a16="http://schemas.microsoft.com/office/drawing/2014/main" id="{D5098685-3114-411B-BF6F-DE2B5F2D66A6}"/>
                    </a:ext>
                  </a:extLst>
                </p14:cNvPr>
                <p14:cNvContentPartPr/>
                <p14:nvPr/>
              </p14:nvContentPartPr>
              <p14:xfrm>
                <a:off x="8874208" y="3110545"/>
                <a:ext cx="776880" cy="247680"/>
              </p14:xfrm>
            </p:contentPart>
          </mc:Choice>
          <mc:Fallback xmlns="">
            <p:pic>
              <p:nvPicPr>
                <p:cNvPr id="58" name="Encre 57">
                  <a:extLst>
                    <a:ext uri="{FF2B5EF4-FFF2-40B4-BE49-F238E27FC236}">
                      <a16:creationId xmlns:a16="http://schemas.microsoft.com/office/drawing/2014/main" id="{D5098685-3114-411B-BF6F-DE2B5F2D66A6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865208" y="3101905"/>
                  <a:ext cx="79452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60" name="Encre 59">
                  <a:extLst>
                    <a:ext uri="{FF2B5EF4-FFF2-40B4-BE49-F238E27FC236}">
                      <a16:creationId xmlns:a16="http://schemas.microsoft.com/office/drawing/2014/main" id="{92780F61-F425-4F3B-9F95-A7D17DCC813C}"/>
                    </a:ext>
                  </a:extLst>
                </p14:cNvPr>
                <p14:cNvContentPartPr/>
                <p14:nvPr/>
              </p14:nvContentPartPr>
              <p14:xfrm>
                <a:off x="9824968" y="3178225"/>
                <a:ext cx="157680" cy="186480"/>
              </p14:xfrm>
            </p:contentPart>
          </mc:Choice>
          <mc:Fallback xmlns="">
            <p:pic>
              <p:nvPicPr>
                <p:cNvPr id="60" name="Encre 59">
                  <a:extLst>
                    <a:ext uri="{FF2B5EF4-FFF2-40B4-BE49-F238E27FC236}">
                      <a16:creationId xmlns:a16="http://schemas.microsoft.com/office/drawing/2014/main" id="{92780F61-F425-4F3B-9F95-A7D17DCC813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815968" y="3169585"/>
                  <a:ext cx="17532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61" name="Encre 60">
                  <a:extLst>
                    <a:ext uri="{FF2B5EF4-FFF2-40B4-BE49-F238E27FC236}">
                      <a16:creationId xmlns:a16="http://schemas.microsoft.com/office/drawing/2014/main" id="{A94BC499-DD0B-42FE-87C3-C91CBC2B132C}"/>
                    </a:ext>
                  </a:extLst>
                </p14:cNvPr>
                <p14:cNvContentPartPr/>
                <p14:nvPr/>
              </p14:nvContentPartPr>
              <p14:xfrm>
                <a:off x="10029808" y="3070945"/>
                <a:ext cx="871920" cy="342360"/>
              </p14:xfrm>
            </p:contentPart>
          </mc:Choice>
          <mc:Fallback xmlns="">
            <p:pic>
              <p:nvPicPr>
                <p:cNvPr id="61" name="Encre 60">
                  <a:extLst>
                    <a:ext uri="{FF2B5EF4-FFF2-40B4-BE49-F238E27FC236}">
                      <a16:creationId xmlns:a16="http://schemas.microsoft.com/office/drawing/2014/main" id="{A94BC499-DD0B-42FE-87C3-C91CBC2B132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020808" y="3061945"/>
                  <a:ext cx="889560" cy="360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562369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CB5BE2-603B-4506-A799-29E60A91C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Harvest extension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89ACA68-7879-4CF1-9649-D5BA87561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General functioning</a:t>
            </a:r>
          </a:p>
          <a:p>
            <a:pPr lvl="1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Prescription</a:t>
            </a:r>
          </a:p>
          <a:p>
            <a:pPr lvl="1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Stand ranking</a:t>
            </a:r>
          </a:p>
          <a:p>
            <a:pPr lvl="1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Actions</a:t>
            </a:r>
          </a:p>
          <a:p>
            <a:r>
              <a:rPr lang="en-US" dirty="0"/>
              <a:t>Example (1)</a:t>
            </a:r>
          </a:p>
          <a:p>
            <a:pPr lvl="1"/>
            <a:r>
              <a:rPr lang="en-US" dirty="0"/>
              <a:t>Timestep 10</a:t>
            </a:r>
          </a:p>
          <a:p>
            <a:pPr lvl="1"/>
            <a:r>
              <a:rPr lang="en-US" dirty="0" err="1"/>
              <a:t>Mgmt</a:t>
            </a:r>
            <a:r>
              <a:rPr lang="en-US" dirty="0"/>
              <a:t> Area 1</a:t>
            </a:r>
          </a:p>
          <a:p>
            <a:pPr lvl="1"/>
            <a:r>
              <a:rPr lang="en-US" dirty="0"/>
              <a:t>Harvest area 1</a:t>
            </a:r>
          </a:p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Parameters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3B35A88-6615-4BC7-BF98-3E0CC6A54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7925" y="-13101"/>
            <a:ext cx="5427820" cy="430973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4528165F-7BB2-4A79-BF45-5948D08E56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1938" y="3853312"/>
            <a:ext cx="4130062" cy="2798849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5A10065E-EDC6-415B-A491-F0979DCB56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9345" y="4431566"/>
            <a:ext cx="2825411" cy="1254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8104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493C7A91-BA2F-4F4F-B91F-3E323F025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1938" y="3853312"/>
            <a:ext cx="4101458" cy="279884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41CB5BE2-603B-4506-A799-29E60A91C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Harvest extension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89ACA68-7879-4CF1-9649-D5BA87561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General functioning</a:t>
            </a:r>
          </a:p>
          <a:p>
            <a:pPr lvl="1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Prescription</a:t>
            </a:r>
          </a:p>
          <a:p>
            <a:pPr lvl="1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Stand ranking</a:t>
            </a:r>
          </a:p>
          <a:p>
            <a:pPr lvl="1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Actions</a:t>
            </a:r>
          </a:p>
          <a:p>
            <a:r>
              <a:rPr lang="en-US" dirty="0"/>
              <a:t>Example (2)</a:t>
            </a:r>
          </a:p>
          <a:p>
            <a:pPr lvl="1"/>
            <a:r>
              <a:rPr lang="en-US" dirty="0"/>
              <a:t>Timestep 10</a:t>
            </a:r>
          </a:p>
          <a:p>
            <a:pPr lvl="1"/>
            <a:r>
              <a:rPr lang="en-US" dirty="0" err="1"/>
              <a:t>Mgmt</a:t>
            </a:r>
            <a:r>
              <a:rPr lang="en-US" dirty="0"/>
              <a:t> Area 1</a:t>
            </a:r>
          </a:p>
          <a:p>
            <a:pPr lvl="1"/>
            <a:r>
              <a:rPr lang="en-US" dirty="0"/>
              <a:t>Harvest area 1</a:t>
            </a:r>
          </a:p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Parameters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3571CC1-BD80-403D-9B68-C6378CA0A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7924" y="-13102"/>
            <a:ext cx="5353057" cy="4000639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5ADF0D63-BC6E-44E3-BF09-38B9CA6504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0535" y="4073691"/>
            <a:ext cx="2728793" cy="2358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8957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CB5BE2-603B-4506-A799-29E60A91C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Harvest extension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89ACA68-7879-4CF1-9649-D5BA87561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Parameters</a:t>
            </a:r>
          </a:p>
          <a:p>
            <a:pPr lvl="1"/>
            <a:r>
              <a:rPr lang="en-US" dirty="0"/>
              <a:t>Ranking</a:t>
            </a:r>
          </a:p>
          <a:p>
            <a:pPr lvl="1"/>
            <a:r>
              <a:rPr lang="en-US" dirty="0"/>
              <a:t>Qualification</a:t>
            </a:r>
          </a:p>
          <a:p>
            <a:pPr lvl="1"/>
            <a:r>
              <a:rPr lang="en-US" dirty="0"/>
              <a:t>Site selection</a:t>
            </a:r>
          </a:p>
          <a:p>
            <a:pPr lvl="1"/>
            <a:r>
              <a:rPr lang="en-US" dirty="0"/>
              <a:t>Cohort</a:t>
            </a:r>
          </a:p>
          <a:p>
            <a:pPr lvl="2"/>
            <a:r>
              <a:rPr lang="en-US" dirty="0"/>
              <a:t>Species</a:t>
            </a:r>
          </a:p>
          <a:p>
            <a:pPr lvl="2"/>
            <a:r>
              <a:rPr lang="en-US" dirty="0"/>
              <a:t>Age</a:t>
            </a:r>
          </a:p>
          <a:p>
            <a:pPr lvl="1"/>
            <a:r>
              <a:rPr lang="en-US" dirty="0"/>
              <a:t>Plant</a:t>
            </a:r>
          </a:p>
          <a:p>
            <a:pPr lvl="1"/>
            <a:r>
              <a:rPr lang="en-US" dirty="0"/>
              <a:t>Type of repetition</a:t>
            </a:r>
          </a:p>
          <a:p>
            <a:r>
              <a:rPr lang="en-US" dirty="0"/>
              <a:t>Meta</a:t>
            </a:r>
          </a:p>
          <a:p>
            <a:pPr lvl="1"/>
            <a:r>
              <a:rPr lang="en-US" dirty="0"/>
              <a:t>Management area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8722483-5235-427F-A726-BB6F267CB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6548" y="681037"/>
            <a:ext cx="5179754" cy="5560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4988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891E93-A11E-418D-9BA1-98294C739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extensions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941FBB8-80F8-4AB7-978B-003210053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03427"/>
            <a:ext cx="7650721" cy="526030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2" name="Encre 31">
                <a:extLst>
                  <a:ext uri="{FF2B5EF4-FFF2-40B4-BE49-F238E27FC236}">
                    <a16:creationId xmlns:a16="http://schemas.microsoft.com/office/drawing/2014/main" id="{9BC2D959-86B9-4131-A9C3-518D1C7BE35B}"/>
                  </a:ext>
                </a:extLst>
              </p14:cNvPr>
              <p14:cNvContentPartPr/>
              <p14:nvPr/>
            </p14:nvContentPartPr>
            <p14:xfrm>
              <a:off x="851608" y="3457225"/>
              <a:ext cx="1022040" cy="30600"/>
            </p14:xfrm>
          </p:contentPart>
        </mc:Choice>
        <mc:Fallback xmlns="">
          <p:pic>
            <p:nvPicPr>
              <p:cNvPr id="32" name="Encre 31">
                <a:extLst>
                  <a:ext uri="{FF2B5EF4-FFF2-40B4-BE49-F238E27FC236}">
                    <a16:creationId xmlns:a16="http://schemas.microsoft.com/office/drawing/2014/main" id="{9BC2D959-86B9-4131-A9C3-518D1C7BE35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5608" y="3385585"/>
                <a:ext cx="109368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3" name="Encre 32">
                <a:extLst>
                  <a:ext uri="{FF2B5EF4-FFF2-40B4-BE49-F238E27FC236}">
                    <a16:creationId xmlns:a16="http://schemas.microsoft.com/office/drawing/2014/main" id="{DAB76313-F8B5-4FFB-ADB6-D778B7D6C359}"/>
                  </a:ext>
                </a:extLst>
              </p14:cNvPr>
              <p14:cNvContentPartPr/>
              <p14:nvPr/>
            </p14:nvContentPartPr>
            <p14:xfrm>
              <a:off x="880408" y="3138625"/>
              <a:ext cx="1287000" cy="10440"/>
            </p14:xfrm>
          </p:contentPart>
        </mc:Choice>
        <mc:Fallback xmlns="">
          <p:pic>
            <p:nvPicPr>
              <p:cNvPr id="33" name="Encre 32">
                <a:extLst>
                  <a:ext uri="{FF2B5EF4-FFF2-40B4-BE49-F238E27FC236}">
                    <a16:creationId xmlns:a16="http://schemas.microsoft.com/office/drawing/2014/main" id="{DAB76313-F8B5-4FFB-ADB6-D778B7D6C35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44768" y="3066985"/>
                <a:ext cx="135864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4" name="Encre 33">
                <a:extLst>
                  <a:ext uri="{FF2B5EF4-FFF2-40B4-BE49-F238E27FC236}">
                    <a16:creationId xmlns:a16="http://schemas.microsoft.com/office/drawing/2014/main" id="{5B390C3B-161D-452C-AB99-1E9DD9A99DD4}"/>
                  </a:ext>
                </a:extLst>
              </p14:cNvPr>
              <p14:cNvContentPartPr/>
              <p14:nvPr/>
            </p14:nvContentPartPr>
            <p14:xfrm>
              <a:off x="884368" y="4028185"/>
              <a:ext cx="721440" cy="23400"/>
            </p14:xfrm>
          </p:contentPart>
        </mc:Choice>
        <mc:Fallback xmlns="">
          <p:pic>
            <p:nvPicPr>
              <p:cNvPr id="34" name="Encre 33">
                <a:extLst>
                  <a:ext uri="{FF2B5EF4-FFF2-40B4-BE49-F238E27FC236}">
                    <a16:creationId xmlns:a16="http://schemas.microsoft.com/office/drawing/2014/main" id="{5B390C3B-161D-452C-AB99-1E9DD9A99DD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48368" y="3956185"/>
                <a:ext cx="793080" cy="1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5" name="Encre 34">
                <a:extLst>
                  <a:ext uri="{FF2B5EF4-FFF2-40B4-BE49-F238E27FC236}">
                    <a16:creationId xmlns:a16="http://schemas.microsoft.com/office/drawing/2014/main" id="{E30A76E5-8A5E-49B0-A488-23D613EA6FFE}"/>
                  </a:ext>
                </a:extLst>
              </p14:cNvPr>
              <p14:cNvContentPartPr/>
              <p14:nvPr/>
            </p14:nvContentPartPr>
            <p14:xfrm>
              <a:off x="873928" y="2116585"/>
              <a:ext cx="720720" cy="33480"/>
            </p14:xfrm>
          </p:contentPart>
        </mc:Choice>
        <mc:Fallback xmlns="">
          <p:pic>
            <p:nvPicPr>
              <p:cNvPr id="35" name="Encre 34">
                <a:extLst>
                  <a:ext uri="{FF2B5EF4-FFF2-40B4-BE49-F238E27FC236}">
                    <a16:creationId xmlns:a16="http://schemas.microsoft.com/office/drawing/2014/main" id="{E30A76E5-8A5E-49B0-A488-23D613EA6FF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37928" y="2044945"/>
                <a:ext cx="792360" cy="17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6" name="Encre 35">
                <a:extLst>
                  <a:ext uri="{FF2B5EF4-FFF2-40B4-BE49-F238E27FC236}">
                    <a16:creationId xmlns:a16="http://schemas.microsoft.com/office/drawing/2014/main" id="{F5FC3500-8C14-4209-A73B-EE8E4D130CFE}"/>
                  </a:ext>
                </a:extLst>
              </p14:cNvPr>
              <p14:cNvContentPartPr/>
              <p14:nvPr/>
            </p14:nvContentPartPr>
            <p14:xfrm>
              <a:off x="882928" y="1741825"/>
              <a:ext cx="856080" cy="29520"/>
            </p14:xfrm>
          </p:contentPart>
        </mc:Choice>
        <mc:Fallback xmlns="">
          <p:pic>
            <p:nvPicPr>
              <p:cNvPr id="36" name="Encre 35">
                <a:extLst>
                  <a:ext uri="{FF2B5EF4-FFF2-40B4-BE49-F238E27FC236}">
                    <a16:creationId xmlns:a16="http://schemas.microsoft.com/office/drawing/2014/main" id="{F5FC3500-8C14-4209-A73B-EE8E4D130CF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47288" y="1669825"/>
                <a:ext cx="92772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7" name="Encre 36">
                <a:extLst>
                  <a:ext uri="{FF2B5EF4-FFF2-40B4-BE49-F238E27FC236}">
                    <a16:creationId xmlns:a16="http://schemas.microsoft.com/office/drawing/2014/main" id="{1C626158-79C8-4A69-A47C-F71A48B91DB5}"/>
                  </a:ext>
                </a:extLst>
              </p14:cNvPr>
              <p14:cNvContentPartPr/>
              <p14:nvPr/>
            </p14:nvContentPartPr>
            <p14:xfrm>
              <a:off x="869608" y="3867265"/>
              <a:ext cx="683640" cy="39960"/>
            </p14:xfrm>
          </p:contentPart>
        </mc:Choice>
        <mc:Fallback xmlns="">
          <p:pic>
            <p:nvPicPr>
              <p:cNvPr id="37" name="Encre 36">
                <a:extLst>
                  <a:ext uri="{FF2B5EF4-FFF2-40B4-BE49-F238E27FC236}">
                    <a16:creationId xmlns:a16="http://schemas.microsoft.com/office/drawing/2014/main" id="{1C626158-79C8-4A69-A47C-F71A48B91DB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33968" y="3795265"/>
                <a:ext cx="755280" cy="18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8" name="Encre 37">
                <a:extLst>
                  <a:ext uri="{FF2B5EF4-FFF2-40B4-BE49-F238E27FC236}">
                    <a16:creationId xmlns:a16="http://schemas.microsoft.com/office/drawing/2014/main" id="{957FD735-1F12-423B-BF52-171D024F4990}"/>
                  </a:ext>
                </a:extLst>
              </p14:cNvPr>
              <p14:cNvContentPartPr/>
              <p14:nvPr/>
            </p14:nvContentPartPr>
            <p14:xfrm>
              <a:off x="891928" y="6083425"/>
              <a:ext cx="481680" cy="16200"/>
            </p14:xfrm>
          </p:contentPart>
        </mc:Choice>
        <mc:Fallback xmlns="">
          <p:pic>
            <p:nvPicPr>
              <p:cNvPr id="38" name="Encre 37">
                <a:extLst>
                  <a:ext uri="{FF2B5EF4-FFF2-40B4-BE49-F238E27FC236}">
                    <a16:creationId xmlns:a16="http://schemas.microsoft.com/office/drawing/2014/main" id="{957FD735-1F12-423B-BF52-171D024F499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56288" y="6011425"/>
                <a:ext cx="553320" cy="159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035558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DF1465-D5BD-4D4E-8E3F-208CD10D9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Choix </a:t>
            </a:r>
            <a:r>
              <a:rPr lang="en-US"/>
              <a:t>du model</a:t>
            </a:r>
            <a:endParaRPr lang="en-US" dirty="0"/>
          </a:p>
        </p:txBody>
      </p:sp>
      <p:graphicFrame>
        <p:nvGraphicFramePr>
          <p:cNvPr id="7" name="Tableau 7">
            <a:extLst>
              <a:ext uri="{FF2B5EF4-FFF2-40B4-BE49-F238E27FC236}">
                <a16:creationId xmlns:a16="http://schemas.microsoft.com/office/drawing/2014/main" id="{03D3613D-CD41-4A03-9F3E-09703F2FA3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4229646"/>
              </p:ext>
            </p:extLst>
          </p:nvPr>
        </p:nvGraphicFramePr>
        <p:xfrm>
          <a:off x="838200" y="1825625"/>
          <a:ext cx="10515597" cy="3388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2154">
                  <a:extLst>
                    <a:ext uri="{9D8B030D-6E8A-4147-A177-3AD203B41FA5}">
                      <a16:colId xmlns:a16="http://schemas.microsoft.com/office/drawing/2014/main" val="4205953761"/>
                    </a:ext>
                  </a:extLst>
                </a:gridCol>
                <a:gridCol w="3944983">
                  <a:extLst>
                    <a:ext uri="{9D8B030D-6E8A-4147-A177-3AD203B41FA5}">
                      <a16:colId xmlns:a16="http://schemas.microsoft.com/office/drawing/2014/main" val="2428125234"/>
                    </a:ext>
                  </a:extLst>
                </a:gridCol>
                <a:gridCol w="5118460">
                  <a:extLst>
                    <a:ext uri="{9D8B030D-6E8A-4147-A177-3AD203B41FA5}">
                      <a16:colId xmlns:a16="http://schemas.microsoft.com/office/drawing/2014/main" val="65141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Landis 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Forceeps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4880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Avantage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Déjà les </a:t>
                      </a:r>
                      <a:r>
                        <a:rPr lang="en-US" dirty="0" err="1"/>
                        <a:t>échelles</a:t>
                      </a:r>
                      <a:endParaRPr lang="en-US" dirty="0"/>
                    </a:p>
                    <a:p>
                      <a:r>
                        <a:rPr lang="en-US" dirty="0"/>
                        <a:t>Documentation</a:t>
                      </a:r>
                    </a:p>
                    <a:p>
                      <a:r>
                        <a:rPr lang="en-US" dirty="0" err="1"/>
                        <a:t>Utilisé</a:t>
                      </a:r>
                      <a:r>
                        <a:rPr lang="en-US" dirty="0"/>
                        <a:t> dans la </a:t>
                      </a:r>
                      <a:r>
                        <a:rPr lang="en-US" dirty="0" err="1"/>
                        <a:t>littérature</a:t>
                      </a:r>
                      <a:endParaRPr lang="en-US" dirty="0"/>
                    </a:p>
                    <a:p>
                      <a:r>
                        <a:rPr lang="en-US" dirty="0"/>
                        <a:t>Motivation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Connu</a:t>
                      </a:r>
                      <a:r>
                        <a:rPr lang="en-US" dirty="0"/>
                        <a:t> par </a:t>
                      </a:r>
                      <a:r>
                        <a:rPr lang="en-US" dirty="0" err="1"/>
                        <a:t>l’équipe</a:t>
                      </a:r>
                      <a:endParaRPr lang="en-US" dirty="0"/>
                    </a:p>
                    <a:p>
                      <a:r>
                        <a:rPr lang="en-US" dirty="0" err="1"/>
                        <a:t>Communauté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proche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6340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Inconveniant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Management (</a:t>
                      </a:r>
                      <a:r>
                        <a:rPr lang="en-US" dirty="0" err="1"/>
                        <a:t>contraignant</a:t>
                      </a:r>
                      <a:r>
                        <a:rPr lang="en-US" dirty="0"/>
                        <a:t>)</a:t>
                      </a:r>
                    </a:p>
                    <a:p>
                      <a:r>
                        <a:rPr lang="en-US" dirty="0"/>
                        <a:t>C#</a:t>
                      </a:r>
                    </a:p>
                    <a:p>
                      <a:r>
                        <a:rPr lang="en-US" dirty="0" err="1"/>
                        <a:t>Peur</a:t>
                      </a:r>
                      <a:r>
                        <a:rPr lang="en-US" dirty="0"/>
                        <a:t> de la </a:t>
                      </a:r>
                      <a:r>
                        <a:rPr lang="en-US" dirty="0" err="1"/>
                        <a:t>difficulté</a:t>
                      </a:r>
                      <a:r>
                        <a:rPr lang="en-US" dirty="0"/>
                        <a:t> à adapter plus tard (inconnu)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 fait pour </a:t>
                      </a:r>
                      <a:r>
                        <a:rPr lang="en-US" dirty="0" err="1"/>
                        <a:t>l’echelle</a:t>
                      </a:r>
                      <a:endParaRPr lang="en-US" dirty="0"/>
                    </a:p>
                    <a:p>
                      <a:r>
                        <a:rPr lang="en-US" dirty="0"/>
                        <a:t>Travail de </a:t>
                      </a:r>
                      <a:r>
                        <a:rPr lang="en-US" dirty="0" err="1"/>
                        <a:t>parallelisation</a:t>
                      </a:r>
                      <a:r>
                        <a:rPr lang="en-US" dirty="0"/>
                        <a:t> (</a:t>
                      </a:r>
                      <a:r>
                        <a:rPr lang="en-US" dirty="0" err="1"/>
                        <a:t>conceptuelle</a:t>
                      </a:r>
                      <a:r>
                        <a:rPr lang="en-US" dirty="0"/>
                        <a:t>) </a:t>
                      </a:r>
                      <a:r>
                        <a:rPr lang="en-US" dirty="0" err="1"/>
                        <a:t>avant</a:t>
                      </a:r>
                      <a:r>
                        <a:rPr lang="en-US" dirty="0"/>
                        <a:t> exploration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7177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Neutre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Cohort </a:t>
                      </a:r>
                      <a:r>
                        <a:rPr lang="en-US" dirty="0" err="1"/>
                        <a:t>centrée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Java</a:t>
                      </a:r>
                    </a:p>
                    <a:p>
                      <a:r>
                        <a:rPr lang="en-US" dirty="0" err="1"/>
                        <a:t>Individu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centré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9502772"/>
                  </a:ext>
                </a:extLst>
              </a:tr>
            </a:tbl>
          </a:graphicData>
        </a:graphic>
      </p:graphicFrame>
      <p:sp>
        <p:nvSpPr>
          <p:cNvPr id="8" name="ZoneTexte 7">
            <a:extLst>
              <a:ext uri="{FF2B5EF4-FFF2-40B4-BE49-F238E27FC236}">
                <a16:creationId xmlns:a16="http://schemas.microsoft.com/office/drawing/2014/main" id="{7A1CD3C8-B9C2-41CE-A185-7CEAAE075ADC}"/>
              </a:ext>
            </a:extLst>
          </p:cNvPr>
          <p:cNvSpPr txBox="1"/>
          <p:nvPr/>
        </p:nvSpPr>
        <p:spPr>
          <a:xfrm>
            <a:off x="182880" y="5617029"/>
            <a:ext cx="118959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Bilan</a:t>
            </a:r>
            <a:r>
              <a:rPr lang="en-US" b="1" dirty="0"/>
              <a:t> : </a:t>
            </a:r>
          </a:p>
          <a:p>
            <a:r>
              <a:rPr lang="en-US" dirty="0"/>
              <a:t>	Landis : </a:t>
            </a:r>
            <a:r>
              <a:rPr lang="en-US" dirty="0" err="1"/>
              <a:t>utilisable</a:t>
            </a:r>
            <a:r>
              <a:rPr lang="en-US" dirty="0"/>
              <a:t> et </a:t>
            </a:r>
            <a:r>
              <a:rPr lang="en-US" dirty="0" err="1"/>
              <a:t>outil</a:t>
            </a:r>
            <a:r>
              <a:rPr lang="en-US" dirty="0"/>
              <a:t> </a:t>
            </a:r>
            <a:r>
              <a:rPr lang="en-US" dirty="0" err="1"/>
              <a:t>intéréssant</a:t>
            </a:r>
            <a:r>
              <a:rPr lang="en-US" dirty="0"/>
              <a:t>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peur</a:t>
            </a:r>
            <a:r>
              <a:rPr lang="en-US" dirty="0"/>
              <a:t> de </a:t>
            </a:r>
            <a:r>
              <a:rPr lang="en-US" dirty="0" err="1"/>
              <a:t>problème</a:t>
            </a:r>
            <a:r>
              <a:rPr lang="en-US" dirty="0"/>
              <a:t> inconnus pour  plus tard</a:t>
            </a:r>
          </a:p>
          <a:p>
            <a:r>
              <a:rPr lang="en-US" dirty="0"/>
              <a:t>	</a:t>
            </a:r>
            <a:r>
              <a:rPr lang="en-US" dirty="0" err="1"/>
              <a:t>Forceeps</a:t>
            </a:r>
            <a:r>
              <a:rPr lang="en-US" dirty="0"/>
              <a:t> : travail </a:t>
            </a:r>
            <a:r>
              <a:rPr lang="en-US" dirty="0" err="1"/>
              <a:t>d’adaptation</a:t>
            </a:r>
            <a:r>
              <a:rPr lang="en-US" dirty="0"/>
              <a:t> de </a:t>
            </a:r>
            <a:r>
              <a:rPr lang="en-US" dirty="0" err="1"/>
              <a:t>l’outil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amont</a:t>
            </a:r>
            <a:r>
              <a:rPr lang="en-US" dirty="0"/>
              <a:t> </a:t>
            </a:r>
            <a:r>
              <a:rPr lang="en-US" dirty="0" err="1"/>
              <a:t>mais</a:t>
            </a:r>
            <a:r>
              <a:rPr lang="en-US" dirty="0"/>
              <a:t> avec </a:t>
            </a:r>
            <a:r>
              <a:rPr lang="en-US" dirty="0" err="1"/>
              <a:t>peut-être</a:t>
            </a:r>
            <a:r>
              <a:rPr lang="en-US" dirty="0"/>
              <a:t> </a:t>
            </a:r>
            <a:r>
              <a:rPr lang="en-US" dirty="0" err="1"/>
              <a:t>moins</a:t>
            </a:r>
            <a:r>
              <a:rPr lang="en-US" dirty="0"/>
              <a:t> </a:t>
            </a:r>
            <a:r>
              <a:rPr lang="en-US" dirty="0" err="1"/>
              <a:t>d’inconnu</a:t>
            </a:r>
            <a:r>
              <a:rPr lang="en-US" dirty="0"/>
              <a:t> plus tard</a:t>
            </a:r>
          </a:p>
        </p:txBody>
      </p:sp>
    </p:spTree>
    <p:extLst>
      <p:ext uri="{BB962C8B-B14F-4D97-AF65-F5344CB8AC3E}">
        <p14:creationId xmlns:p14="http://schemas.microsoft.com/office/powerpoint/2010/main" val="113446414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282</Words>
  <Application>Microsoft Office PowerPoint</Application>
  <PresentationFormat>Grand écran</PresentationFormat>
  <Paragraphs>143</Paragraphs>
  <Slides>19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Thème Office</vt:lpstr>
      <vt:lpstr>Landis II</vt:lpstr>
      <vt:lpstr>Landis core</vt:lpstr>
      <vt:lpstr>Landis core</vt:lpstr>
      <vt:lpstr>Landis core</vt:lpstr>
      <vt:lpstr>Landis core</vt:lpstr>
      <vt:lpstr>Landis core</vt:lpstr>
      <vt:lpstr>Biomass extension</vt:lpstr>
      <vt:lpstr>Biomass extension</vt:lpstr>
      <vt:lpstr>Biomass extension</vt:lpstr>
      <vt:lpstr>PneT succession</vt:lpstr>
      <vt:lpstr>Comparison between succession extension</vt:lpstr>
      <vt:lpstr>Harvest extension</vt:lpstr>
      <vt:lpstr>Harvest extension</vt:lpstr>
      <vt:lpstr>Harvest extension</vt:lpstr>
      <vt:lpstr>Harvest extension</vt:lpstr>
      <vt:lpstr>Harvest extension</vt:lpstr>
      <vt:lpstr>Harvest extension</vt:lpstr>
      <vt:lpstr>Other extensions</vt:lpstr>
      <vt:lpstr>Choix du model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Landis II</dc:title>
  <dc:creator>Clémentine de MONTGOLFIER</dc:creator>
  <cp:lastModifiedBy>Clémentine de MONTGOLFIER</cp:lastModifiedBy>
  <cp:revision>22</cp:revision>
  <dcterms:created xsi:type="dcterms:W3CDTF">2025-03-05T10:54:34Z</dcterms:created>
  <dcterms:modified xsi:type="dcterms:W3CDTF">2025-03-24T10:07:40Z</dcterms:modified>
</cp:coreProperties>
</file>